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56" r:id="rId5"/>
    <p:sldId id="265" r:id="rId6"/>
    <p:sldId id="257" r:id="rId7"/>
    <p:sldId id="258" r:id="rId8"/>
    <p:sldId id="259" r:id="rId9"/>
    <p:sldId id="260" r:id="rId10"/>
    <p:sldId id="263" r:id="rId11"/>
    <p:sldId id="264" r:id="rId12"/>
    <p:sldId id="266" r:id="rId13"/>
    <p:sldId id="261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5C56F67-92AB-E2E8-D6FC-3E623A22E5A7}" name="Anni Annunziata" initials="AA" userId="S::Anni.Annunziata@nielseniq.com::1e22481a-a94b-4b13-b442-d1db52fadecb" providerId="AD"/>
  <p188:author id="{9FAC627A-18B0-088C-E47F-BF0411C51172}" name="Philippe Fuchs" initials="PF" userId="S::philippe.fuchs@nielseniq.com::d7b4041a-1f40-42ec-839c-5c962298885a" providerId="AD"/>
  <p188:author id="{971CD77C-E987-1DE5-D527-C49DB3AC7FD6}" name="Ryan de Jesus" initials="Rd" userId="S::ryan.dejesus@slidegenius.com::62b36732-5bfe-4f1e-8045-1d94bb670426" providerId="AD"/>
  <p188:author id="{FDDAFEB1-E98A-A890-7B93-582CE7EF5D62}" name="Carolina Perfeito" initials="CP" userId="S::Carolina.Perfeito@nielseniq.com::5438cd39-25d9-4a3b-aa75-be18cfe98532" providerId="AD"/>
  <p188:author id="{7F57DFCB-B0DD-0554-86C7-3A8C45D4CFEF}" name="Torben Erhorn" initials="TE" userId="S::torben.erhorn@nielseniq.com::37c4764b-7349-401c-9ebe-2ad20fcf3b61" providerId="AD"/>
  <p188:author id="{277692F8-7B5F-E6C7-EE94-92420A123F98}" name="Torben Erhorn" initials="TE" userId="S::Torben.Erhorn@nielseniq.com::37c4764b-7349-401c-9ebe-2ad20fcf3b6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BBBB"/>
    <a:srgbClr val="777777"/>
    <a:srgbClr val="EF5F17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92974E-F2EB-CEC7-0D79-85A3D4B09A35}" v="4" dt="2025-11-25T05:37:02.020"/>
    <p1510:client id="{531778A3-362C-406F-9038-E60D6C7EEE01}" v="108" dt="2025-11-24T17:33:27.682"/>
    <p1510:client id="{E34E4923-5CA5-4D89-BB33-8AAF26155330}" v="344" dt="2025-11-24T16:56:20.671"/>
    <p1510:client id="{F9FF5C6F-5A53-1432-64D6-72C64B901D4E}" v="12" dt="2025-11-24T17:13:46.3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rath Kumar K" userId="d03e86e5-b5aa-4a30-b522-c999220ea0d0" providerId="ADAL" clId="{B25BC8AB-A36C-4165-B6E2-9F6F5946F325}"/>
    <pc:docChg chg="undo custSel addSld modSld sldOrd">
      <pc:chgData name="Bharath Kumar K" userId="d03e86e5-b5aa-4a30-b522-c999220ea0d0" providerId="ADAL" clId="{B25BC8AB-A36C-4165-B6E2-9F6F5946F325}" dt="2025-11-24T16:56:20.671" v="469" actId="21"/>
      <pc:docMkLst>
        <pc:docMk/>
      </pc:docMkLst>
      <pc:sldChg chg="modSp mod">
        <pc:chgData name="Bharath Kumar K" userId="d03e86e5-b5aa-4a30-b522-c999220ea0d0" providerId="ADAL" clId="{B25BC8AB-A36C-4165-B6E2-9F6F5946F325}" dt="2025-11-24T11:30:29.089" v="55" actId="14100"/>
        <pc:sldMkLst>
          <pc:docMk/>
          <pc:sldMk cId="1022464584" sldId="256"/>
        </pc:sldMkLst>
        <pc:picChg chg="mod">
          <ac:chgData name="Bharath Kumar K" userId="d03e86e5-b5aa-4a30-b522-c999220ea0d0" providerId="ADAL" clId="{B25BC8AB-A36C-4165-B6E2-9F6F5946F325}" dt="2025-11-24T11:30:29.089" v="55" actId="14100"/>
          <ac:picMkLst>
            <pc:docMk/>
            <pc:sldMk cId="1022464584" sldId="256"/>
            <ac:picMk id="22" creationId="{2411D2D2-6CB1-82AB-B5C2-0231EE28FC60}"/>
          </ac:picMkLst>
        </pc:picChg>
      </pc:sldChg>
      <pc:sldChg chg="modSp new mod ord">
        <pc:chgData name="Bharath Kumar K" userId="d03e86e5-b5aa-4a30-b522-c999220ea0d0" providerId="ADAL" clId="{B25BC8AB-A36C-4165-B6E2-9F6F5946F325}" dt="2025-11-24T16:50:34.554" v="323"/>
        <pc:sldMkLst>
          <pc:docMk/>
          <pc:sldMk cId="1491769984" sldId="259"/>
        </pc:sldMkLst>
        <pc:graphicFrameChg chg="modGraphic">
          <ac:chgData name="Bharath Kumar K" userId="d03e86e5-b5aa-4a30-b522-c999220ea0d0" providerId="ADAL" clId="{B25BC8AB-A36C-4165-B6E2-9F6F5946F325}" dt="2025-11-24T07:23:25.593" v="2" actId="20577"/>
          <ac:graphicFrameMkLst>
            <pc:docMk/>
            <pc:sldMk cId="1491769984" sldId="259"/>
            <ac:graphicFrameMk id="16" creationId="{1AD3BE7A-EE5A-DF17-A2CA-839973C2EFB1}"/>
          </ac:graphicFrameMkLst>
        </pc:graphicFrameChg>
      </pc:sldChg>
      <pc:sldChg chg="addSp delSp modSp new mod modClrScheme chgLayout">
        <pc:chgData name="Bharath Kumar K" userId="d03e86e5-b5aa-4a30-b522-c999220ea0d0" providerId="ADAL" clId="{B25BC8AB-A36C-4165-B6E2-9F6F5946F325}" dt="2025-11-24T11:32:02.259" v="59" actId="20577"/>
        <pc:sldMkLst>
          <pc:docMk/>
          <pc:sldMk cId="2658769424" sldId="260"/>
        </pc:sldMkLst>
        <pc:spChg chg="mod">
          <ac:chgData name="Bharath Kumar K" userId="d03e86e5-b5aa-4a30-b522-c999220ea0d0" providerId="ADAL" clId="{B25BC8AB-A36C-4165-B6E2-9F6F5946F325}" dt="2025-11-24T07:29:07.745" v="13" actId="26606"/>
          <ac:spMkLst>
            <pc:docMk/>
            <pc:sldMk cId="2658769424" sldId="260"/>
            <ac:spMk id="2" creationId="{DDDBFC87-7EFF-2456-3C0C-9F6B7AE8AC08}"/>
          </ac:spMkLst>
        </pc:spChg>
        <pc:spChg chg="del mod">
          <ac:chgData name="Bharath Kumar K" userId="d03e86e5-b5aa-4a30-b522-c999220ea0d0" providerId="ADAL" clId="{B25BC8AB-A36C-4165-B6E2-9F6F5946F325}" dt="2025-11-24T07:29:07.745" v="13" actId="26606"/>
          <ac:spMkLst>
            <pc:docMk/>
            <pc:sldMk cId="2658769424" sldId="260"/>
            <ac:spMk id="5" creationId="{70A25699-6FE9-3F92-6E39-8B19E13E7FCB}"/>
          </ac:spMkLst>
        </pc:spChg>
        <pc:spChg chg="mod">
          <ac:chgData name="Bharath Kumar K" userId="d03e86e5-b5aa-4a30-b522-c999220ea0d0" providerId="ADAL" clId="{B25BC8AB-A36C-4165-B6E2-9F6F5946F325}" dt="2025-11-24T07:32:29.178" v="28" actId="14100"/>
          <ac:spMkLst>
            <pc:docMk/>
            <pc:sldMk cId="2658769424" sldId="260"/>
            <ac:spMk id="6" creationId="{C30D55A7-CC4A-E430-4BC8-5D7951D2A77A}"/>
          </ac:spMkLst>
        </pc:spChg>
        <pc:spChg chg="del mod">
          <ac:chgData name="Bharath Kumar K" userId="d03e86e5-b5aa-4a30-b522-c999220ea0d0" providerId="ADAL" clId="{B25BC8AB-A36C-4165-B6E2-9F6F5946F325}" dt="2025-11-24T07:26:06.586" v="4" actId="21"/>
          <ac:spMkLst>
            <pc:docMk/>
            <pc:sldMk cId="2658769424" sldId="260"/>
            <ac:spMk id="7" creationId="{9E15EEE7-0794-392D-8AB6-B14B5C9F27A0}"/>
          </ac:spMkLst>
        </pc:spChg>
        <pc:spChg chg="add del mod">
          <ac:chgData name="Bharath Kumar K" userId="d03e86e5-b5aa-4a30-b522-c999220ea0d0" providerId="ADAL" clId="{B25BC8AB-A36C-4165-B6E2-9F6F5946F325}" dt="2025-11-24T07:29:56.956" v="15" actId="21"/>
          <ac:spMkLst>
            <pc:docMk/>
            <pc:sldMk cId="2658769424" sldId="260"/>
            <ac:spMk id="12" creationId="{AF38FE85-BB4B-9D64-5FAD-ECA471740C0C}"/>
          </ac:spMkLst>
        </pc:spChg>
        <pc:spChg chg="add del mod">
          <ac:chgData name="Bharath Kumar K" userId="d03e86e5-b5aa-4a30-b522-c999220ea0d0" providerId="ADAL" clId="{B25BC8AB-A36C-4165-B6E2-9F6F5946F325}" dt="2025-11-24T07:29:27.910" v="14" actId="21"/>
          <ac:spMkLst>
            <pc:docMk/>
            <pc:sldMk cId="2658769424" sldId="260"/>
            <ac:spMk id="14" creationId="{2BE383A9-142E-7023-E362-6E6FA8B2620E}"/>
          </ac:spMkLst>
        </pc:spChg>
        <pc:graphicFrameChg chg="add mod modGraphic">
          <ac:chgData name="Bharath Kumar K" userId="d03e86e5-b5aa-4a30-b522-c999220ea0d0" providerId="ADAL" clId="{B25BC8AB-A36C-4165-B6E2-9F6F5946F325}" dt="2025-11-24T11:32:02.259" v="59" actId="20577"/>
          <ac:graphicFrameMkLst>
            <pc:docMk/>
            <pc:sldMk cId="2658769424" sldId="260"/>
            <ac:graphicFrameMk id="8" creationId="{A09C30C6-7583-885E-7395-E1A561B99F3F}"/>
          </ac:graphicFrameMkLst>
        </pc:graphicFrameChg>
      </pc:sldChg>
      <pc:sldChg chg="addSp delSp modSp mod modClrScheme chgLayout">
        <pc:chgData name="Bharath Kumar K" userId="d03e86e5-b5aa-4a30-b522-c999220ea0d0" providerId="ADAL" clId="{B25BC8AB-A36C-4165-B6E2-9F6F5946F325}" dt="2025-11-24T11:17:38.380" v="54" actId="20577"/>
        <pc:sldMkLst>
          <pc:docMk/>
          <pc:sldMk cId="3874284469" sldId="261"/>
        </pc:sldMkLst>
        <pc:spChg chg="mod">
          <ac:chgData name="Bharath Kumar K" userId="d03e86e5-b5aa-4a30-b522-c999220ea0d0" providerId="ADAL" clId="{B25BC8AB-A36C-4165-B6E2-9F6F5946F325}" dt="2025-11-24T07:33:11.814" v="29" actId="26606"/>
          <ac:spMkLst>
            <pc:docMk/>
            <pc:sldMk cId="3874284469" sldId="261"/>
            <ac:spMk id="2" creationId="{E6C1243A-C74F-6302-E4A0-A69925586CD6}"/>
          </ac:spMkLst>
        </pc:spChg>
        <pc:spChg chg="mod">
          <ac:chgData name="Bharath Kumar K" userId="d03e86e5-b5aa-4a30-b522-c999220ea0d0" providerId="ADAL" clId="{B25BC8AB-A36C-4165-B6E2-9F6F5946F325}" dt="2025-11-24T11:16:27.435" v="50" actId="1076"/>
          <ac:spMkLst>
            <pc:docMk/>
            <pc:sldMk cId="3874284469" sldId="261"/>
            <ac:spMk id="6" creationId="{0AD9C0B6-44FF-F00E-5285-F3E572A9BD3A}"/>
          </ac:spMkLst>
        </pc:spChg>
        <pc:spChg chg="add del mod">
          <ac:chgData name="Bharath Kumar K" userId="d03e86e5-b5aa-4a30-b522-c999220ea0d0" providerId="ADAL" clId="{B25BC8AB-A36C-4165-B6E2-9F6F5946F325}" dt="2025-11-24T07:33:29.964" v="31" actId="21"/>
          <ac:spMkLst>
            <pc:docMk/>
            <pc:sldMk cId="3874284469" sldId="261"/>
            <ac:spMk id="42" creationId="{3A845280-3522-FBB6-3CE8-09B17A50349A}"/>
          </ac:spMkLst>
        </pc:spChg>
        <pc:spChg chg="add del mod">
          <ac:chgData name="Bharath Kumar K" userId="d03e86e5-b5aa-4a30-b522-c999220ea0d0" providerId="ADAL" clId="{B25BC8AB-A36C-4165-B6E2-9F6F5946F325}" dt="2025-11-24T07:33:20.658" v="30" actId="21"/>
          <ac:spMkLst>
            <pc:docMk/>
            <pc:sldMk cId="3874284469" sldId="261"/>
            <ac:spMk id="44" creationId="{D82BB949-1E55-0CAA-9ABF-A4FEA812868E}"/>
          </ac:spMkLst>
        </pc:spChg>
        <pc:graphicFrameChg chg="del">
          <ac:chgData name="Bharath Kumar K" userId="d03e86e5-b5aa-4a30-b522-c999220ea0d0" providerId="ADAL" clId="{B25BC8AB-A36C-4165-B6E2-9F6F5946F325}" dt="2025-11-24T07:33:11.814" v="29" actId="26606"/>
          <ac:graphicFrameMkLst>
            <pc:docMk/>
            <pc:sldMk cId="3874284469" sldId="261"/>
            <ac:graphicFrameMk id="36" creationId="{A6D45F84-11CF-D562-DAC0-89ADF77D78B2}"/>
          </ac:graphicFrameMkLst>
        </pc:graphicFrameChg>
        <pc:graphicFrameChg chg="add modGraphic">
          <ac:chgData name="Bharath Kumar K" userId="d03e86e5-b5aa-4a30-b522-c999220ea0d0" providerId="ADAL" clId="{B25BC8AB-A36C-4165-B6E2-9F6F5946F325}" dt="2025-11-24T11:17:38.380" v="54" actId="20577"/>
          <ac:graphicFrameMkLst>
            <pc:docMk/>
            <pc:sldMk cId="3874284469" sldId="261"/>
            <ac:graphicFrameMk id="38" creationId="{99396149-3828-8C92-AF03-43D7347A4BB4}"/>
          </ac:graphicFrameMkLst>
        </pc:graphicFrameChg>
      </pc:sldChg>
      <pc:sldChg chg="addSp delSp modSp new mod chgLayout">
        <pc:chgData name="Bharath Kumar K" userId="d03e86e5-b5aa-4a30-b522-c999220ea0d0" providerId="ADAL" clId="{B25BC8AB-A36C-4165-B6E2-9F6F5946F325}" dt="2025-11-24T16:44:22.390" v="232" actId="1076"/>
        <pc:sldMkLst>
          <pc:docMk/>
          <pc:sldMk cId="769703248" sldId="263"/>
        </pc:sldMkLst>
        <pc:spChg chg="del">
          <ac:chgData name="Bharath Kumar K" userId="d03e86e5-b5aa-4a30-b522-c999220ea0d0" providerId="ADAL" clId="{B25BC8AB-A36C-4165-B6E2-9F6F5946F325}" dt="2025-11-24T15:19:53.206" v="108" actId="21"/>
          <ac:spMkLst>
            <pc:docMk/>
            <pc:sldMk cId="769703248" sldId="263"/>
            <ac:spMk id="2" creationId="{FB7AB017-5395-BD8D-DB0E-D5FD6B3DBBA1}"/>
          </ac:spMkLst>
        </pc:spChg>
        <pc:spChg chg="mod">
          <ac:chgData name="Bharath Kumar K" userId="d03e86e5-b5aa-4a30-b522-c999220ea0d0" providerId="ADAL" clId="{B25BC8AB-A36C-4165-B6E2-9F6F5946F325}" dt="2025-11-24T16:43:15.910" v="219" actId="26606"/>
          <ac:spMkLst>
            <pc:docMk/>
            <pc:sldMk cId="769703248" sldId="263"/>
            <ac:spMk id="3" creationId="{9959849D-31FE-2097-A28E-3C28D8D74B4D}"/>
          </ac:spMkLst>
        </pc:spChg>
        <pc:spChg chg="add del mod">
          <ac:chgData name="Bharath Kumar K" userId="d03e86e5-b5aa-4a30-b522-c999220ea0d0" providerId="ADAL" clId="{B25BC8AB-A36C-4165-B6E2-9F6F5946F325}" dt="2025-11-24T15:19:40.409" v="106" actId="21"/>
          <ac:spMkLst>
            <pc:docMk/>
            <pc:sldMk cId="769703248" sldId="263"/>
            <ac:spMk id="4" creationId="{7D8988A4-BBAF-B42C-334E-7EBB1E382E77}"/>
          </ac:spMkLst>
        </pc:spChg>
        <pc:spChg chg="add del mod">
          <ac:chgData name="Bharath Kumar K" userId="d03e86e5-b5aa-4a30-b522-c999220ea0d0" providerId="ADAL" clId="{B25BC8AB-A36C-4165-B6E2-9F6F5946F325}" dt="2025-11-24T15:19:36.043" v="105" actId="478"/>
          <ac:spMkLst>
            <pc:docMk/>
            <pc:sldMk cId="769703248" sldId="263"/>
            <ac:spMk id="5" creationId="{2E4D7C58-3992-5516-61FB-2E5307791461}"/>
          </ac:spMkLst>
        </pc:spChg>
        <pc:spChg chg="add del mod">
          <ac:chgData name="Bharath Kumar K" userId="d03e86e5-b5aa-4a30-b522-c999220ea0d0" providerId="ADAL" clId="{B25BC8AB-A36C-4165-B6E2-9F6F5946F325}" dt="2025-11-24T15:19:44.575" v="107" actId="21"/>
          <ac:spMkLst>
            <pc:docMk/>
            <pc:sldMk cId="769703248" sldId="263"/>
            <ac:spMk id="6" creationId="{5A4CA80A-4170-0465-2EC4-09987A67F0C8}"/>
          </ac:spMkLst>
        </pc:spChg>
        <pc:spChg chg="add mod ord">
          <ac:chgData name="Bharath Kumar K" userId="d03e86e5-b5aa-4a30-b522-c999220ea0d0" providerId="ADAL" clId="{B25BC8AB-A36C-4165-B6E2-9F6F5946F325}" dt="2025-11-24T15:23:40.797" v="116" actId="26606"/>
          <ac:spMkLst>
            <pc:docMk/>
            <pc:sldMk cId="769703248" sldId="263"/>
            <ac:spMk id="7" creationId="{4F7BEB9A-84DC-E6FE-BCA0-B4797F1343C2}"/>
          </ac:spMkLst>
        </pc:spChg>
        <pc:spChg chg="add mod">
          <ac:chgData name="Bharath Kumar K" userId="d03e86e5-b5aa-4a30-b522-c999220ea0d0" providerId="ADAL" clId="{B25BC8AB-A36C-4165-B6E2-9F6F5946F325}" dt="2025-11-24T15:19:15.073" v="102" actId="571"/>
          <ac:spMkLst>
            <pc:docMk/>
            <pc:sldMk cId="769703248" sldId="263"/>
            <ac:spMk id="10" creationId="{053F0902-4AB0-5B4B-7CF9-3BBA4DC5D1D5}"/>
          </ac:spMkLst>
        </pc:spChg>
        <pc:spChg chg="add mod">
          <ac:chgData name="Bharath Kumar K" userId="d03e86e5-b5aa-4a30-b522-c999220ea0d0" providerId="ADAL" clId="{B25BC8AB-A36C-4165-B6E2-9F6F5946F325}" dt="2025-11-24T15:19:14.844" v="101" actId="571"/>
          <ac:spMkLst>
            <pc:docMk/>
            <pc:sldMk cId="769703248" sldId="263"/>
            <ac:spMk id="11" creationId="{C0DA24B3-CB2B-3DB0-D33A-29685C8D568A}"/>
          </ac:spMkLst>
        </pc:spChg>
        <pc:spChg chg="add del mod">
          <ac:chgData name="Bharath Kumar K" userId="d03e86e5-b5aa-4a30-b522-c999220ea0d0" providerId="ADAL" clId="{B25BC8AB-A36C-4165-B6E2-9F6F5946F325}" dt="2025-11-24T15:23:49.066" v="117" actId="21"/>
          <ac:spMkLst>
            <pc:docMk/>
            <pc:sldMk cId="769703248" sldId="263"/>
            <ac:spMk id="18" creationId="{06F24724-972C-4A59-DE8B-88186FE3B7A4}"/>
          </ac:spMkLst>
        </pc:spChg>
        <pc:spChg chg="add del mod">
          <ac:chgData name="Bharath Kumar K" userId="d03e86e5-b5aa-4a30-b522-c999220ea0d0" providerId="ADAL" clId="{B25BC8AB-A36C-4165-B6E2-9F6F5946F325}" dt="2025-11-24T15:25:35.044" v="141" actId="21"/>
          <ac:spMkLst>
            <pc:docMk/>
            <pc:sldMk cId="769703248" sldId="263"/>
            <ac:spMk id="20" creationId="{0FC4BD9A-67D1-B965-1D84-DB8777A3F5BC}"/>
          </ac:spMkLst>
        </pc:spChg>
        <pc:spChg chg="add del mod">
          <ac:chgData name="Bharath Kumar K" userId="d03e86e5-b5aa-4a30-b522-c999220ea0d0" providerId="ADAL" clId="{B25BC8AB-A36C-4165-B6E2-9F6F5946F325}" dt="2025-11-24T16:44:00.107" v="226" actId="21"/>
          <ac:spMkLst>
            <pc:docMk/>
            <pc:sldMk cId="769703248" sldId="263"/>
            <ac:spMk id="21" creationId="{29A73B83-05D9-6DED-6090-BB5244876844}"/>
          </ac:spMkLst>
        </pc:spChg>
        <pc:spChg chg="add del mod">
          <ac:chgData name="Bharath Kumar K" userId="d03e86e5-b5aa-4a30-b522-c999220ea0d0" providerId="ADAL" clId="{B25BC8AB-A36C-4165-B6E2-9F6F5946F325}" dt="2025-11-24T16:43:54.086" v="225" actId="21"/>
          <ac:spMkLst>
            <pc:docMk/>
            <pc:sldMk cId="769703248" sldId="263"/>
            <ac:spMk id="22" creationId="{8DF355B3-CCE6-C495-1F07-07B72807DB17}"/>
          </ac:spMkLst>
        </pc:spChg>
        <pc:spChg chg="add mod">
          <ac:chgData name="Bharath Kumar K" userId="d03e86e5-b5aa-4a30-b522-c999220ea0d0" providerId="ADAL" clId="{B25BC8AB-A36C-4165-B6E2-9F6F5946F325}" dt="2025-11-24T16:44:22.390" v="232" actId="1076"/>
          <ac:spMkLst>
            <pc:docMk/>
            <pc:sldMk cId="769703248" sldId="263"/>
            <ac:spMk id="23" creationId="{6B3E2AFE-22EA-6F7B-3ED4-43F997678833}"/>
          </ac:spMkLst>
        </pc:spChg>
        <pc:spChg chg="add del mod">
          <ac:chgData name="Bharath Kumar K" userId="d03e86e5-b5aa-4a30-b522-c999220ea0d0" providerId="ADAL" clId="{B25BC8AB-A36C-4165-B6E2-9F6F5946F325}" dt="2025-11-24T16:43:26.281" v="220" actId="21"/>
          <ac:spMkLst>
            <pc:docMk/>
            <pc:sldMk cId="769703248" sldId="263"/>
            <ac:spMk id="27" creationId="{61FF5986-37A5-D814-01BF-48FAAC53FD14}"/>
          </ac:spMkLst>
        </pc:spChg>
        <pc:spChg chg="add del mod">
          <ac:chgData name="Bharath Kumar K" userId="d03e86e5-b5aa-4a30-b522-c999220ea0d0" providerId="ADAL" clId="{B25BC8AB-A36C-4165-B6E2-9F6F5946F325}" dt="2025-11-24T16:43:49.880" v="224" actId="21"/>
          <ac:spMkLst>
            <pc:docMk/>
            <pc:sldMk cId="769703248" sldId="263"/>
            <ac:spMk id="29" creationId="{E37714C9-0D3F-0906-EABB-6DF55D7485CC}"/>
          </ac:spMkLst>
        </pc:spChg>
        <pc:picChg chg="add del mod">
          <ac:chgData name="Bharath Kumar K" userId="d03e86e5-b5aa-4a30-b522-c999220ea0d0" providerId="ADAL" clId="{B25BC8AB-A36C-4165-B6E2-9F6F5946F325}" dt="2025-11-24T15:16:52.905" v="96" actId="22"/>
          <ac:picMkLst>
            <pc:docMk/>
            <pc:sldMk cId="769703248" sldId="263"/>
            <ac:picMk id="9" creationId="{19A32DCE-ACBA-DEAB-610D-6916457312F6}"/>
          </ac:picMkLst>
        </pc:picChg>
        <pc:picChg chg="add del mod">
          <ac:chgData name="Bharath Kumar K" userId="d03e86e5-b5aa-4a30-b522-c999220ea0d0" providerId="ADAL" clId="{B25BC8AB-A36C-4165-B6E2-9F6F5946F325}" dt="2025-11-24T15:25:52.820" v="145" actId="21"/>
          <ac:picMkLst>
            <pc:docMk/>
            <pc:sldMk cId="769703248" sldId="263"/>
            <ac:picMk id="13" creationId="{38BD9773-898E-6EAE-DDE5-20F0C71FAAB8}"/>
          </ac:picMkLst>
        </pc:picChg>
        <pc:picChg chg="add del mod">
          <ac:chgData name="Bharath Kumar K" userId="d03e86e5-b5aa-4a30-b522-c999220ea0d0" providerId="ADAL" clId="{B25BC8AB-A36C-4165-B6E2-9F6F5946F325}" dt="2025-11-24T16:42:39.426" v="213" actId="21"/>
          <ac:picMkLst>
            <pc:docMk/>
            <pc:sldMk cId="769703248" sldId="263"/>
            <ac:picMk id="15" creationId="{D307A215-DD65-E4ED-89DA-8E3567F30206}"/>
          </ac:picMkLst>
        </pc:picChg>
        <pc:picChg chg="add mod ord">
          <ac:chgData name="Bharath Kumar K" userId="d03e86e5-b5aa-4a30-b522-c999220ea0d0" providerId="ADAL" clId="{B25BC8AB-A36C-4165-B6E2-9F6F5946F325}" dt="2025-11-24T16:43:38.299" v="223" actId="14100"/>
          <ac:picMkLst>
            <pc:docMk/>
            <pc:sldMk cId="769703248" sldId="263"/>
            <ac:picMk id="17" creationId="{83890079-A738-794A-F221-65CB840EB47B}"/>
          </ac:picMkLst>
        </pc:picChg>
      </pc:sldChg>
      <pc:sldChg chg="addSp delSp modSp add mod chgLayout">
        <pc:chgData name="Bharath Kumar K" userId="d03e86e5-b5aa-4a30-b522-c999220ea0d0" providerId="ADAL" clId="{B25BC8AB-A36C-4165-B6E2-9F6F5946F325}" dt="2025-11-24T15:54:36.203" v="212" actId="1076"/>
        <pc:sldMkLst>
          <pc:docMk/>
          <pc:sldMk cId="3973395987" sldId="264"/>
        </pc:sldMkLst>
        <pc:spChg chg="mod">
          <ac:chgData name="Bharath Kumar K" userId="d03e86e5-b5aa-4a30-b522-c999220ea0d0" providerId="ADAL" clId="{B25BC8AB-A36C-4165-B6E2-9F6F5946F325}" dt="2025-11-24T15:53:11.473" v="201" actId="26606"/>
          <ac:spMkLst>
            <pc:docMk/>
            <pc:sldMk cId="3973395987" sldId="264"/>
            <ac:spMk id="3" creationId="{DFFE25D0-65C5-6C32-C98D-CCEAB1E9CC11}"/>
          </ac:spMkLst>
        </pc:spChg>
        <pc:spChg chg="mod">
          <ac:chgData name="Bharath Kumar K" userId="d03e86e5-b5aa-4a30-b522-c999220ea0d0" providerId="ADAL" clId="{B25BC8AB-A36C-4165-B6E2-9F6F5946F325}" dt="2025-11-24T15:54:36.203" v="212" actId="1076"/>
          <ac:spMkLst>
            <pc:docMk/>
            <pc:sldMk cId="3973395987" sldId="264"/>
            <ac:spMk id="22" creationId="{7432B5DB-515E-99E8-A0D5-F51932634526}"/>
          </ac:spMkLst>
        </pc:spChg>
        <pc:spChg chg="add del mod">
          <ac:chgData name="Bharath Kumar K" userId="d03e86e5-b5aa-4a30-b522-c999220ea0d0" providerId="ADAL" clId="{B25BC8AB-A36C-4165-B6E2-9F6F5946F325}" dt="2025-11-24T15:54:03.432" v="210" actId="21"/>
          <ac:spMkLst>
            <pc:docMk/>
            <pc:sldMk cId="3973395987" sldId="264"/>
            <ac:spMk id="27" creationId="{0A79A540-B800-2736-E691-29D450E57B35}"/>
          </ac:spMkLst>
        </pc:spChg>
        <pc:spChg chg="add del mod">
          <ac:chgData name="Bharath Kumar K" userId="d03e86e5-b5aa-4a30-b522-c999220ea0d0" providerId="ADAL" clId="{B25BC8AB-A36C-4165-B6E2-9F6F5946F325}" dt="2025-11-24T15:53:22.583" v="202" actId="21"/>
          <ac:spMkLst>
            <pc:docMk/>
            <pc:sldMk cId="3973395987" sldId="264"/>
            <ac:spMk id="29" creationId="{7A96DE95-583D-E77E-417B-AD7AEFA80E11}"/>
          </ac:spMkLst>
        </pc:spChg>
        <pc:picChg chg="add mod ord">
          <ac:chgData name="Bharath Kumar K" userId="d03e86e5-b5aa-4a30-b522-c999220ea0d0" providerId="ADAL" clId="{B25BC8AB-A36C-4165-B6E2-9F6F5946F325}" dt="2025-11-24T15:53:11.473" v="201" actId="26606"/>
          <ac:picMkLst>
            <pc:docMk/>
            <pc:sldMk cId="3973395987" sldId="264"/>
            <ac:picMk id="4" creationId="{B0814477-AF59-9AF1-3716-1C6FE99D908B}"/>
          </ac:picMkLst>
        </pc:picChg>
        <pc:picChg chg="del">
          <ac:chgData name="Bharath Kumar K" userId="d03e86e5-b5aa-4a30-b522-c999220ea0d0" providerId="ADAL" clId="{B25BC8AB-A36C-4165-B6E2-9F6F5946F325}" dt="2025-11-24T15:37:11.948" v="194" actId="21"/>
          <ac:picMkLst>
            <pc:docMk/>
            <pc:sldMk cId="3973395987" sldId="264"/>
            <ac:picMk id="15" creationId="{61665BC3-9F26-8177-4C9D-6F6D07D2D402}"/>
          </ac:picMkLst>
        </pc:picChg>
      </pc:sldChg>
      <pc:sldChg chg="addSp delSp modSp new mod ord modClrScheme chgLayout">
        <pc:chgData name="Bharath Kumar K" userId="d03e86e5-b5aa-4a30-b522-c999220ea0d0" providerId="ADAL" clId="{B25BC8AB-A36C-4165-B6E2-9F6F5946F325}" dt="2025-11-24T16:54:19.444" v="442" actId="113"/>
        <pc:sldMkLst>
          <pc:docMk/>
          <pc:sldMk cId="1725315894" sldId="265"/>
        </pc:sldMkLst>
        <pc:spChg chg="mod">
          <ac:chgData name="Bharath Kumar K" userId="d03e86e5-b5aa-4a30-b522-c999220ea0d0" providerId="ADAL" clId="{B25BC8AB-A36C-4165-B6E2-9F6F5946F325}" dt="2025-11-24T16:52:50.353" v="399" actId="26606"/>
          <ac:spMkLst>
            <pc:docMk/>
            <pc:sldMk cId="1725315894" sldId="265"/>
            <ac:spMk id="2" creationId="{8B1B7339-74AD-DAA1-8652-B92C52017A48}"/>
          </ac:spMkLst>
        </pc:spChg>
        <pc:spChg chg="del">
          <ac:chgData name="Bharath Kumar K" userId="d03e86e5-b5aa-4a30-b522-c999220ea0d0" providerId="ADAL" clId="{B25BC8AB-A36C-4165-B6E2-9F6F5946F325}" dt="2025-11-24T16:51:49.404" v="393" actId="21"/>
          <ac:spMkLst>
            <pc:docMk/>
            <pc:sldMk cId="1725315894" sldId="265"/>
            <ac:spMk id="3" creationId="{FFB11A4E-D08C-0B07-5411-F04D1DA654F4}"/>
          </ac:spMkLst>
        </pc:spChg>
        <pc:spChg chg="del mod">
          <ac:chgData name="Bharath Kumar K" userId="d03e86e5-b5aa-4a30-b522-c999220ea0d0" providerId="ADAL" clId="{B25BC8AB-A36C-4165-B6E2-9F6F5946F325}" dt="2025-11-24T16:52:10.808" v="395" actId="26606"/>
          <ac:spMkLst>
            <pc:docMk/>
            <pc:sldMk cId="1725315894" sldId="265"/>
            <ac:spMk id="4" creationId="{B2549269-F473-3D2B-F8D4-16F15226AEE6}"/>
          </ac:spMkLst>
        </pc:spChg>
        <pc:spChg chg="del">
          <ac:chgData name="Bharath Kumar K" userId="d03e86e5-b5aa-4a30-b522-c999220ea0d0" providerId="ADAL" clId="{B25BC8AB-A36C-4165-B6E2-9F6F5946F325}" dt="2025-11-24T16:51:53.057" v="394" actId="21"/>
          <ac:spMkLst>
            <pc:docMk/>
            <pc:sldMk cId="1725315894" sldId="265"/>
            <ac:spMk id="5" creationId="{82F00EF3-3373-5B11-3A5D-92FC9E4CDEF3}"/>
          </ac:spMkLst>
        </pc:spChg>
        <pc:spChg chg="mod">
          <ac:chgData name="Bharath Kumar K" userId="d03e86e5-b5aa-4a30-b522-c999220ea0d0" providerId="ADAL" clId="{B25BC8AB-A36C-4165-B6E2-9F6F5946F325}" dt="2025-11-24T16:53:19.182" v="404" actId="1076"/>
          <ac:spMkLst>
            <pc:docMk/>
            <pc:sldMk cId="1725315894" sldId="265"/>
            <ac:spMk id="6" creationId="{5C89C0B4-A57F-6209-C6AD-24C3365077F5}"/>
          </ac:spMkLst>
        </pc:spChg>
        <pc:spChg chg="add del mod">
          <ac:chgData name="Bharath Kumar K" userId="d03e86e5-b5aa-4a30-b522-c999220ea0d0" providerId="ADAL" clId="{B25BC8AB-A36C-4165-B6E2-9F6F5946F325}" dt="2025-11-24T16:52:50.353" v="399" actId="26606"/>
          <ac:spMkLst>
            <pc:docMk/>
            <pc:sldMk cId="1725315894" sldId="265"/>
            <ac:spMk id="12" creationId="{62624514-019C-D3E2-5526-1279E4DC79D8}"/>
          </ac:spMkLst>
        </pc:spChg>
        <pc:spChg chg="add del mod">
          <ac:chgData name="Bharath Kumar K" userId="d03e86e5-b5aa-4a30-b522-c999220ea0d0" providerId="ADAL" clId="{B25BC8AB-A36C-4165-B6E2-9F6F5946F325}" dt="2025-11-24T16:52:23.031" v="396" actId="21"/>
          <ac:spMkLst>
            <pc:docMk/>
            <pc:sldMk cId="1725315894" sldId="265"/>
            <ac:spMk id="14" creationId="{FF7CA05A-E71E-6A80-E931-E9F70A16CDD0}"/>
          </ac:spMkLst>
        </pc:spChg>
        <pc:spChg chg="add del mod">
          <ac:chgData name="Bharath Kumar K" userId="d03e86e5-b5aa-4a30-b522-c999220ea0d0" providerId="ADAL" clId="{B25BC8AB-A36C-4165-B6E2-9F6F5946F325}" dt="2025-11-24T16:53:25.464" v="405" actId="21"/>
          <ac:spMkLst>
            <pc:docMk/>
            <pc:sldMk cId="1725315894" sldId="265"/>
            <ac:spMk id="17" creationId="{BA031DA1-63E4-91CA-64E6-9B46CCD8EF59}"/>
          </ac:spMkLst>
        </pc:spChg>
        <pc:spChg chg="add del mod">
          <ac:chgData name="Bharath Kumar K" userId="d03e86e5-b5aa-4a30-b522-c999220ea0d0" providerId="ADAL" clId="{B25BC8AB-A36C-4165-B6E2-9F6F5946F325}" dt="2025-11-24T16:53:01.514" v="401" actId="21"/>
          <ac:spMkLst>
            <pc:docMk/>
            <pc:sldMk cId="1725315894" sldId="265"/>
            <ac:spMk id="19" creationId="{8B64F646-2DBC-9320-8CED-86887F51996F}"/>
          </ac:spMkLst>
        </pc:spChg>
        <pc:graphicFrameChg chg="add mod modGraphic">
          <ac:chgData name="Bharath Kumar K" userId="d03e86e5-b5aa-4a30-b522-c999220ea0d0" providerId="ADAL" clId="{B25BC8AB-A36C-4165-B6E2-9F6F5946F325}" dt="2025-11-24T16:54:19.444" v="442" actId="113"/>
          <ac:graphicFrameMkLst>
            <pc:docMk/>
            <pc:sldMk cId="1725315894" sldId="265"/>
            <ac:graphicFrameMk id="8" creationId="{B2712E4A-A2F4-5AAA-DBA8-14B96E33E7D8}"/>
          </ac:graphicFrameMkLst>
        </pc:graphicFrameChg>
      </pc:sldChg>
      <pc:sldChg chg="delSp modSp new mod">
        <pc:chgData name="Bharath Kumar K" userId="d03e86e5-b5aa-4a30-b522-c999220ea0d0" providerId="ADAL" clId="{B25BC8AB-A36C-4165-B6E2-9F6F5946F325}" dt="2025-11-24T16:56:20.671" v="469" actId="21"/>
        <pc:sldMkLst>
          <pc:docMk/>
          <pc:sldMk cId="1243569223" sldId="266"/>
        </pc:sldMkLst>
        <pc:spChg chg="del">
          <ac:chgData name="Bharath Kumar K" userId="d03e86e5-b5aa-4a30-b522-c999220ea0d0" providerId="ADAL" clId="{B25BC8AB-A36C-4165-B6E2-9F6F5946F325}" dt="2025-11-24T16:56:20.671" v="469" actId="21"/>
          <ac:spMkLst>
            <pc:docMk/>
            <pc:sldMk cId="1243569223" sldId="266"/>
            <ac:spMk id="3" creationId="{CACB4409-2F31-C4A0-313B-BB37FCEF8BB0}"/>
          </ac:spMkLst>
        </pc:spChg>
        <pc:spChg chg="mod">
          <ac:chgData name="Bharath Kumar K" userId="d03e86e5-b5aa-4a30-b522-c999220ea0d0" providerId="ADAL" clId="{B25BC8AB-A36C-4165-B6E2-9F6F5946F325}" dt="2025-11-24T16:56:14.221" v="468" actId="113"/>
          <ac:spMkLst>
            <pc:docMk/>
            <pc:sldMk cId="1243569223" sldId="266"/>
            <ac:spMk id="4" creationId="{724ED807-F4F5-D2A3-5E7B-AC994CF50C08}"/>
          </ac:spMkLst>
        </pc:spChg>
      </pc:sldChg>
    </pc:docChg>
  </pc:docChgLst>
  <pc:docChgLst>
    <pc:chgData name="Logeshwaran P" userId="S::logeshwaran.p@nielseniq.com::c518de31-6fe8-49e8-adc5-3b81bbfff32f" providerId="AD" clId="Web-{3992974E-F2EB-CEC7-0D79-85A3D4B09A35}"/>
    <pc:docChg chg="modSld">
      <pc:chgData name="Logeshwaran P" userId="S::logeshwaran.p@nielseniq.com::c518de31-6fe8-49e8-adc5-3b81bbfff32f" providerId="AD" clId="Web-{3992974E-F2EB-CEC7-0D79-85A3D4B09A35}" dt="2025-11-25T05:37:00.395" v="2" actId="20577"/>
      <pc:docMkLst>
        <pc:docMk/>
      </pc:docMkLst>
      <pc:sldChg chg="modSp">
        <pc:chgData name="Logeshwaran P" userId="S::logeshwaran.p@nielseniq.com::c518de31-6fe8-49e8-adc5-3b81bbfff32f" providerId="AD" clId="Web-{3992974E-F2EB-CEC7-0D79-85A3D4B09A35}" dt="2025-11-25T05:37:00.395" v="2" actId="20577"/>
        <pc:sldMkLst>
          <pc:docMk/>
          <pc:sldMk cId="2658769424" sldId="260"/>
        </pc:sldMkLst>
        <pc:spChg chg="mod">
          <ac:chgData name="Logeshwaran P" userId="S::logeshwaran.p@nielseniq.com::c518de31-6fe8-49e8-adc5-3b81bbfff32f" providerId="AD" clId="Web-{3992974E-F2EB-CEC7-0D79-85A3D4B09A35}" dt="2025-11-25T05:37:00.395" v="2" actId="20577"/>
          <ac:spMkLst>
            <pc:docMk/>
            <pc:sldMk cId="2658769424" sldId="260"/>
            <ac:spMk id="6" creationId="{C30D55A7-CC4A-E430-4BC8-5D7951D2A77A}"/>
          </ac:spMkLst>
        </pc:spChg>
      </pc:sldChg>
    </pc:docChg>
  </pc:docChgLst>
  <pc:docChgLst>
    <pc:chgData name="Logeshwaran P" userId="c518de31-6fe8-49e8-adc5-3b81bbfff32f" providerId="ADAL" clId="{5589B342-EFC1-4933-A8AC-AC230731CF74}"/>
    <pc:docChg chg="undo redo custSel addSld delSld modSld sldOrd">
      <pc:chgData name="Logeshwaran P" userId="c518de31-6fe8-49e8-adc5-3b81bbfff32f" providerId="ADAL" clId="{5589B342-EFC1-4933-A8AC-AC230731CF74}" dt="2025-11-24T17:33:27.682" v="897" actId="255"/>
      <pc:docMkLst>
        <pc:docMk/>
      </pc:docMkLst>
      <pc:sldChg chg="modSp mod">
        <pc:chgData name="Logeshwaran P" userId="c518de31-6fe8-49e8-adc5-3b81bbfff32f" providerId="ADAL" clId="{5589B342-EFC1-4933-A8AC-AC230731CF74}" dt="2025-11-24T17:33:27.682" v="897" actId="255"/>
        <pc:sldMkLst>
          <pc:docMk/>
          <pc:sldMk cId="1022464584" sldId="256"/>
        </pc:sldMkLst>
        <pc:spChg chg="mod">
          <ac:chgData name="Logeshwaran P" userId="c518de31-6fe8-49e8-adc5-3b81bbfff32f" providerId="ADAL" clId="{5589B342-EFC1-4933-A8AC-AC230731CF74}" dt="2025-11-24T17:33:03.621" v="895" actId="14100"/>
          <ac:spMkLst>
            <pc:docMk/>
            <pc:sldMk cId="1022464584" sldId="256"/>
            <ac:spMk id="6" creationId="{E89D8BEE-32EF-153C-B224-E030BAE375AA}"/>
          </ac:spMkLst>
        </pc:spChg>
        <pc:spChg chg="mod">
          <ac:chgData name="Logeshwaran P" userId="c518de31-6fe8-49e8-adc5-3b81bbfff32f" providerId="ADAL" clId="{5589B342-EFC1-4933-A8AC-AC230731CF74}" dt="2025-11-24T17:33:06.535" v="896" actId="14100"/>
          <ac:spMkLst>
            <pc:docMk/>
            <pc:sldMk cId="1022464584" sldId="256"/>
            <ac:spMk id="7" creationId="{0CE05B04-2900-1121-53EA-2696E1C784EE}"/>
          </ac:spMkLst>
        </pc:spChg>
        <pc:spChg chg="mod">
          <ac:chgData name="Logeshwaran P" userId="c518de31-6fe8-49e8-adc5-3b81bbfff32f" providerId="ADAL" clId="{5589B342-EFC1-4933-A8AC-AC230731CF74}" dt="2025-11-24T17:32:57.422" v="894" actId="20577"/>
          <ac:spMkLst>
            <pc:docMk/>
            <pc:sldMk cId="1022464584" sldId="256"/>
            <ac:spMk id="8" creationId="{71A31244-39CD-FA3A-4069-F203EAA69852}"/>
          </ac:spMkLst>
        </pc:spChg>
        <pc:spChg chg="mod">
          <ac:chgData name="Logeshwaran P" userId="c518de31-6fe8-49e8-adc5-3b81bbfff32f" providerId="ADAL" clId="{5589B342-EFC1-4933-A8AC-AC230731CF74}" dt="2025-11-24T17:33:27.682" v="897" actId="255"/>
          <ac:spMkLst>
            <pc:docMk/>
            <pc:sldMk cId="1022464584" sldId="256"/>
            <ac:spMk id="9" creationId="{A13B2873-8DF5-6320-F100-5F92BF7BD09B}"/>
          </ac:spMkLst>
        </pc:spChg>
        <pc:picChg chg="mod">
          <ac:chgData name="Logeshwaran P" userId="c518de31-6fe8-49e8-adc5-3b81bbfff32f" providerId="ADAL" clId="{5589B342-EFC1-4933-A8AC-AC230731CF74}" dt="2025-11-24T17:21:51.865" v="852" actId="26606"/>
          <ac:picMkLst>
            <pc:docMk/>
            <pc:sldMk cId="1022464584" sldId="256"/>
            <ac:picMk id="22" creationId="{2411D2D2-6CB1-82AB-B5C2-0231EE28FC60}"/>
          </ac:picMkLst>
        </pc:picChg>
      </pc:sldChg>
      <pc:sldChg chg="addSp delSp modSp mod ord modClrScheme chgLayout">
        <pc:chgData name="Logeshwaran P" userId="c518de31-6fe8-49e8-adc5-3b81bbfff32f" providerId="ADAL" clId="{5589B342-EFC1-4933-A8AC-AC230731CF74}" dt="2025-11-24T17:22:50.447" v="870" actId="478"/>
        <pc:sldMkLst>
          <pc:docMk/>
          <pc:sldMk cId="1491769984" sldId="259"/>
        </pc:sldMkLst>
        <pc:spChg chg="mod">
          <ac:chgData name="Logeshwaran P" userId="c518de31-6fe8-49e8-adc5-3b81bbfff32f" providerId="ADAL" clId="{5589B342-EFC1-4933-A8AC-AC230731CF74}" dt="2025-11-24T17:17:35.821" v="822" actId="26606"/>
          <ac:spMkLst>
            <pc:docMk/>
            <pc:sldMk cId="1491769984" sldId="259"/>
            <ac:spMk id="2" creationId="{0E99DCE2-03BC-42D5-A1F2-AAD26C804DB6}"/>
          </ac:spMkLst>
        </pc:spChg>
        <pc:spChg chg="mod ord">
          <ac:chgData name="Logeshwaran P" userId="c518de31-6fe8-49e8-adc5-3b81bbfff32f" providerId="ADAL" clId="{5589B342-EFC1-4933-A8AC-AC230731CF74}" dt="2025-11-24T17:17:35.821" v="822" actId="26606"/>
          <ac:spMkLst>
            <pc:docMk/>
            <pc:sldMk cId="1491769984" sldId="259"/>
            <ac:spMk id="5" creationId="{B5273F62-CAC4-8CC6-2C80-32CFBC204204}"/>
          </ac:spMkLst>
        </pc:spChg>
        <pc:spChg chg="mod">
          <ac:chgData name="Logeshwaran P" userId="c518de31-6fe8-49e8-adc5-3b81bbfff32f" providerId="ADAL" clId="{5589B342-EFC1-4933-A8AC-AC230731CF74}" dt="2025-11-24T17:17:35.821" v="822" actId="26606"/>
          <ac:spMkLst>
            <pc:docMk/>
            <pc:sldMk cId="1491769984" sldId="259"/>
            <ac:spMk id="6" creationId="{9B4C5B4C-9E41-3329-1E37-31B27AA6343A}"/>
          </ac:spMkLst>
        </pc:spChg>
        <pc:spChg chg="add del mod">
          <ac:chgData name="Logeshwaran P" userId="c518de31-6fe8-49e8-adc5-3b81bbfff32f" providerId="ADAL" clId="{5589B342-EFC1-4933-A8AC-AC230731CF74}" dt="2025-11-24T17:18:02.016" v="823" actId="26606"/>
          <ac:spMkLst>
            <pc:docMk/>
            <pc:sldMk cId="1491769984" sldId="259"/>
            <ac:spMk id="21" creationId="{C7D0825E-2340-9ACD-FD86-55DFC4D1CD13}"/>
          </ac:spMkLst>
        </pc:spChg>
        <pc:spChg chg="add del">
          <ac:chgData name="Logeshwaran P" userId="c518de31-6fe8-49e8-adc5-3b81bbfff32f" providerId="ADAL" clId="{5589B342-EFC1-4933-A8AC-AC230731CF74}" dt="2025-11-24T17:22:50.447" v="870" actId="478"/>
          <ac:spMkLst>
            <pc:docMk/>
            <pc:sldMk cId="1491769984" sldId="259"/>
            <ac:spMk id="26" creationId="{E3688DF6-6CB9-CA68-8C08-9A54189F12E5}"/>
          </ac:spMkLst>
        </pc:spChg>
        <pc:graphicFrameChg chg="add mod modGraphic">
          <ac:chgData name="Logeshwaran P" userId="c518de31-6fe8-49e8-adc5-3b81bbfff32f" providerId="ADAL" clId="{5589B342-EFC1-4933-A8AC-AC230731CF74}" dt="2025-11-24T17:18:02.016" v="823" actId="26606"/>
          <ac:graphicFrameMkLst>
            <pc:docMk/>
            <pc:sldMk cId="1491769984" sldId="259"/>
            <ac:graphicFrameMk id="16" creationId="{1AD3BE7A-EE5A-DF17-A2CA-839973C2EFB1}"/>
          </ac:graphicFrameMkLst>
        </pc:graphicFrameChg>
      </pc:sldChg>
      <pc:sldChg chg="addSp delSp modSp mod ord modClrScheme chgLayout">
        <pc:chgData name="Logeshwaran P" userId="c518de31-6fe8-49e8-adc5-3b81bbfff32f" providerId="ADAL" clId="{5589B342-EFC1-4933-A8AC-AC230731CF74}" dt="2025-11-24T17:26:52.113" v="886" actId="6549"/>
        <pc:sldMkLst>
          <pc:docMk/>
          <pc:sldMk cId="2658769424" sldId="260"/>
        </pc:sldMkLst>
        <pc:spChg chg="mod">
          <ac:chgData name="Logeshwaran P" userId="c518de31-6fe8-49e8-adc5-3b81bbfff32f" providerId="ADAL" clId="{5589B342-EFC1-4933-A8AC-AC230731CF74}" dt="2025-11-24T16:16:21.629" v="807" actId="26606"/>
          <ac:spMkLst>
            <pc:docMk/>
            <pc:sldMk cId="2658769424" sldId="260"/>
            <ac:spMk id="2" creationId="{DDDBFC87-7EFF-2456-3C0C-9F6B7AE8AC08}"/>
          </ac:spMkLst>
        </pc:spChg>
        <pc:spChg chg="mod">
          <ac:chgData name="Logeshwaran P" userId="c518de31-6fe8-49e8-adc5-3b81bbfff32f" providerId="ADAL" clId="{5589B342-EFC1-4933-A8AC-AC230731CF74}" dt="2025-11-24T17:26:52.113" v="886" actId="6549"/>
          <ac:spMkLst>
            <pc:docMk/>
            <pc:sldMk cId="2658769424" sldId="260"/>
            <ac:spMk id="6" creationId="{C30D55A7-CC4A-E430-4BC8-5D7951D2A77A}"/>
          </ac:spMkLst>
        </pc:spChg>
        <pc:spChg chg="add del mod">
          <ac:chgData name="Logeshwaran P" userId="c518de31-6fe8-49e8-adc5-3b81bbfff32f" providerId="ADAL" clId="{5589B342-EFC1-4933-A8AC-AC230731CF74}" dt="2025-11-24T16:16:27.038" v="808" actId="478"/>
          <ac:spMkLst>
            <pc:docMk/>
            <pc:sldMk cId="2658769424" sldId="260"/>
            <ac:spMk id="13" creationId="{8AD2C12B-98F2-DD04-CD51-60FEFA8216FC}"/>
          </ac:spMkLst>
        </pc:spChg>
        <pc:spChg chg="add del mod">
          <ac:chgData name="Logeshwaran P" userId="c518de31-6fe8-49e8-adc5-3b81bbfff32f" providerId="ADAL" clId="{5589B342-EFC1-4933-A8AC-AC230731CF74}" dt="2025-11-24T16:16:32.646" v="809" actId="478"/>
          <ac:spMkLst>
            <pc:docMk/>
            <pc:sldMk cId="2658769424" sldId="260"/>
            <ac:spMk id="15" creationId="{14BAB24F-CD3B-E6A9-C276-9F4934C6D587}"/>
          </ac:spMkLst>
        </pc:spChg>
        <pc:graphicFrameChg chg="mod modGraphic">
          <ac:chgData name="Logeshwaran P" userId="c518de31-6fe8-49e8-adc5-3b81bbfff32f" providerId="ADAL" clId="{5589B342-EFC1-4933-A8AC-AC230731CF74}" dt="2025-11-24T16:16:21.629" v="807" actId="26606"/>
          <ac:graphicFrameMkLst>
            <pc:docMk/>
            <pc:sldMk cId="2658769424" sldId="260"/>
            <ac:graphicFrameMk id="8" creationId="{A09C30C6-7583-885E-7395-E1A561B99F3F}"/>
          </ac:graphicFrameMkLst>
        </pc:graphicFrameChg>
      </pc:sldChg>
      <pc:sldChg chg="addSp delSp modSp new mod modClrScheme chgLayout">
        <pc:chgData name="Logeshwaran P" userId="c518de31-6fe8-49e8-adc5-3b81bbfff32f" providerId="ADAL" clId="{5589B342-EFC1-4933-A8AC-AC230731CF74}" dt="2025-11-24T17:27:49.261" v="887" actId="478"/>
        <pc:sldMkLst>
          <pc:docMk/>
          <pc:sldMk cId="3874284469" sldId="261"/>
        </pc:sldMkLst>
        <pc:spChg chg="mod">
          <ac:chgData name="Logeshwaran P" userId="c518de31-6fe8-49e8-adc5-3b81bbfff32f" providerId="ADAL" clId="{5589B342-EFC1-4933-A8AC-AC230731CF74}" dt="2025-11-24T17:18:48.474" v="828" actId="26606"/>
          <ac:spMkLst>
            <pc:docMk/>
            <pc:sldMk cId="3874284469" sldId="261"/>
            <ac:spMk id="2" creationId="{E6C1243A-C74F-6302-E4A0-A69925586CD6}"/>
          </ac:spMkLst>
        </pc:spChg>
        <pc:spChg chg="add del mod">
          <ac:chgData name="Logeshwaran P" userId="c518de31-6fe8-49e8-adc5-3b81bbfff32f" providerId="ADAL" clId="{5589B342-EFC1-4933-A8AC-AC230731CF74}" dt="2025-11-24T17:18:54.004" v="832" actId="26606"/>
          <ac:spMkLst>
            <pc:docMk/>
            <pc:sldMk cId="3874284469" sldId="261"/>
            <ac:spMk id="6" creationId="{0AD9C0B6-44FF-F00E-5285-F3E572A9BD3A}"/>
          </ac:spMkLst>
        </pc:spChg>
        <pc:spChg chg="add del">
          <ac:chgData name="Logeshwaran P" userId="c518de31-6fe8-49e8-adc5-3b81bbfff32f" providerId="ADAL" clId="{5589B342-EFC1-4933-A8AC-AC230731CF74}" dt="2025-11-24T17:27:49.261" v="887" actId="478"/>
          <ac:spMkLst>
            <pc:docMk/>
            <pc:sldMk cId="3874284469" sldId="261"/>
            <ac:spMk id="43" creationId="{D03FD4CA-E0BB-D25C-E053-B050E9C762FA}"/>
          </ac:spMkLst>
        </pc:spChg>
        <pc:spChg chg="add del">
          <ac:chgData name="Logeshwaran P" userId="c518de31-6fe8-49e8-adc5-3b81bbfff32f" providerId="ADAL" clId="{5589B342-EFC1-4933-A8AC-AC230731CF74}" dt="2025-11-24T17:19:24.602" v="836" actId="478"/>
          <ac:spMkLst>
            <pc:docMk/>
            <pc:sldMk cId="3874284469" sldId="261"/>
            <ac:spMk id="45" creationId="{B0FE2306-B92E-7B3F-6B9A-E45C5BA32EA0}"/>
          </ac:spMkLst>
        </pc:spChg>
        <pc:spChg chg="add del">
          <ac:chgData name="Logeshwaran P" userId="c518de31-6fe8-49e8-adc5-3b81bbfff32f" providerId="ADAL" clId="{5589B342-EFC1-4933-A8AC-AC230731CF74}" dt="2025-11-24T17:18:45.737" v="826" actId="26606"/>
          <ac:spMkLst>
            <pc:docMk/>
            <pc:sldMk cId="3874284469" sldId="261"/>
            <ac:spMk id="50" creationId="{1CBF28E0-25F9-4F2D-7A3A-5146C15AAEA4}"/>
          </ac:spMkLst>
        </pc:spChg>
        <pc:spChg chg="add del">
          <ac:chgData name="Logeshwaran P" userId="c518de31-6fe8-49e8-adc5-3b81bbfff32f" providerId="ADAL" clId="{5589B342-EFC1-4933-A8AC-AC230731CF74}" dt="2025-11-24T17:18:45.737" v="826" actId="26606"/>
          <ac:spMkLst>
            <pc:docMk/>
            <pc:sldMk cId="3874284469" sldId="261"/>
            <ac:spMk id="52" creationId="{2C797D65-0025-6A03-15A7-823F84591E9E}"/>
          </ac:spMkLst>
        </pc:spChg>
        <pc:spChg chg="add del mod">
          <ac:chgData name="Logeshwaran P" userId="c518de31-6fe8-49e8-adc5-3b81bbfff32f" providerId="ADAL" clId="{5589B342-EFC1-4933-A8AC-AC230731CF74}" dt="2025-11-24T17:18:48.474" v="828" actId="26606"/>
          <ac:spMkLst>
            <pc:docMk/>
            <pc:sldMk cId="3874284469" sldId="261"/>
            <ac:spMk id="54" creationId="{4760577E-24D4-8565-F799-B4397896385C}"/>
          </ac:spMkLst>
        </pc:spChg>
        <pc:spChg chg="add del mod">
          <ac:chgData name="Logeshwaran P" userId="c518de31-6fe8-49e8-adc5-3b81bbfff32f" providerId="ADAL" clId="{5589B342-EFC1-4933-A8AC-AC230731CF74}" dt="2025-11-24T17:18:48.474" v="828" actId="26606"/>
          <ac:spMkLst>
            <pc:docMk/>
            <pc:sldMk cId="3874284469" sldId="261"/>
            <ac:spMk id="55" creationId="{7293993E-560F-B788-F2AF-BA65E70BA8CF}"/>
          </ac:spMkLst>
        </pc:spChg>
        <pc:graphicFrameChg chg="mod modGraphic">
          <ac:chgData name="Logeshwaran P" userId="c518de31-6fe8-49e8-adc5-3b81bbfff32f" providerId="ADAL" clId="{5589B342-EFC1-4933-A8AC-AC230731CF74}" dt="2025-11-24T17:19:22.319" v="835" actId="255"/>
          <ac:graphicFrameMkLst>
            <pc:docMk/>
            <pc:sldMk cId="3874284469" sldId="261"/>
            <ac:graphicFrameMk id="38" creationId="{99396149-3828-8C92-AF03-43D7347A4BB4}"/>
          </ac:graphicFrameMkLst>
        </pc:graphicFrameChg>
      </pc:sldChg>
      <pc:sldChg chg="addSp delSp modSp new add del mod modClrScheme chgLayout">
        <pc:chgData name="Logeshwaran P" userId="c518de31-6fe8-49e8-adc5-3b81bbfff32f" providerId="ADAL" clId="{5589B342-EFC1-4933-A8AC-AC230731CF74}" dt="2025-11-21T11:52:11.729" v="786" actId="1076"/>
        <pc:sldMkLst>
          <pc:docMk/>
          <pc:sldMk cId="4290478818" sldId="262"/>
        </pc:sldMkLst>
        <pc:spChg chg="add mod">
          <ac:chgData name="Logeshwaran P" userId="c518de31-6fe8-49e8-adc5-3b81bbfff32f" providerId="ADAL" clId="{5589B342-EFC1-4933-A8AC-AC230731CF74}" dt="2025-11-21T11:52:11.729" v="786" actId="1076"/>
          <ac:spMkLst>
            <pc:docMk/>
            <pc:sldMk cId="4290478818" sldId="262"/>
            <ac:spMk id="7" creationId="{4D114CDC-F8E7-25C5-0117-4A2268F42A8A}"/>
          </ac:spMkLst>
        </pc:spChg>
      </pc:sldChg>
      <pc:sldChg chg="modSp mod">
        <pc:chgData name="Logeshwaran P" userId="c518de31-6fe8-49e8-adc5-3b81bbfff32f" providerId="ADAL" clId="{5589B342-EFC1-4933-A8AC-AC230731CF74}" dt="2025-11-24T17:23:23.698" v="880" actId="20577"/>
        <pc:sldMkLst>
          <pc:docMk/>
          <pc:sldMk cId="3973395987" sldId="264"/>
        </pc:sldMkLst>
        <pc:spChg chg="mod">
          <ac:chgData name="Logeshwaran P" userId="c518de31-6fe8-49e8-adc5-3b81bbfff32f" providerId="ADAL" clId="{5589B342-EFC1-4933-A8AC-AC230731CF74}" dt="2025-11-24T17:23:23.698" v="880" actId="20577"/>
          <ac:spMkLst>
            <pc:docMk/>
            <pc:sldMk cId="3973395987" sldId="264"/>
            <ac:spMk id="22" creationId="{7432B5DB-515E-99E8-A0D5-F51932634526}"/>
          </ac:spMkLst>
        </pc:spChg>
      </pc:sldChg>
      <pc:sldChg chg="modSp mod">
        <pc:chgData name="Logeshwaran P" userId="c518de31-6fe8-49e8-adc5-3b81bbfff32f" providerId="ADAL" clId="{5589B342-EFC1-4933-A8AC-AC230731CF74}" dt="2025-11-24T17:31:24.257" v="889" actId="255"/>
        <pc:sldMkLst>
          <pc:docMk/>
          <pc:sldMk cId="1725315894" sldId="265"/>
        </pc:sldMkLst>
        <pc:spChg chg="mod">
          <ac:chgData name="Logeshwaran P" userId="c518de31-6fe8-49e8-adc5-3b81bbfff32f" providerId="ADAL" clId="{5589B342-EFC1-4933-A8AC-AC230731CF74}" dt="2025-11-24T17:31:24.257" v="889" actId="255"/>
          <ac:spMkLst>
            <pc:docMk/>
            <pc:sldMk cId="1725315894" sldId="265"/>
            <ac:spMk id="6" creationId="{5C89C0B4-A57F-6209-C6AD-24C3365077F5}"/>
          </ac:spMkLst>
        </pc:spChg>
        <pc:graphicFrameChg chg="mod modGraphic">
          <ac:chgData name="Logeshwaran P" userId="c518de31-6fe8-49e8-adc5-3b81bbfff32f" providerId="ADAL" clId="{5589B342-EFC1-4933-A8AC-AC230731CF74}" dt="2025-11-24T17:31:14.565" v="888" actId="255"/>
          <ac:graphicFrameMkLst>
            <pc:docMk/>
            <pc:sldMk cId="1725315894" sldId="265"/>
            <ac:graphicFrameMk id="8" creationId="{B2712E4A-A2F4-5AAA-DBA8-14B96E33E7D8}"/>
          </ac:graphicFrameMkLst>
        </pc:graphicFrameChg>
      </pc:sldChg>
      <pc:sldChg chg="addSp delSp modSp mod modClrScheme chgLayout">
        <pc:chgData name="Logeshwaran P" userId="c518de31-6fe8-49e8-adc5-3b81bbfff32f" providerId="ADAL" clId="{5589B342-EFC1-4933-A8AC-AC230731CF74}" dt="2025-11-24T17:20:45.057" v="847" actId="1076"/>
        <pc:sldMkLst>
          <pc:docMk/>
          <pc:sldMk cId="1243569223" sldId="266"/>
        </pc:sldMkLst>
        <pc:spChg chg="del">
          <ac:chgData name="Logeshwaran P" userId="c518de31-6fe8-49e8-adc5-3b81bbfff32f" providerId="ADAL" clId="{5589B342-EFC1-4933-A8AC-AC230731CF74}" dt="2025-11-24T17:15:26.619" v="813" actId="26606"/>
          <ac:spMkLst>
            <pc:docMk/>
            <pc:sldMk cId="1243569223" sldId="266"/>
            <ac:spMk id="2" creationId="{8568A6CA-D854-A7F9-863B-717C8569F24C}"/>
          </ac:spMkLst>
        </pc:spChg>
        <pc:spChg chg="add del mod ord">
          <ac:chgData name="Logeshwaran P" userId="c518de31-6fe8-49e8-adc5-3b81bbfff32f" providerId="ADAL" clId="{5589B342-EFC1-4933-A8AC-AC230731CF74}" dt="2025-11-24T17:20:45.057" v="847" actId="1076"/>
          <ac:spMkLst>
            <pc:docMk/>
            <pc:sldMk cId="1243569223" sldId="266"/>
            <ac:spMk id="4" creationId="{724ED807-F4F5-D2A3-5E7B-AC994CF50C08}"/>
          </ac:spMkLst>
        </pc:spChg>
        <pc:spChg chg="mod ord modVis">
          <ac:chgData name="Logeshwaran P" userId="c518de31-6fe8-49e8-adc5-3b81bbfff32f" providerId="ADAL" clId="{5589B342-EFC1-4933-A8AC-AC230731CF74}" dt="2025-11-24T17:16:09.933" v="820" actId="26606"/>
          <ac:spMkLst>
            <pc:docMk/>
            <pc:sldMk cId="1243569223" sldId="266"/>
            <ac:spMk id="5" creationId="{5455BEE7-4594-D5FB-D33E-F21D3AFA1B21}"/>
          </ac:spMkLst>
        </pc:spChg>
        <pc:spChg chg="add del mod">
          <ac:chgData name="Logeshwaran P" userId="c518de31-6fe8-49e8-adc5-3b81bbfff32f" providerId="ADAL" clId="{5589B342-EFC1-4933-A8AC-AC230731CF74}" dt="2025-11-24T17:20:10.596" v="840" actId="478"/>
          <ac:spMkLst>
            <pc:docMk/>
            <pc:sldMk cId="1243569223" sldId="266"/>
            <ac:spMk id="6" creationId="{CB4DB9D7-51E5-CEAE-6C75-E341A13C051A}"/>
          </ac:spMkLst>
        </pc:spChg>
        <pc:spChg chg="add del mod">
          <ac:chgData name="Logeshwaran P" userId="c518de31-6fe8-49e8-adc5-3b81bbfff32f" providerId="ADAL" clId="{5589B342-EFC1-4933-A8AC-AC230731CF74}" dt="2025-11-24T17:15:57.764" v="818" actId="26606"/>
          <ac:spMkLst>
            <pc:docMk/>
            <pc:sldMk cId="1243569223" sldId="266"/>
            <ac:spMk id="7" creationId="{2ECEF151-1832-0577-0A69-41657749F6D1}"/>
          </ac:spMkLst>
        </pc:spChg>
        <pc:spChg chg="add del mod">
          <ac:chgData name="Logeshwaran P" userId="c518de31-6fe8-49e8-adc5-3b81bbfff32f" providerId="ADAL" clId="{5589B342-EFC1-4933-A8AC-AC230731CF74}" dt="2025-11-24T17:15:32.899" v="814" actId="478"/>
          <ac:spMkLst>
            <pc:docMk/>
            <pc:sldMk cId="1243569223" sldId="266"/>
            <ac:spMk id="10" creationId="{1636557F-A875-F805-A869-280B96F8E33A}"/>
          </ac:spMkLst>
        </pc:spChg>
        <pc:spChg chg="add del mod">
          <ac:chgData name="Logeshwaran P" userId="c518de31-6fe8-49e8-adc5-3b81bbfff32f" providerId="ADAL" clId="{5589B342-EFC1-4933-A8AC-AC230731CF74}" dt="2025-11-24T17:15:57.764" v="818" actId="26606"/>
          <ac:spMkLst>
            <pc:docMk/>
            <pc:sldMk cId="1243569223" sldId="266"/>
            <ac:spMk id="12" creationId="{ABC29F5A-A34C-0E69-64E1-52CA8871FEBB}"/>
          </ac:spMkLst>
        </pc:spChg>
        <pc:spChg chg="add del mod">
          <ac:chgData name="Logeshwaran P" userId="c518de31-6fe8-49e8-adc5-3b81bbfff32f" providerId="ADAL" clId="{5589B342-EFC1-4933-A8AC-AC230731CF74}" dt="2025-11-24T17:15:57.764" v="818" actId="26606"/>
          <ac:spMkLst>
            <pc:docMk/>
            <pc:sldMk cId="1243569223" sldId="266"/>
            <ac:spMk id="14" creationId="{FDD16DE4-6FBE-3173-4F0E-8B97726DFFE6}"/>
          </ac:spMkLst>
        </pc:spChg>
        <pc:spChg chg="add del mod">
          <ac:chgData name="Logeshwaran P" userId="c518de31-6fe8-49e8-adc5-3b81bbfff32f" providerId="ADAL" clId="{5589B342-EFC1-4933-A8AC-AC230731CF74}" dt="2025-11-24T17:16:09.933" v="820" actId="26606"/>
          <ac:spMkLst>
            <pc:docMk/>
            <pc:sldMk cId="1243569223" sldId="266"/>
            <ac:spMk id="16" creationId="{3AE7A0A6-2760-D1B0-B579-D007EDAF8BA7}"/>
          </ac:spMkLst>
        </pc:spChg>
        <pc:spChg chg="add del mod">
          <ac:chgData name="Logeshwaran P" userId="c518de31-6fe8-49e8-adc5-3b81bbfff32f" providerId="ADAL" clId="{5589B342-EFC1-4933-A8AC-AC230731CF74}" dt="2025-11-24T17:17:03.836" v="821" actId="26606"/>
          <ac:spMkLst>
            <pc:docMk/>
            <pc:sldMk cId="1243569223" sldId="266"/>
            <ac:spMk id="21" creationId="{27B247A5-B51D-CEDA-4B61-562A9D0FEC62}"/>
          </ac:spMkLst>
        </pc:spChg>
        <pc:spChg chg="add del mod">
          <ac:chgData name="Logeshwaran P" userId="c518de31-6fe8-49e8-adc5-3b81bbfff32f" providerId="ADAL" clId="{5589B342-EFC1-4933-A8AC-AC230731CF74}" dt="2025-11-24T17:17:03.836" v="821" actId="26606"/>
          <ac:spMkLst>
            <pc:docMk/>
            <pc:sldMk cId="1243569223" sldId="266"/>
            <ac:spMk id="23" creationId="{DC5A63D8-8742-A470-03C6-C85FE4C141F6}"/>
          </ac:spMkLst>
        </pc:spChg>
        <pc:spChg chg="add del mod">
          <ac:chgData name="Logeshwaran P" userId="c518de31-6fe8-49e8-adc5-3b81bbfff32f" providerId="ADAL" clId="{5589B342-EFC1-4933-A8AC-AC230731CF74}" dt="2025-11-24T17:17:03.836" v="821" actId="26606"/>
          <ac:spMkLst>
            <pc:docMk/>
            <pc:sldMk cId="1243569223" sldId="266"/>
            <ac:spMk id="25" creationId="{97068313-D82D-3FFB-77FB-59864D15AC99}"/>
          </ac:spMkLst>
        </pc:spChg>
        <pc:spChg chg="add del mod">
          <ac:chgData name="Logeshwaran P" userId="c518de31-6fe8-49e8-adc5-3b81bbfff32f" providerId="ADAL" clId="{5589B342-EFC1-4933-A8AC-AC230731CF74}" dt="2025-11-24T17:19:40.952" v="837" actId="26606"/>
          <ac:spMkLst>
            <pc:docMk/>
            <pc:sldMk cId="1243569223" sldId="266"/>
            <ac:spMk id="30" creationId="{15BF45A4-975C-2849-9A3A-A127743CF721}"/>
          </ac:spMkLst>
        </pc:spChg>
        <pc:spChg chg="add del mod">
          <ac:chgData name="Logeshwaran P" userId="c518de31-6fe8-49e8-adc5-3b81bbfff32f" providerId="ADAL" clId="{5589B342-EFC1-4933-A8AC-AC230731CF74}" dt="2025-11-24T17:19:40.952" v="837" actId="26606"/>
          <ac:spMkLst>
            <pc:docMk/>
            <pc:sldMk cId="1243569223" sldId="266"/>
            <ac:spMk id="32" creationId="{5AC4DD08-3585-A573-6914-511D29D73AF3}"/>
          </ac:spMkLst>
        </pc:spChg>
        <pc:spChg chg="add del mod">
          <ac:chgData name="Logeshwaran P" userId="c518de31-6fe8-49e8-adc5-3b81bbfff32f" providerId="ADAL" clId="{5589B342-EFC1-4933-A8AC-AC230731CF74}" dt="2025-11-24T17:19:40.952" v="837" actId="26606"/>
          <ac:spMkLst>
            <pc:docMk/>
            <pc:sldMk cId="1243569223" sldId="266"/>
            <ac:spMk id="34" creationId="{2B4D5271-993F-14EA-D026-9F1E764E5049}"/>
          </ac:spMkLst>
        </pc:spChg>
        <pc:spChg chg="add del mod">
          <ac:chgData name="Logeshwaran P" userId="c518de31-6fe8-49e8-adc5-3b81bbfff32f" providerId="ADAL" clId="{5589B342-EFC1-4933-A8AC-AC230731CF74}" dt="2025-11-24T17:19:54.815" v="838" actId="26606"/>
          <ac:spMkLst>
            <pc:docMk/>
            <pc:sldMk cId="1243569223" sldId="266"/>
            <ac:spMk id="39" creationId="{AA50E205-386B-73DB-176A-1D0E9F81D3FC}"/>
          </ac:spMkLst>
        </pc:spChg>
        <pc:spChg chg="add del mod">
          <ac:chgData name="Logeshwaran P" userId="c518de31-6fe8-49e8-adc5-3b81bbfff32f" providerId="ADAL" clId="{5589B342-EFC1-4933-A8AC-AC230731CF74}" dt="2025-11-24T17:19:54.815" v="838" actId="26606"/>
          <ac:spMkLst>
            <pc:docMk/>
            <pc:sldMk cId="1243569223" sldId="266"/>
            <ac:spMk id="41" creationId="{1DA51E16-DF87-4F5D-F44E-CA26A972CFF5}"/>
          </ac:spMkLst>
        </pc:spChg>
        <pc:spChg chg="add del mod">
          <ac:chgData name="Logeshwaran P" userId="c518de31-6fe8-49e8-adc5-3b81bbfff32f" providerId="ADAL" clId="{5589B342-EFC1-4933-A8AC-AC230731CF74}" dt="2025-11-24T17:19:54.815" v="838" actId="26606"/>
          <ac:spMkLst>
            <pc:docMk/>
            <pc:sldMk cId="1243569223" sldId="266"/>
            <ac:spMk id="43" creationId="{57424ACF-19FD-5A38-2377-AA96595F9D1C}"/>
          </ac:spMkLst>
        </pc:spChg>
        <pc:spChg chg="add del mod">
          <ac:chgData name="Logeshwaran P" userId="c518de31-6fe8-49e8-adc5-3b81bbfff32f" providerId="ADAL" clId="{5589B342-EFC1-4933-A8AC-AC230731CF74}" dt="2025-11-24T17:19:54.815" v="838" actId="26606"/>
          <ac:spMkLst>
            <pc:docMk/>
            <pc:sldMk cId="1243569223" sldId="266"/>
            <ac:spMk id="45" creationId="{CE787BAD-5DAB-21E4-7BC0-8F6DF0C2B076}"/>
          </ac:spMkLst>
        </pc:spChg>
        <pc:spChg chg="add del mod">
          <ac:chgData name="Logeshwaran P" userId="c518de31-6fe8-49e8-adc5-3b81bbfff32f" providerId="ADAL" clId="{5589B342-EFC1-4933-A8AC-AC230731CF74}" dt="2025-11-24T17:20:18.422" v="843" actId="478"/>
          <ac:spMkLst>
            <pc:docMk/>
            <pc:sldMk cId="1243569223" sldId="266"/>
            <ac:spMk id="50" creationId="{B6FF122E-6037-A7AE-230D-2562F5CA951A}"/>
          </ac:spMkLst>
        </pc:spChg>
        <pc:spChg chg="add del mod">
          <ac:chgData name="Logeshwaran P" userId="c518de31-6fe8-49e8-adc5-3b81bbfff32f" providerId="ADAL" clId="{5589B342-EFC1-4933-A8AC-AC230731CF74}" dt="2025-11-24T17:20:16.336" v="842" actId="478"/>
          <ac:spMkLst>
            <pc:docMk/>
            <pc:sldMk cId="1243569223" sldId="266"/>
            <ac:spMk id="52" creationId="{7A648E46-13CB-110D-5922-62F371225DEC}"/>
          </ac:spMkLst>
        </pc:spChg>
        <pc:spChg chg="add del mod">
          <ac:chgData name="Logeshwaran P" userId="c518de31-6fe8-49e8-adc5-3b81bbfff32f" providerId="ADAL" clId="{5589B342-EFC1-4933-A8AC-AC230731CF74}" dt="2025-11-24T17:20:14.229" v="841" actId="478"/>
          <ac:spMkLst>
            <pc:docMk/>
            <pc:sldMk cId="1243569223" sldId="266"/>
            <ac:spMk id="54" creationId="{5973EB64-1FB7-A751-9993-5CD0305B3F44}"/>
          </ac:spMkLst>
        </pc:spChg>
      </pc:sldChg>
    </pc:docChg>
  </pc:docChgLst>
  <pc:docChgLst>
    <pc:chgData name="Logeshwaran P" userId="S::logeshwaran.p@nielseniq.com::c518de31-6fe8-49e8-adc5-3b81bbfff32f" providerId="AD" clId="Web-{F9FF5C6F-5A53-1432-64D6-72C64B901D4E}"/>
    <pc:docChg chg="modSld">
      <pc:chgData name="Logeshwaran P" userId="S::logeshwaran.p@nielseniq.com::c518de31-6fe8-49e8-adc5-3b81bbfff32f" providerId="AD" clId="Web-{F9FF5C6F-5A53-1432-64D6-72C64B901D4E}" dt="2025-11-24T17:13:44.127" v="10" actId="20577"/>
      <pc:docMkLst>
        <pc:docMk/>
      </pc:docMkLst>
      <pc:sldChg chg="modSp">
        <pc:chgData name="Logeshwaran P" userId="S::logeshwaran.p@nielseniq.com::c518de31-6fe8-49e8-adc5-3b81bbfff32f" providerId="AD" clId="Web-{F9FF5C6F-5A53-1432-64D6-72C64B901D4E}" dt="2025-11-24T17:13:44.127" v="10" actId="20577"/>
        <pc:sldMkLst>
          <pc:docMk/>
          <pc:sldMk cId="3973395987" sldId="264"/>
        </pc:sldMkLst>
        <pc:spChg chg="mod">
          <ac:chgData name="Logeshwaran P" userId="S::logeshwaran.p@nielseniq.com::c518de31-6fe8-49e8-adc5-3b81bbfff32f" providerId="AD" clId="Web-{F9FF5C6F-5A53-1432-64D6-72C64B901D4E}" dt="2025-11-24T17:13:44.127" v="10" actId="20577"/>
          <ac:spMkLst>
            <pc:docMk/>
            <pc:sldMk cId="3973395987" sldId="264"/>
            <ac:spMk id="22" creationId="{7432B5DB-515E-99E8-A0D5-F51932634526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43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svg"/><Relationship Id="rId2" Type="http://schemas.openxmlformats.org/officeDocument/2006/relationships/image" Target="../media/image32.svg"/><Relationship Id="rId16" Type="http://schemas.openxmlformats.org/officeDocument/2006/relationships/image" Target="../media/image46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png"/><Relationship Id="rId14" Type="http://schemas.openxmlformats.org/officeDocument/2006/relationships/image" Target="../media/image4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51.png"/><Relationship Id="rId7" Type="http://schemas.openxmlformats.org/officeDocument/2006/relationships/image" Target="../media/image33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4" Type="http://schemas.openxmlformats.org/officeDocument/2006/relationships/image" Target="../media/image58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svg"/><Relationship Id="rId1" Type="http://schemas.openxmlformats.org/officeDocument/2006/relationships/image" Target="../media/image59.png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6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43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svg"/><Relationship Id="rId2" Type="http://schemas.openxmlformats.org/officeDocument/2006/relationships/image" Target="../media/image32.svg"/><Relationship Id="rId16" Type="http://schemas.openxmlformats.org/officeDocument/2006/relationships/image" Target="../media/image46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png"/><Relationship Id="rId14" Type="http://schemas.openxmlformats.org/officeDocument/2006/relationships/image" Target="../media/image4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51.png"/><Relationship Id="rId7" Type="http://schemas.openxmlformats.org/officeDocument/2006/relationships/image" Target="../media/image33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4" Type="http://schemas.openxmlformats.org/officeDocument/2006/relationships/image" Target="../media/image58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svg"/><Relationship Id="rId1" Type="http://schemas.openxmlformats.org/officeDocument/2006/relationships/image" Target="../media/image59.png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6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5FC779-78AD-494C-A320-3A55B927281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1417E57-6904-4C49-AE04-B4D70F5F928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>
              <a:solidFill>
                <a:schemeClr val="tx1">
                  <a:lumMod val="50000"/>
                </a:schemeClr>
              </a:solidFill>
            </a:rPr>
            <a:t>CHALLENGE  OVERVIEW</a:t>
          </a:r>
        </a:p>
      </dgm:t>
    </dgm:pt>
    <dgm:pt modelId="{79851E9D-54B0-4864-90E1-AAC5B5D10A80}" type="parTrans" cxnId="{258961E9-4651-49F8-A8DD-663DA3ACD61D}">
      <dgm:prSet/>
      <dgm:spPr/>
      <dgm:t>
        <a:bodyPr/>
        <a:lstStyle/>
        <a:p>
          <a:endParaRPr lang="en-US"/>
        </a:p>
      </dgm:t>
    </dgm:pt>
    <dgm:pt modelId="{4AEB8469-4F6E-4437-89B4-0A8E2C0B4119}" type="sibTrans" cxnId="{258961E9-4651-49F8-A8DD-663DA3ACD61D}">
      <dgm:prSet/>
      <dgm:spPr/>
      <dgm:t>
        <a:bodyPr/>
        <a:lstStyle/>
        <a:p>
          <a:endParaRPr lang="en-US"/>
        </a:p>
      </dgm:t>
    </dgm:pt>
    <dgm:pt modelId="{86D76683-E677-419E-B94F-8C8BA8615C5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>
              <a:solidFill>
                <a:schemeClr val="tx1">
                  <a:lumMod val="50000"/>
                </a:schemeClr>
              </a:solidFill>
            </a:rPr>
            <a:t>PAIN POINTS</a:t>
          </a:r>
        </a:p>
      </dgm:t>
    </dgm:pt>
    <dgm:pt modelId="{5FAAFBCA-0AD7-4EEB-868D-0AB723224BA2}" type="parTrans" cxnId="{8D55A0B3-90D1-4647-AA52-35486A5E921D}">
      <dgm:prSet/>
      <dgm:spPr/>
      <dgm:t>
        <a:bodyPr/>
        <a:lstStyle/>
        <a:p>
          <a:endParaRPr lang="en-US"/>
        </a:p>
      </dgm:t>
    </dgm:pt>
    <dgm:pt modelId="{8845BA85-BF9A-4F0C-AAF3-4987B0B0CB1E}" type="sibTrans" cxnId="{8D55A0B3-90D1-4647-AA52-35486A5E921D}">
      <dgm:prSet/>
      <dgm:spPr/>
      <dgm:t>
        <a:bodyPr/>
        <a:lstStyle/>
        <a:p>
          <a:endParaRPr lang="en-US"/>
        </a:p>
      </dgm:t>
    </dgm:pt>
    <dgm:pt modelId="{19569632-7E79-46FD-AEDB-ACBA70EECE0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>
              <a:solidFill>
                <a:schemeClr val="tx1">
                  <a:lumMod val="50000"/>
                </a:schemeClr>
              </a:solidFill>
            </a:rPr>
            <a:t>OBJECTIVE</a:t>
          </a:r>
        </a:p>
      </dgm:t>
    </dgm:pt>
    <dgm:pt modelId="{3F187E1B-CA9E-486D-9DC2-D3C80C7C5935}" type="parTrans" cxnId="{046A2224-90EC-450A-9106-8A7D1C0FD4BF}">
      <dgm:prSet/>
      <dgm:spPr/>
      <dgm:t>
        <a:bodyPr/>
        <a:lstStyle/>
        <a:p>
          <a:endParaRPr lang="en-US"/>
        </a:p>
      </dgm:t>
    </dgm:pt>
    <dgm:pt modelId="{7CEB332B-85F4-4762-8E95-159DDCEF203B}" type="sibTrans" cxnId="{046A2224-90EC-450A-9106-8A7D1C0FD4BF}">
      <dgm:prSet/>
      <dgm:spPr/>
      <dgm:t>
        <a:bodyPr/>
        <a:lstStyle/>
        <a:p>
          <a:endParaRPr lang="en-US"/>
        </a:p>
      </dgm:t>
    </dgm:pt>
    <dgm:pt modelId="{55DBB0BF-CE99-444F-9970-02DCDF98B12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2000" b="1">
              <a:solidFill>
                <a:schemeClr val="tx1">
                  <a:lumMod val="50000"/>
                </a:schemeClr>
              </a:solidFill>
            </a:rPr>
            <a:t>TECH STACK</a:t>
          </a:r>
          <a:endParaRPr lang="en-US" sz="2000" b="1">
            <a:solidFill>
              <a:schemeClr val="tx1">
                <a:lumMod val="50000"/>
              </a:schemeClr>
            </a:solidFill>
          </a:endParaRPr>
        </a:p>
      </dgm:t>
    </dgm:pt>
    <dgm:pt modelId="{BCFC34A8-30ED-4B12-87C3-E77960555BEC}" type="parTrans" cxnId="{8C601A76-0E3A-4E00-BD2A-3C7A293C407F}">
      <dgm:prSet/>
      <dgm:spPr/>
      <dgm:t>
        <a:bodyPr/>
        <a:lstStyle/>
        <a:p>
          <a:endParaRPr lang="en-US"/>
        </a:p>
      </dgm:t>
    </dgm:pt>
    <dgm:pt modelId="{7FD6A13D-73B6-46DB-818B-7EAC603C9017}" type="sibTrans" cxnId="{8C601A76-0E3A-4E00-BD2A-3C7A293C407F}">
      <dgm:prSet/>
      <dgm:spPr/>
      <dgm:t>
        <a:bodyPr/>
        <a:lstStyle/>
        <a:p>
          <a:endParaRPr lang="en-US"/>
        </a:p>
      </dgm:t>
    </dgm:pt>
    <dgm:pt modelId="{44E9B829-0D37-45BF-A217-E229646DCA9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2000" b="1">
              <a:solidFill>
                <a:schemeClr val="tx1">
                  <a:lumMod val="50000"/>
                </a:schemeClr>
              </a:solidFill>
            </a:rPr>
            <a:t>POST METHOD</a:t>
          </a:r>
          <a:endParaRPr lang="en-US" sz="2000" b="1">
            <a:solidFill>
              <a:schemeClr val="tx1">
                <a:lumMod val="50000"/>
              </a:schemeClr>
            </a:solidFill>
          </a:endParaRPr>
        </a:p>
      </dgm:t>
    </dgm:pt>
    <dgm:pt modelId="{3268EAAB-3C90-4A7F-84D1-EA0EE9A4BC99}" type="parTrans" cxnId="{1B4F2C6A-EDB4-427D-B9FB-E9B0477E9D37}">
      <dgm:prSet/>
      <dgm:spPr/>
      <dgm:t>
        <a:bodyPr/>
        <a:lstStyle/>
        <a:p>
          <a:endParaRPr lang="en-US"/>
        </a:p>
      </dgm:t>
    </dgm:pt>
    <dgm:pt modelId="{D050EB88-DC9F-475B-AE1C-17F2B63E350A}" type="sibTrans" cxnId="{1B4F2C6A-EDB4-427D-B9FB-E9B0477E9D37}">
      <dgm:prSet/>
      <dgm:spPr/>
      <dgm:t>
        <a:bodyPr/>
        <a:lstStyle/>
        <a:p>
          <a:endParaRPr lang="en-US"/>
        </a:p>
      </dgm:t>
    </dgm:pt>
    <dgm:pt modelId="{A7FA296B-C915-4669-B620-9D9491D087C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2000" b="1">
              <a:solidFill>
                <a:schemeClr val="tx1">
                  <a:lumMod val="50000"/>
                </a:schemeClr>
              </a:solidFill>
            </a:rPr>
            <a:t>PUT METHOD</a:t>
          </a:r>
          <a:endParaRPr lang="en-US" sz="2000" b="1">
            <a:solidFill>
              <a:schemeClr val="tx1">
                <a:lumMod val="50000"/>
              </a:schemeClr>
            </a:solidFill>
          </a:endParaRPr>
        </a:p>
      </dgm:t>
    </dgm:pt>
    <dgm:pt modelId="{43FEF9AB-E079-4796-8B3C-89C73343F4C0}" type="parTrans" cxnId="{CFDE1BEC-13C3-428A-986D-8EAC3818C115}">
      <dgm:prSet/>
      <dgm:spPr/>
      <dgm:t>
        <a:bodyPr/>
        <a:lstStyle/>
        <a:p>
          <a:endParaRPr lang="en-US"/>
        </a:p>
      </dgm:t>
    </dgm:pt>
    <dgm:pt modelId="{C0FD6716-FB02-4EC2-9D46-D9DBC5CD9A84}" type="sibTrans" cxnId="{CFDE1BEC-13C3-428A-986D-8EAC3818C115}">
      <dgm:prSet/>
      <dgm:spPr/>
      <dgm:t>
        <a:bodyPr/>
        <a:lstStyle/>
        <a:p>
          <a:endParaRPr lang="en-US"/>
        </a:p>
      </dgm:t>
    </dgm:pt>
    <dgm:pt modelId="{6D1E22C8-5FB5-434F-BA81-F4F8C3A98C9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2000" b="1">
              <a:solidFill>
                <a:schemeClr val="tx1">
                  <a:lumMod val="50000"/>
                </a:schemeClr>
              </a:solidFill>
            </a:rPr>
            <a:t>DEMO OF THE APPLICATION</a:t>
          </a:r>
          <a:endParaRPr lang="en-US" sz="2000" b="1">
            <a:solidFill>
              <a:schemeClr val="tx1">
                <a:lumMod val="50000"/>
              </a:schemeClr>
            </a:solidFill>
          </a:endParaRPr>
        </a:p>
      </dgm:t>
    </dgm:pt>
    <dgm:pt modelId="{904AF0BF-B98E-49B3-A646-7B75087AB1BA}" type="parTrans" cxnId="{4CD39EF7-9A96-47E5-A6C0-1658965D1763}">
      <dgm:prSet/>
      <dgm:spPr/>
      <dgm:t>
        <a:bodyPr/>
        <a:lstStyle/>
        <a:p>
          <a:endParaRPr lang="en-US"/>
        </a:p>
      </dgm:t>
    </dgm:pt>
    <dgm:pt modelId="{10605FF1-C619-46D3-B6E6-412CBD947439}" type="sibTrans" cxnId="{4CD39EF7-9A96-47E5-A6C0-1658965D1763}">
      <dgm:prSet/>
      <dgm:spPr/>
      <dgm:t>
        <a:bodyPr/>
        <a:lstStyle/>
        <a:p>
          <a:endParaRPr lang="en-US"/>
        </a:p>
      </dgm:t>
    </dgm:pt>
    <dgm:pt modelId="{17E74D91-CF7F-4BF4-9E1D-E1817FD05C2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2000" b="1">
              <a:solidFill>
                <a:schemeClr val="tx1">
                  <a:lumMod val="50000"/>
                </a:schemeClr>
              </a:solidFill>
            </a:rPr>
            <a:t>FUTURE UPDATES</a:t>
          </a:r>
          <a:endParaRPr lang="en-US" sz="2000" b="1">
            <a:solidFill>
              <a:schemeClr val="tx1">
                <a:lumMod val="50000"/>
              </a:schemeClr>
            </a:solidFill>
          </a:endParaRPr>
        </a:p>
      </dgm:t>
    </dgm:pt>
    <dgm:pt modelId="{1639F38D-218E-4250-A0F4-3478A651CA70}" type="parTrans" cxnId="{3143A24C-EB47-4B4F-A185-F036D47164D8}">
      <dgm:prSet/>
      <dgm:spPr/>
      <dgm:t>
        <a:bodyPr/>
        <a:lstStyle/>
        <a:p>
          <a:endParaRPr lang="en-US"/>
        </a:p>
      </dgm:t>
    </dgm:pt>
    <dgm:pt modelId="{07C37CC0-88CC-4102-A809-9111F6CF0AC7}" type="sibTrans" cxnId="{3143A24C-EB47-4B4F-A185-F036D47164D8}">
      <dgm:prSet/>
      <dgm:spPr/>
      <dgm:t>
        <a:bodyPr/>
        <a:lstStyle/>
        <a:p>
          <a:endParaRPr lang="en-US"/>
        </a:p>
      </dgm:t>
    </dgm:pt>
    <dgm:pt modelId="{FD02A280-009C-439E-822B-29B20461B4D4}" type="pres">
      <dgm:prSet presAssocID="{885FC779-78AD-494C-A320-3A55B927281B}" presName="root" presStyleCnt="0">
        <dgm:presLayoutVars>
          <dgm:dir/>
          <dgm:resizeHandles val="exact"/>
        </dgm:presLayoutVars>
      </dgm:prSet>
      <dgm:spPr/>
    </dgm:pt>
    <dgm:pt modelId="{AD1FD89C-AB40-4916-9087-235C82E2C1E5}" type="pres">
      <dgm:prSet presAssocID="{51417E57-6904-4C49-AE04-B4D70F5F928E}" presName="compNode" presStyleCnt="0"/>
      <dgm:spPr/>
    </dgm:pt>
    <dgm:pt modelId="{46EE3FFF-9064-42DF-8A09-1E320D239F5B}" type="pres">
      <dgm:prSet presAssocID="{51417E57-6904-4C49-AE04-B4D70F5F928E}" presName="bgRect" presStyleLbl="bgShp" presStyleIdx="0" presStyleCnt="8"/>
      <dgm:spPr/>
    </dgm:pt>
    <dgm:pt modelId="{5945C415-C570-4A75-AD89-B70A0519F171}" type="pres">
      <dgm:prSet presAssocID="{51417E57-6904-4C49-AE04-B4D70F5F928E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05A0B59-4FC4-4A43-8701-D63542C9B806}" type="pres">
      <dgm:prSet presAssocID="{51417E57-6904-4C49-AE04-B4D70F5F928E}" presName="spaceRect" presStyleCnt="0"/>
      <dgm:spPr/>
    </dgm:pt>
    <dgm:pt modelId="{17B4E3B4-C112-4513-810C-0535AFC7FEC8}" type="pres">
      <dgm:prSet presAssocID="{51417E57-6904-4C49-AE04-B4D70F5F928E}" presName="parTx" presStyleLbl="revTx" presStyleIdx="0" presStyleCnt="8">
        <dgm:presLayoutVars>
          <dgm:chMax val="0"/>
          <dgm:chPref val="0"/>
        </dgm:presLayoutVars>
      </dgm:prSet>
      <dgm:spPr/>
    </dgm:pt>
    <dgm:pt modelId="{012F5EF6-862C-4142-9CED-F97B11092861}" type="pres">
      <dgm:prSet presAssocID="{4AEB8469-4F6E-4437-89B4-0A8E2C0B4119}" presName="sibTrans" presStyleCnt="0"/>
      <dgm:spPr/>
    </dgm:pt>
    <dgm:pt modelId="{B1835A06-65B5-47A9-95C6-213A6CB6051E}" type="pres">
      <dgm:prSet presAssocID="{86D76683-E677-419E-B94F-8C8BA8615C56}" presName="compNode" presStyleCnt="0"/>
      <dgm:spPr/>
    </dgm:pt>
    <dgm:pt modelId="{192B4D92-998B-41EA-BF4C-B87F6E9AA577}" type="pres">
      <dgm:prSet presAssocID="{86D76683-E677-419E-B94F-8C8BA8615C56}" presName="bgRect" presStyleLbl="bgShp" presStyleIdx="1" presStyleCnt="8"/>
      <dgm:spPr/>
    </dgm:pt>
    <dgm:pt modelId="{41EFF0A0-509B-4BCB-92EB-58351D747667}" type="pres">
      <dgm:prSet presAssocID="{86D76683-E677-419E-B94F-8C8BA8615C56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4B04F47-DFFB-4A54-A904-D86682FCCDB8}" type="pres">
      <dgm:prSet presAssocID="{86D76683-E677-419E-B94F-8C8BA8615C56}" presName="spaceRect" presStyleCnt="0"/>
      <dgm:spPr/>
    </dgm:pt>
    <dgm:pt modelId="{96A1C966-52D2-46DD-B41E-8668B25F67D7}" type="pres">
      <dgm:prSet presAssocID="{86D76683-E677-419E-B94F-8C8BA8615C56}" presName="parTx" presStyleLbl="revTx" presStyleIdx="1" presStyleCnt="8">
        <dgm:presLayoutVars>
          <dgm:chMax val="0"/>
          <dgm:chPref val="0"/>
        </dgm:presLayoutVars>
      </dgm:prSet>
      <dgm:spPr/>
    </dgm:pt>
    <dgm:pt modelId="{B1A3F255-ABE2-4772-AADD-91AF51AE65E7}" type="pres">
      <dgm:prSet presAssocID="{8845BA85-BF9A-4F0C-AAF3-4987B0B0CB1E}" presName="sibTrans" presStyleCnt="0"/>
      <dgm:spPr/>
    </dgm:pt>
    <dgm:pt modelId="{8E5A566D-D1CA-4BAD-87AA-1F695924F43D}" type="pres">
      <dgm:prSet presAssocID="{19569632-7E79-46FD-AEDB-ACBA70EECE09}" presName="compNode" presStyleCnt="0"/>
      <dgm:spPr/>
    </dgm:pt>
    <dgm:pt modelId="{66426004-672B-492A-9A2B-5B9E7D0DBEAD}" type="pres">
      <dgm:prSet presAssocID="{19569632-7E79-46FD-AEDB-ACBA70EECE09}" presName="bgRect" presStyleLbl="bgShp" presStyleIdx="2" presStyleCnt="8"/>
      <dgm:spPr/>
    </dgm:pt>
    <dgm:pt modelId="{B8EFBDC3-8378-45E4-BE76-2F4C2D47A80C}" type="pres">
      <dgm:prSet presAssocID="{19569632-7E79-46FD-AEDB-ACBA70EECE09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CC0C16F3-230D-4994-A9F8-1A57F0322983}" type="pres">
      <dgm:prSet presAssocID="{19569632-7E79-46FD-AEDB-ACBA70EECE09}" presName="spaceRect" presStyleCnt="0"/>
      <dgm:spPr/>
    </dgm:pt>
    <dgm:pt modelId="{207483F0-1E94-41F2-A8CE-1140689E05F5}" type="pres">
      <dgm:prSet presAssocID="{19569632-7E79-46FD-AEDB-ACBA70EECE09}" presName="parTx" presStyleLbl="revTx" presStyleIdx="2" presStyleCnt="8">
        <dgm:presLayoutVars>
          <dgm:chMax val="0"/>
          <dgm:chPref val="0"/>
        </dgm:presLayoutVars>
      </dgm:prSet>
      <dgm:spPr/>
    </dgm:pt>
    <dgm:pt modelId="{FE522B73-DA2F-4A28-AEA1-48653D8B0BB4}" type="pres">
      <dgm:prSet presAssocID="{7CEB332B-85F4-4762-8E95-159DDCEF203B}" presName="sibTrans" presStyleCnt="0"/>
      <dgm:spPr/>
    </dgm:pt>
    <dgm:pt modelId="{005978B7-B0DF-490F-AA2E-7F12647808FF}" type="pres">
      <dgm:prSet presAssocID="{55DBB0BF-CE99-444F-9970-02DCDF98B123}" presName="compNode" presStyleCnt="0"/>
      <dgm:spPr/>
    </dgm:pt>
    <dgm:pt modelId="{1D52187D-4137-4681-B89F-9276C4DC1672}" type="pres">
      <dgm:prSet presAssocID="{55DBB0BF-CE99-444F-9970-02DCDF98B123}" presName="bgRect" presStyleLbl="bgShp" presStyleIdx="3" presStyleCnt="8"/>
      <dgm:spPr/>
    </dgm:pt>
    <dgm:pt modelId="{30B58188-04F3-4907-BCE4-7E07ED7BED54}" type="pres">
      <dgm:prSet presAssocID="{55DBB0BF-CE99-444F-9970-02DCDF98B123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E71798C-AFAB-458A-B5D2-668C3857AC94}" type="pres">
      <dgm:prSet presAssocID="{55DBB0BF-CE99-444F-9970-02DCDF98B123}" presName="spaceRect" presStyleCnt="0"/>
      <dgm:spPr/>
    </dgm:pt>
    <dgm:pt modelId="{3E1637A9-EEE4-4A98-AFB5-914B6CD4FF15}" type="pres">
      <dgm:prSet presAssocID="{55DBB0BF-CE99-444F-9970-02DCDF98B123}" presName="parTx" presStyleLbl="revTx" presStyleIdx="3" presStyleCnt="8">
        <dgm:presLayoutVars>
          <dgm:chMax val="0"/>
          <dgm:chPref val="0"/>
        </dgm:presLayoutVars>
      </dgm:prSet>
      <dgm:spPr/>
    </dgm:pt>
    <dgm:pt modelId="{6D062C24-AC39-4A2D-9207-5356D1D8D69C}" type="pres">
      <dgm:prSet presAssocID="{7FD6A13D-73B6-46DB-818B-7EAC603C9017}" presName="sibTrans" presStyleCnt="0"/>
      <dgm:spPr/>
    </dgm:pt>
    <dgm:pt modelId="{0298CC90-ABDC-4AC6-B38E-93C7DCB6491F}" type="pres">
      <dgm:prSet presAssocID="{44E9B829-0D37-45BF-A217-E229646DCA94}" presName="compNode" presStyleCnt="0"/>
      <dgm:spPr/>
    </dgm:pt>
    <dgm:pt modelId="{3914E340-2AE8-4D6A-9AFF-77819DC4AF10}" type="pres">
      <dgm:prSet presAssocID="{44E9B829-0D37-45BF-A217-E229646DCA94}" presName="bgRect" presStyleLbl="bgShp" presStyleIdx="4" presStyleCnt="8"/>
      <dgm:spPr/>
    </dgm:pt>
    <dgm:pt modelId="{BBCB60A9-F288-423B-B322-2C5622090D2A}" type="pres">
      <dgm:prSet presAssocID="{44E9B829-0D37-45BF-A217-E229646DCA94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342B9317-C239-45B6-8AAD-85ED9C8A9418}" type="pres">
      <dgm:prSet presAssocID="{44E9B829-0D37-45BF-A217-E229646DCA94}" presName="spaceRect" presStyleCnt="0"/>
      <dgm:spPr/>
    </dgm:pt>
    <dgm:pt modelId="{82FE9F5D-7D5E-41DC-BB28-A71680B808D0}" type="pres">
      <dgm:prSet presAssocID="{44E9B829-0D37-45BF-A217-E229646DCA94}" presName="parTx" presStyleLbl="revTx" presStyleIdx="4" presStyleCnt="8">
        <dgm:presLayoutVars>
          <dgm:chMax val="0"/>
          <dgm:chPref val="0"/>
        </dgm:presLayoutVars>
      </dgm:prSet>
      <dgm:spPr/>
    </dgm:pt>
    <dgm:pt modelId="{7FE5EACB-6275-4664-9A86-8F111D1E5B6E}" type="pres">
      <dgm:prSet presAssocID="{D050EB88-DC9F-475B-AE1C-17F2B63E350A}" presName="sibTrans" presStyleCnt="0"/>
      <dgm:spPr/>
    </dgm:pt>
    <dgm:pt modelId="{79FEA977-4778-4DC8-9269-6049F12077B4}" type="pres">
      <dgm:prSet presAssocID="{A7FA296B-C915-4669-B620-9D9491D087C6}" presName="compNode" presStyleCnt="0"/>
      <dgm:spPr/>
    </dgm:pt>
    <dgm:pt modelId="{D3EBBC22-FD7B-4D80-A138-376CBB9FE92E}" type="pres">
      <dgm:prSet presAssocID="{A7FA296B-C915-4669-B620-9D9491D087C6}" presName="bgRect" presStyleLbl="bgShp" presStyleIdx="5" presStyleCnt="8"/>
      <dgm:spPr/>
    </dgm:pt>
    <dgm:pt modelId="{6E3AC2C3-3DCA-4EF3-AEA5-E1233F17C2EC}" type="pres">
      <dgm:prSet presAssocID="{A7FA296B-C915-4669-B620-9D9491D087C6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igami"/>
        </a:ext>
      </dgm:extLst>
    </dgm:pt>
    <dgm:pt modelId="{763C0483-A241-4A84-8D16-FE8E504B984D}" type="pres">
      <dgm:prSet presAssocID="{A7FA296B-C915-4669-B620-9D9491D087C6}" presName="spaceRect" presStyleCnt="0"/>
      <dgm:spPr/>
    </dgm:pt>
    <dgm:pt modelId="{D0CD5520-A4F0-48AE-959E-9A08CC90904C}" type="pres">
      <dgm:prSet presAssocID="{A7FA296B-C915-4669-B620-9D9491D087C6}" presName="parTx" presStyleLbl="revTx" presStyleIdx="5" presStyleCnt="8">
        <dgm:presLayoutVars>
          <dgm:chMax val="0"/>
          <dgm:chPref val="0"/>
        </dgm:presLayoutVars>
      </dgm:prSet>
      <dgm:spPr/>
    </dgm:pt>
    <dgm:pt modelId="{6C402D16-5242-41CA-9226-D92FE31C5394}" type="pres">
      <dgm:prSet presAssocID="{C0FD6716-FB02-4EC2-9D46-D9DBC5CD9A84}" presName="sibTrans" presStyleCnt="0"/>
      <dgm:spPr/>
    </dgm:pt>
    <dgm:pt modelId="{BAD7BC52-15FA-4C31-A4FB-88F4883CE13E}" type="pres">
      <dgm:prSet presAssocID="{6D1E22C8-5FB5-434F-BA81-F4F8C3A98C9C}" presName="compNode" presStyleCnt="0"/>
      <dgm:spPr/>
    </dgm:pt>
    <dgm:pt modelId="{ED418FC2-DA30-47A1-A2BE-1C38568280AF}" type="pres">
      <dgm:prSet presAssocID="{6D1E22C8-5FB5-434F-BA81-F4F8C3A98C9C}" presName="bgRect" presStyleLbl="bgShp" presStyleIdx="6" presStyleCnt="8"/>
      <dgm:spPr/>
    </dgm:pt>
    <dgm:pt modelId="{F40CBA6B-B97E-428E-B8AD-A6588165BC9F}" type="pres">
      <dgm:prSet presAssocID="{6D1E22C8-5FB5-434F-BA81-F4F8C3A98C9C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7E13D74C-DFC6-4387-8006-59AB753B78F8}" type="pres">
      <dgm:prSet presAssocID="{6D1E22C8-5FB5-434F-BA81-F4F8C3A98C9C}" presName="spaceRect" presStyleCnt="0"/>
      <dgm:spPr/>
    </dgm:pt>
    <dgm:pt modelId="{35280E5A-0FD6-4D4C-8559-92B043D08E94}" type="pres">
      <dgm:prSet presAssocID="{6D1E22C8-5FB5-434F-BA81-F4F8C3A98C9C}" presName="parTx" presStyleLbl="revTx" presStyleIdx="6" presStyleCnt="8">
        <dgm:presLayoutVars>
          <dgm:chMax val="0"/>
          <dgm:chPref val="0"/>
        </dgm:presLayoutVars>
      </dgm:prSet>
      <dgm:spPr/>
    </dgm:pt>
    <dgm:pt modelId="{0047A40C-93DB-4CC4-AA29-30C108DF9200}" type="pres">
      <dgm:prSet presAssocID="{10605FF1-C619-46D3-B6E6-412CBD947439}" presName="sibTrans" presStyleCnt="0"/>
      <dgm:spPr/>
    </dgm:pt>
    <dgm:pt modelId="{FB781CEE-592C-4092-9038-D67437EBB1CD}" type="pres">
      <dgm:prSet presAssocID="{17E74D91-CF7F-4BF4-9E1D-E1817FD05C29}" presName="compNode" presStyleCnt="0"/>
      <dgm:spPr/>
    </dgm:pt>
    <dgm:pt modelId="{F2B92168-070C-463B-B654-0A70DCFDF977}" type="pres">
      <dgm:prSet presAssocID="{17E74D91-CF7F-4BF4-9E1D-E1817FD05C29}" presName="bgRect" presStyleLbl="bgShp" presStyleIdx="7" presStyleCnt="8"/>
      <dgm:spPr/>
    </dgm:pt>
    <dgm:pt modelId="{F63B5CC9-7E76-49F8-851C-36D5BA4512D4}" type="pres">
      <dgm:prSet presAssocID="{17E74D91-CF7F-4BF4-9E1D-E1817FD05C29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522ED8B6-E946-4B1D-8E30-D92C7F4B02CB}" type="pres">
      <dgm:prSet presAssocID="{17E74D91-CF7F-4BF4-9E1D-E1817FD05C29}" presName="spaceRect" presStyleCnt="0"/>
      <dgm:spPr/>
    </dgm:pt>
    <dgm:pt modelId="{0373697A-75B6-4B23-BCA1-17EFC400698A}" type="pres">
      <dgm:prSet presAssocID="{17E74D91-CF7F-4BF4-9E1D-E1817FD05C29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046A2224-90EC-450A-9106-8A7D1C0FD4BF}" srcId="{885FC779-78AD-494C-A320-3A55B927281B}" destId="{19569632-7E79-46FD-AEDB-ACBA70EECE09}" srcOrd="2" destOrd="0" parTransId="{3F187E1B-CA9E-486D-9DC2-D3C80C7C5935}" sibTransId="{7CEB332B-85F4-4762-8E95-159DDCEF203B}"/>
    <dgm:cxn modelId="{1B4F2C6A-EDB4-427D-B9FB-E9B0477E9D37}" srcId="{885FC779-78AD-494C-A320-3A55B927281B}" destId="{44E9B829-0D37-45BF-A217-E229646DCA94}" srcOrd="4" destOrd="0" parTransId="{3268EAAB-3C90-4A7F-84D1-EA0EE9A4BC99}" sibTransId="{D050EB88-DC9F-475B-AE1C-17F2B63E350A}"/>
    <dgm:cxn modelId="{FF7AD44A-2E67-4375-BC96-D4CB0DC7AD9F}" type="presOf" srcId="{44E9B829-0D37-45BF-A217-E229646DCA94}" destId="{82FE9F5D-7D5E-41DC-BB28-A71680B808D0}" srcOrd="0" destOrd="0" presId="urn:microsoft.com/office/officeart/2018/2/layout/IconVerticalSolidList"/>
    <dgm:cxn modelId="{3143A24C-EB47-4B4F-A185-F036D47164D8}" srcId="{885FC779-78AD-494C-A320-3A55B927281B}" destId="{17E74D91-CF7F-4BF4-9E1D-E1817FD05C29}" srcOrd="7" destOrd="0" parTransId="{1639F38D-218E-4250-A0F4-3478A651CA70}" sibTransId="{07C37CC0-88CC-4102-A809-9111F6CF0AC7}"/>
    <dgm:cxn modelId="{04030976-184D-416D-9D77-0730890AE26B}" type="presOf" srcId="{A7FA296B-C915-4669-B620-9D9491D087C6}" destId="{D0CD5520-A4F0-48AE-959E-9A08CC90904C}" srcOrd="0" destOrd="0" presId="urn:microsoft.com/office/officeart/2018/2/layout/IconVerticalSolidList"/>
    <dgm:cxn modelId="{8C601A76-0E3A-4E00-BD2A-3C7A293C407F}" srcId="{885FC779-78AD-494C-A320-3A55B927281B}" destId="{55DBB0BF-CE99-444F-9970-02DCDF98B123}" srcOrd="3" destOrd="0" parTransId="{BCFC34A8-30ED-4B12-87C3-E77960555BEC}" sibTransId="{7FD6A13D-73B6-46DB-818B-7EAC603C9017}"/>
    <dgm:cxn modelId="{ED47F877-BBB8-4C31-ACB5-35A038FBEA18}" type="presOf" srcId="{19569632-7E79-46FD-AEDB-ACBA70EECE09}" destId="{207483F0-1E94-41F2-A8CE-1140689E05F5}" srcOrd="0" destOrd="0" presId="urn:microsoft.com/office/officeart/2018/2/layout/IconVerticalSolidList"/>
    <dgm:cxn modelId="{7CC9BA7A-5677-4DCD-9322-FF3A091C3FB0}" type="presOf" srcId="{55DBB0BF-CE99-444F-9970-02DCDF98B123}" destId="{3E1637A9-EEE4-4A98-AFB5-914B6CD4FF15}" srcOrd="0" destOrd="0" presId="urn:microsoft.com/office/officeart/2018/2/layout/IconVerticalSolidList"/>
    <dgm:cxn modelId="{8EEC1287-C686-4D92-B1FE-2F79F2B8C625}" type="presOf" srcId="{17E74D91-CF7F-4BF4-9E1D-E1817FD05C29}" destId="{0373697A-75B6-4B23-BCA1-17EFC400698A}" srcOrd="0" destOrd="0" presId="urn:microsoft.com/office/officeart/2018/2/layout/IconVerticalSolidList"/>
    <dgm:cxn modelId="{8D55A0B3-90D1-4647-AA52-35486A5E921D}" srcId="{885FC779-78AD-494C-A320-3A55B927281B}" destId="{86D76683-E677-419E-B94F-8C8BA8615C56}" srcOrd="1" destOrd="0" parTransId="{5FAAFBCA-0AD7-4EEB-868D-0AB723224BA2}" sibTransId="{8845BA85-BF9A-4F0C-AAF3-4987B0B0CB1E}"/>
    <dgm:cxn modelId="{FE0DB5C0-1F0E-4F9C-8294-35C0F94E1350}" type="presOf" srcId="{6D1E22C8-5FB5-434F-BA81-F4F8C3A98C9C}" destId="{35280E5A-0FD6-4D4C-8559-92B043D08E94}" srcOrd="0" destOrd="0" presId="urn:microsoft.com/office/officeart/2018/2/layout/IconVerticalSolidList"/>
    <dgm:cxn modelId="{30151BC3-4000-4DF4-BC33-7BE0D723F4E6}" type="presOf" srcId="{885FC779-78AD-494C-A320-3A55B927281B}" destId="{FD02A280-009C-439E-822B-29B20461B4D4}" srcOrd="0" destOrd="0" presId="urn:microsoft.com/office/officeart/2018/2/layout/IconVerticalSolidList"/>
    <dgm:cxn modelId="{0A7A29D9-4233-4363-AF71-3F40CC0B4E51}" type="presOf" srcId="{51417E57-6904-4C49-AE04-B4D70F5F928E}" destId="{17B4E3B4-C112-4513-810C-0535AFC7FEC8}" srcOrd="0" destOrd="0" presId="urn:microsoft.com/office/officeart/2018/2/layout/IconVerticalSolidList"/>
    <dgm:cxn modelId="{258961E9-4651-49F8-A8DD-663DA3ACD61D}" srcId="{885FC779-78AD-494C-A320-3A55B927281B}" destId="{51417E57-6904-4C49-AE04-B4D70F5F928E}" srcOrd="0" destOrd="0" parTransId="{79851E9D-54B0-4864-90E1-AAC5B5D10A80}" sibTransId="{4AEB8469-4F6E-4437-89B4-0A8E2C0B4119}"/>
    <dgm:cxn modelId="{CFDE1BEC-13C3-428A-986D-8EAC3818C115}" srcId="{885FC779-78AD-494C-A320-3A55B927281B}" destId="{A7FA296B-C915-4669-B620-9D9491D087C6}" srcOrd="5" destOrd="0" parTransId="{43FEF9AB-E079-4796-8B3C-89C73343F4C0}" sibTransId="{C0FD6716-FB02-4EC2-9D46-D9DBC5CD9A84}"/>
    <dgm:cxn modelId="{4CD39EF7-9A96-47E5-A6C0-1658965D1763}" srcId="{885FC779-78AD-494C-A320-3A55B927281B}" destId="{6D1E22C8-5FB5-434F-BA81-F4F8C3A98C9C}" srcOrd="6" destOrd="0" parTransId="{904AF0BF-B98E-49B3-A646-7B75087AB1BA}" sibTransId="{10605FF1-C619-46D3-B6E6-412CBD947439}"/>
    <dgm:cxn modelId="{A9897CFF-9DEA-43F2-BDCB-340494720ED8}" type="presOf" srcId="{86D76683-E677-419E-B94F-8C8BA8615C56}" destId="{96A1C966-52D2-46DD-B41E-8668B25F67D7}" srcOrd="0" destOrd="0" presId="urn:microsoft.com/office/officeart/2018/2/layout/IconVerticalSolidList"/>
    <dgm:cxn modelId="{8B661AA8-B94A-4257-8E1E-25FCC4F08B6D}" type="presParOf" srcId="{FD02A280-009C-439E-822B-29B20461B4D4}" destId="{AD1FD89C-AB40-4916-9087-235C82E2C1E5}" srcOrd="0" destOrd="0" presId="urn:microsoft.com/office/officeart/2018/2/layout/IconVerticalSolidList"/>
    <dgm:cxn modelId="{593225CB-EB1E-47EC-A291-622BAEEBD296}" type="presParOf" srcId="{AD1FD89C-AB40-4916-9087-235C82E2C1E5}" destId="{46EE3FFF-9064-42DF-8A09-1E320D239F5B}" srcOrd="0" destOrd="0" presId="urn:microsoft.com/office/officeart/2018/2/layout/IconVerticalSolidList"/>
    <dgm:cxn modelId="{5ABADBB6-0A3E-4C75-BBA7-29F62300875C}" type="presParOf" srcId="{AD1FD89C-AB40-4916-9087-235C82E2C1E5}" destId="{5945C415-C570-4A75-AD89-B70A0519F171}" srcOrd="1" destOrd="0" presId="urn:microsoft.com/office/officeart/2018/2/layout/IconVerticalSolidList"/>
    <dgm:cxn modelId="{BD0CD6C8-19C0-4C5E-A375-DA34D601F98E}" type="presParOf" srcId="{AD1FD89C-AB40-4916-9087-235C82E2C1E5}" destId="{005A0B59-4FC4-4A43-8701-D63542C9B806}" srcOrd="2" destOrd="0" presId="urn:microsoft.com/office/officeart/2018/2/layout/IconVerticalSolidList"/>
    <dgm:cxn modelId="{D5D3E7C9-5A51-45D5-B58E-EA5DD768E52E}" type="presParOf" srcId="{AD1FD89C-AB40-4916-9087-235C82E2C1E5}" destId="{17B4E3B4-C112-4513-810C-0535AFC7FEC8}" srcOrd="3" destOrd="0" presId="urn:microsoft.com/office/officeart/2018/2/layout/IconVerticalSolidList"/>
    <dgm:cxn modelId="{0B0E173A-C6DB-4C7A-9F2C-DC099B6FF56B}" type="presParOf" srcId="{FD02A280-009C-439E-822B-29B20461B4D4}" destId="{012F5EF6-862C-4142-9CED-F97B11092861}" srcOrd="1" destOrd="0" presId="urn:microsoft.com/office/officeart/2018/2/layout/IconVerticalSolidList"/>
    <dgm:cxn modelId="{538A1BF7-B081-4544-ABCA-2A95A28AC74E}" type="presParOf" srcId="{FD02A280-009C-439E-822B-29B20461B4D4}" destId="{B1835A06-65B5-47A9-95C6-213A6CB6051E}" srcOrd="2" destOrd="0" presId="urn:microsoft.com/office/officeart/2018/2/layout/IconVerticalSolidList"/>
    <dgm:cxn modelId="{8909ED14-EB95-437F-8105-7BBD11C72B48}" type="presParOf" srcId="{B1835A06-65B5-47A9-95C6-213A6CB6051E}" destId="{192B4D92-998B-41EA-BF4C-B87F6E9AA577}" srcOrd="0" destOrd="0" presId="urn:microsoft.com/office/officeart/2018/2/layout/IconVerticalSolidList"/>
    <dgm:cxn modelId="{41B3B961-06EC-4F16-8E8D-DCABF607B391}" type="presParOf" srcId="{B1835A06-65B5-47A9-95C6-213A6CB6051E}" destId="{41EFF0A0-509B-4BCB-92EB-58351D747667}" srcOrd="1" destOrd="0" presId="urn:microsoft.com/office/officeart/2018/2/layout/IconVerticalSolidList"/>
    <dgm:cxn modelId="{42C91A80-E8DB-4550-9B9D-4BD68AD2919E}" type="presParOf" srcId="{B1835A06-65B5-47A9-95C6-213A6CB6051E}" destId="{A4B04F47-DFFB-4A54-A904-D86682FCCDB8}" srcOrd="2" destOrd="0" presId="urn:microsoft.com/office/officeart/2018/2/layout/IconVerticalSolidList"/>
    <dgm:cxn modelId="{E26CBBDB-9347-43BF-8313-9213999ACD97}" type="presParOf" srcId="{B1835A06-65B5-47A9-95C6-213A6CB6051E}" destId="{96A1C966-52D2-46DD-B41E-8668B25F67D7}" srcOrd="3" destOrd="0" presId="urn:microsoft.com/office/officeart/2018/2/layout/IconVerticalSolidList"/>
    <dgm:cxn modelId="{B7CF8025-C396-49D3-890F-05E46D0E3F5C}" type="presParOf" srcId="{FD02A280-009C-439E-822B-29B20461B4D4}" destId="{B1A3F255-ABE2-4772-AADD-91AF51AE65E7}" srcOrd="3" destOrd="0" presId="urn:microsoft.com/office/officeart/2018/2/layout/IconVerticalSolidList"/>
    <dgm:cxn modelId="{7E9C5D16-DAF7-4D2C-A597-3BEA9AB83D13}" type="presParOf" srcId="{FD02A280-009C-439E-822B-29B20461B4D4}" destId="{8E5A566D-D1CA-4BAD-87AA-1F695924F43D}" srcOrd="4" destOrd="0" presId="urn:microsoft.com/office/officeart/2018/2/layout/IconVerticalSolidList"/>
    <dgm:cxn modelId="{2A4AB2EA-F137-4F00-BDCC-9BE955E72A2E}" type="presParOf" srcId="{8E5A566D-D1CA-4BAD-87AA-1F695924F43D}" destId="{66426004-672B-492A-9A2B-5B9E7D0DBEAD}" srcOrd="0" destOrd="0" presId="urn:microsoft.com/office/officeart/2018/2/layout/IconVerticalSolidList"/>
    <dgm:cxn modelId="{53EBE087-430F-48FA-8D82-628AD64E551E}" type="presParOf" srcId="{8E5A566D-D1CA-4BAD-87AA-1F695924F43D}" destId="{B8EFBDC3-8378-45E4-BE76-2F4C2D47A80C}" srcOrd="1" destOrd="0" presId="urn:microsoft.com/office/officeart/2018/2/layout/IconVerticalSolidList"/>
    <dgm:cxn modelId="{470DB637-735A-40FA-ADE6-FDFEEB2DFC78}" type="presParOf" srcId="{8E5A566D-D1CA-4BAD-87AA-1F695924F43D}" destId="{CC0C16F3-230D-4994-A9F8-1A57F0322983}" srcOrd="2" destOrd="0" presId="urn:microsoft.com/office/officeart/2018/2/layout/IconVerticalSolidList"/>
    <dgm:cxn modelId="{5201F7A2-F8DC-43C8-A5EA-089EFB222172}" type="presParOf" srcId="{8E5A566D-D1CA-4BAD-87AA-1F695924F43D}" destId="{207483F0-1E94-41F2-A8CE-1140689E05F5}" srcOrd="3" destOrd="0" presId="urn:microsoft.com/office/officeart/2018/2/layout/IconVerticalSolidList"/>
    <dgm:cxn modelId="{9B58BEF7-503F-4266-8F2C-48A540A45EB5}" type="presParOf" srcId="{FD02A280-009C-439E-822B-29B20461B4D4}" destId="{FE522B73-DA2F-4A28-AEA1-48653D8B0BB4}" srcOrd="5" destOrd="0" presId="urn:microsoft.com/office/officeart/2018/2/layout/IconVerticalSolidList"/>
    <dgm:cxn modelId="{71C1085D-645D-43C3-B376-37C19AE5B294}" type="presParOf" srcId="{FD02A280-009C-439E-822B-29B20461B4D4}" destId="{005978B7-B0DF-490F-AA2E-7F12647808FF}" srcOrd="6" destOrd="0" presId="urn:microsoft.com/office/officeart/2018/2/layout/IconVerticalSolidList"/>
    <dgm:cxn modelId="{DF24C08B-E39D-4EFD-B9DE-AD7461543330}" type="presParOf" srcId="{005978B7-B0DF-490F-AA2E-7F12647808FF}" destId="{1D52187D-4137-4681-B89F-9276C4DC1672}" srcOrd="0" destOrd="0" presId="urn:microsoft.com/office/officeart/2018/2/layout/IconVerticalSolidList"/>
    <dgm:cxn modelId="{3ACB6330-C85A-48AB-A9DA-FCA175C43E53}" type="presParOf" srcId="{005978B7-B0DF-490F-AA2E-7F12647808FF}" destId="{30B58188-04F3-4907-BCE4-7E07ED7BED54}" srcOrd="1" destOrd="0" presId="urn:microsoft.com/office/officeart/2018/2/layout/IconVerticalSolidList"/>
    <dgm:cxn modelId="{3BDBFF30-389D-4A15-AB93-DA3BFA7601CB}" type="presParOf" srcId="{005978B7-B0DF-490F-AA2E-7F12647808FF}" destId="{6E71798C-AFAB-458A-B5D2-668C3857AC94}" srcOrd="2" destOrd="0" presId="urn:microsoft.com/office/officeart/2018/2/layout/IconVerticalSolidList"/>
    <dgm:cxn modelId="{CF0FFF94-D3F5-4A1E-B956-B91AA563304E}" type="presParOf" srcId="{005978B7-B0DF-490F-AA2E-7F12647808FF}" destId="{3E1637A9-EEE4-4A98-AFB5-914B6CD4FF15}" srcOrd="3" destOrd="0" presId="urn:microsoft.com/office/officeart/2018/2/layout/IconVerticalSolidList"/>
    <dgm:cxn modelId="{4D46C5A9-9052-44CE-A737-43CD0E3699EA}" type="presParOf" srcId="{FD02A280-009C-439E-822B-29B20461B4D4}" destId="{6D062C24-AC39-4A2D-9207-5356D1D8D69C}" srcOrd="7" destOrd="0" presId="urn:microsoft.com/office/officeart/2018/2/layout/IconVerticalSolidList"/>
    <dgm:cxn modelId="{92F9669B-F9DB-47A5-AA76-587B856BE961}" type="presParOf" srcId="{FD02A280-009C-439E-822B-29B20461B4D4}" destId="{0298CC90-ABDC-4AC6-B38E-93C7DCB6491F}" srcOrd="8" destOrd="0" presId="urn:microsoft.com/office/officeart/2018/2/layout/IconVerticalSolidList"/>
    <dgm:cxn modelId="{D3DD7882-652E-48FC-8D9A-D38ED655A7B9}" type="presParOf" srcId="{0298CC90-ABDC-4AC6-B38E-93C7DCB6491F}" destId="{3914E340-2AE8-4D6A-9AFF-77819DC4AF10}" srcOrd="0" destOrd="0" presId="urn:microsoft.com/office/officeart/2018/2/layout/IconVerticalSolidList"/>
    <dgm:cxn modelId="{2367A7A7-624E-4F0C-B368-302A1FA509F9}" type="presParOf" srcId="{0298CC90-ABDC-4AC6-B38E-93C7DCB6491F}" destId="{BBCB60A9-F288-423B-B322-2C5622090D2A}" srcOrd="1" destOrd="0" presId="urn:microsoft.com/office/officeart/2018/2/layout/IconVerticalSolidList"/>
    <dgm:cxn modelId="{895D70A8-6680-4AAC-B6B0-FAE101690E79}" type="presParOf" srcId="{0298CC90-ABDC-4AC6-B38E-93C7DCB6491F}" destId="{342B9317-C239-45B6-8AAD-85ED9C8A9418}" srcOrd="2" destOrd="0" presId="urn:microsoft.com/office/officeart/2018/2/layout/IconVerticalSolidList"/>
    <dgm:cxn modelId="{9922DB72-BFA1-4C66-BC54-54AACBC1D388}" type="presParOf" srcId="{0298CC90-ABDC-4AC6-B38E-93C7DCB6491F}" destId="{82FE9F5D-7D5E-41DC-BB28-A71680B808D0}" srcOrd="3" destOrd="0" presId="urn:microsoft.com/office/officeart/2018/2/layout/IconVerticalSolidList"/>
    <dgm:cxn modelId="{715533BB-B191-4AD0-B30A-72350FBE4C9E}" type="presParOf" srcId="{FD02A280-009C-439E-822B-29B20461B4D4}" destId="{7FE5EACB-6275-4664-9A86-8F111D1E5B6E}" srcOrd="9" destOrd="0" presId="urn:microsoft.com/office/officeart/2018/2/layout/IconVerticalSolidList"/>
    <dgm:cxn modelId="{257EF301-77A5-47BC-993E-4D14B73868DB}" type="presParOf" srcId="{FD02A280-009C-439E-822B-29B20461B4D4}" destId="{79FEA977-4778-4DC8-9269-6049F12077B4}" srcOrd="10" destOrd="0" presId="urn:microsoft.com/office/officeart/2018/2/layout/IconVerticalSolidList"/>
    <dgm:cxn modelId="{73C17E99-48C3-4D8C-A3AD-0B3FC19F312F}" type="presParOf" srcId="{79FEA977-4778-4DC8-9269-6049F12077B4}" destId="{D3EBBC22-FD7B-4D80-A138-376CBB9FE92E}" srcOrd="0" destOrd="0" presId="urn:microsoft.com/office/officeart/2018/2/layout/IconVerticalSolidList"/>
    <dgm:cxn modelId="{81D8F9C2-3D77-4A7F-A18C-FC006F8C9573}" type="presParOf" srcId="{79FEA977-4778-4DC8-9269-6049F12077B4}" destId="{6E3AC2C3-3DCA-4EF3-AEA5-E1233F17C2EC}" srcOrd="1" destOrd="0" presId="urn:microsoft.com/office/officeart/2018/2/layout/IconVerticalSolidList"/>
    <dgm:cxn modelId="{60795BF6-3A14-4773-B4CF-BACED7F74D84}" type="presParOf" srcId="{79FEA977-4778-4DC8-9269-6049F12077B4}" destId="{763C0483-A241-4A84-8D16-FE8E504B984D}" srcOrd="2" destOrd="0" presId="urn:microsoft.com/office/officeart/2018/2/layout/IconVerticalSolidList"/>
    <dgm:cxn modelId="{CAB1A5BD-4956-4FA2-9F8B-C5911D9A4B98}" type="presParOf" srcId="{79FEA977-4778-4DC8-9269-6049F12077B4}" destId="{D0CD5520-A4F0-48AE-959E-9A08CC90904C}" srcOrd="3" destOrd="0" presId="urn:microsoft.com/office/officeart/2018/2/layout/IconVerticalSolidList"/>
    <dgm:cxn modelId="{2F96557B-A0BE-4E52-B6ED-A1CFBDD9A88F}" type="presParOf" srcId="{FD02A280-009C-439E-822B-29B20461B4D4}" destId="{6C402D16-5242-41CA-9226-D92FE31C5394}" srcOrd="11" destOrd="0" presId="urn:microsoft.com/office/officeart/2018/2/layout/IconVerticalSolidList"/>
    <dgm:cxn modelId="{F9A59A73-98E6-4D40-A100-BD909B27A522}" type="presParOf" srcId="{FD02A280-009C-439E-822B-29B20461B4D4}" destId="{BAD7BC52-15FA-4C31-A4FB-88F4883CE13E}" srcOrd="12" destOrd="0" presId="urn:microsoft.com/office/officeart/2018/2/layout/IconVerticalSolidList"/>
    <dgm:cxn modelId="{3A184CDE-58A5-4123-B25D-5507C24912E9}" type="presParOf" srcId="{BAD7BC52-15FA-4C31-A4FB-88F4883CE13E}" destId="{ED418FC2-DA30-47A1-A2BE-1C38568280AF}" srcOrd="0" destOrd="0" presId="urn:microsoft.com/office/officeart/2018/2/layout/IconVerticalSolidList"/>
    <dgm:cxn modelId="{42634DBB-D0E2-4283-A673-8DE940DA77CE}" type="presParOf" srcId="{BAD7BC52-15FA-4C31-A4FB-88F4883CE13E}" destId="{F40CBA6B-B97E-428E-B8AD-A6588165BC9F}" srcOrd="1" destOrd="0" presId="urn:microsoft.com/office/officeart/2018/2/layout/IconVerticalSolidList"/>
    <dgm:cxn modelId="{55C51394-EA53-47F0-8110-B127427C493C}" type="presParOf" srcId="{BAD7BC52-15FA-4C31-A4FB-88F4883CE13E}" destId="{7E13D74C-DFC6-4387-8006-59AB753B78F8}" srcOrd="2" destOrd="0" presId="urn:microsoft.com/office/officeart/2018/2/layout/IconVerticalSolidList"/>
    <dgm:cxn modelId="{33F7E652-C65B-444F-A286-87DFF769DD21}" type="presParOf" srcId="{BAD7BC52-15FA-4C31-A4FB-88F4883CE13E}" destId="{35280E5A-0FD6-4D4C-8559-92B043D08E94}" srcOrd="3" destOrd="0" presId="urn:microsoft.com/office/officeart/2018/2/layout/IconVerticalSolidList"/>
    <dgm:cxn modelId="{F40BE940-18B5-4231-9A5A-88507565C6BB}" type="presParOf" srcId="{FD02A280-009C-439E-822B-29B20461B4D4}" destId="{0047A40C-93DB-4CC4-AA29-30C108DF9200}" srcOrd="13" destOrd="0" presId="urn:microsoft.com/office/officeart/2018/2/layout/IconVerticalSolidList"/>
    <dgm:cxn modelId="{533380FE-E6D2-42B4-B7F4-4F2D6239A8E0}" type="presParOf" srcId="{FD02A280-009C-439E-822B-29B20461B4D4}" destId="{FB781CEE-592C-4092-9038-D67437EBB1CD}" srcOrd="14" destOrd="0" presId="urn:microsoft.com/office/officeart/2018/2/layout/IconVerticalSolidList"/>
    <dgm:cxn modelId="{44F4B079-E98B-4213-9463-42957A3F1516}" type="presParOf" srcId="{FB781CEE-592C-4092-9038-D67437EBB1CD}" destId="{F2B92168-070C-463B-B654-0A70DCFDF977}" srcOrd="0" destOrd="0" presId="urn:microsoft.com/office/officeart/2018/2/layout/IconVerticalSolidList"/>
    <dgm:cxn modelId="{909F4DB5-8571-4699-A594-08AB2B737468}" type="presParOf" srcId="{FB781CEE-592C-4092-9038-D67437EBB1CD}" destId="{F63B5CC9-7E76-49F8-851C-36D5BA4512D4}" srcOrd="1" destOrd="0" presId="urn:microsoft.com/office/officeart/2018/2/layout/IconVerticalSolidList"/>
    <dgm:cxn modelId="{EFBF1E88-4114-4122-A4C5-F26FF28F0CBF}" type="presParOf" srcId="{FB781CEE-592C-4092-9038-D67437EBB1CD}" destId="{522ED8B6-E946-4B1D-8E30-D92C7F4B02CB}" srcOrd="2" destOrd="0" presId="urn:microsoft.com/office/officeart/2018/2/layout/IconVerticalSolidList"/>
    <dgm:cxn modelId="{5721E22E-5414-463A-A39F-8850EBEF28D6}" type="presParOf" srcId="{FB781CEE-592C-4092-9038-D67437EBB1CD}" destId="{0373697A-75B6-4B23-BCA1-17EFC400698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EF222E4-671F-4524-8E5B-4F8F2D51BBA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7C05757-A721-4CC7-A44C-C10FE89B42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chemeClr val="tx1">
                  <a:lumMod val="50000"/>
                </a:schemeClr>
              </a:solidFill>
            </a:rPr>
            <a:t>Audit delays &amp; missed deadlines</a:t>
          </a:r>
        </a:p>
      </dgm:t>
    </dgm:pt>
    <dgm:pt modelId="{CC0DFBBB-F30D-4B22-AC9B-7541C20FDB88}" type="parTrans" cxnId="{E5771711-9B3D-4792-B5CC-75783F2BF3AE}">
      <dgm:prSet/>
      <dgm:spPr/>
      <dgm:t>
        <a:bodyPr/>
        <a:lstStyle/>
        <a:p>
          <a:endParaRPr lang="en-US"/>
        </a:p>
      </dgm:t>
    </dgm:pt>
    <dgm:pt modelId="{A3457515-45C0-4809-A5CF-9E3AF7FD92FE}" type="sibTrans" cxnId="{E5771711-9B3D-4792-B5CC-75783F2BF3AE}">
      <dgm:prSet/>
      <dgm:spPr/>
      <dgm:t>
        <a:bodyPr/>
        <a:lstStyle/>
        <a:p>
          <a:endParaRPr lang="en-US"/>
        </a:p>
      </dgm:t>
    </dgm:pt>
    <dgm:pt modelId="{BA4FB767-7F5B-4862-B9C1-5A6BD3E9E1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tx1">
                  <a:lumMod val="50000"/>
                </a:schemeClr>
              </a:solidFill>
            </a:rPr>
            <a:t>Manual coordination across planners &amp; auditors</a:t>
          </a:r>
        </a:p>
      </dgm:t>
    </dgm:pt>
    <dgm:pt modelId="{6DD5D88D-BC53-4279-88E7-7795873A3985}" type="parTrans" cxnId="{A988D61A-1B9B-47C1-AB83-DC9C0A2083C9}">
      <dgm:prSet/>
      <dgm:spPr/>
      <dgm:t>
        <a:bodyPr/>
        <a:lstStyle/>
        <a:p>
          <a:endParaRPr lang="en-US"/>
        </a:p>
      </dgm:t>
    </dgm:pt>
    <dgm:pt modelId="{947AB2DC-57A2-40D0-934A-7205B1D12A23}" type="sibTrans" cxnId="{A988D61A-1B9B-47C1-AB83-DC9C0A2083C9}">
      <dgm:prSet/>
      <dgm:spPr/>
      <dgm:t>
        <a:bodyPr/>
        <a:lstStyle/>
        <a:p>
          <a:endParaRPr lang="en-US"/>
        </a:p>
      </dgm:t>
    </dgm:pt>
    <dgm:pt modelId="{29872E1D-5600-486C-80D3-1BC0531FAF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chemeClr val="tx1">
                  <a:lumMod val="50000"/>
                </a:schemeClr>
              </a:solidFill>
            </a:rPr>
            <a:t>Poor visibility into auditor workload &amp; availability</a:t>
          </a:r>
        </a:p>
      </dgm:t>
    </dgm:pt>
    <dgm:pt modelId="{3F020028-5618-4645-8CC3-53E9CD80D882}" type="parTrans" cxnId="{5185FA6E-426B-453B-9CED-94A7BAF54F05}">
      <dgm:prSet/>
      <dgm:spPr/>
      <dgm:t>
        <a:bodyPr/>
        <a:lstStyle/>
        <a:p>
          <a:endParaRPr lang="en-US"/>
        </a:p>
      </dgm:t>
    </dgm:pt>
    <dgm:pt modelId="{8E29C0C5-90F7-4BAB-88CE-298F5DF1AF84}" type="sibTrans" cxnId="{5185FA6E-426B-453B-9CED-94A7BAF54F05}">
      <dgm:prSet/>
      <dgm:spPr/>
      <dgm:t>
        <a:bodyPr/>
        <a:lstStyle/>
        <a:p>
          <a:endParaRPr lang="en-US"/>
        </a:p>
      </dgm:t>
    </dgm:pt>
    <dgm:pt modelId="{23D8A93D-CD0C-4F69-8559-AF9344A1495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chemeClr val="tx1">
                  <a:lumMod val="50000"/>
                </a:schemeClr>
              </a:solidFill>
            </a:rPr>
            <a:t>Loss of audit continuity when reassignments occur</a:t>
          </a:r>
        </a:p>
      </dgm:t>
    </dgm:pt>
    <dgm:pt modelId="{B80FCEEA-1693-4DFA-BF80-EB2D04E39610}" type="parTrans" cxnId="{C9B261EF-7262-4F79-B535-7685BEE74380}">
      <dgm:prSet/>
      <dgm:spPr/>
      <dgm:t>
        <a:bodyPr/>
        <a:lstStyle/>
        <a:p>
          <a:endParaRPr lang="en-US"/>
        </a:p>
      </dgm:t>
    </dgm:pt>
    <dgm:pt modelId="{9C5E094D-70B5-4E2B-A530-C3ED7AF577B1}" type="sibTrans" cxnId="{C9B261EF-7262-4F79-B535-7685BEE74380}">
      <dgm:prSet/>
      <dgm:spPr/>
      <dgm:t>
        <a:bodyPr/>
        <a:lstStyle/>
        <a:p>
          <a:endParaRPr lang="en-US"/>
        </a:p>
      </dgm:t>
    </dgm:pt>
    <dgm:pt modelId="{CC5E4A98-F464-409C-92BD-B610EC3CEB3F}" type="pres">
      <dgm:prSet presAssocID="{FEF222E4-671F-4524-8E5B-4F8F2D51BBA2}" presName="root" presStyleCnt="0">
        <dgm:presLayoutVars>
          <dgm:dir/>
          <dgm:resizeHandles val="exact"/>
        </dgm:presLayoutVars>
      </dgm:prSet>
      <dgm:spPr/>
    </dgm:pt>
    <dgm:pt modelId="{EA035070-82CD-44D9-A29D-E00D4DE3AEA3}" type="pres">
      <dgm:prSet presAssocID="{87C05757-A721-4CC7-A44C-C10FE89B422A}" presName="compNode" presStyleCnt="0"/>
      <dgm:spPr/>
    </dgm:pt>
    <dgm:pt modelId="{5953F5FC-8FF0-4D6B-946D-F0AB1F7C3423}" type="pres">
      <dgm:prSet presAssocID="{87C05757-A721-4CC7-A44C-C10FE89B422A}" presName="bgRect" presStyleLbl="bgShp" presStyleIdx="0" presStyleCnt="4"/>
      <dgm:spPr/>
    </dgm:pt>
    <dgm:pt modelId="{BC09DDA3-5155-4C91-9EA0-E0757E06A768}" type="pres">
      <dgm:prSet presAssocID="{87C05757-A721-4CC7-A44C-C10FE89B422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4284E8F3-E9DD-4305-BA18-FFF422F2D09E}" type="pres">
      <dgm:prSet presAssocID="{87C05757-A721-4CC7-A44C-C10FE89B422A}" presName="spaceRect" presStyleCnt="0"/>
      <dgm:spPr/>
    </dgm:pt>
    <dgm:pt modelId="{7F1176DF-3250-4F27-933C-C54EB3120DB8}" type="pres">
      <dgm:prSet presAssocID="{87C05757-A721-4CC7-A44C-C10FE89B422A}" presName="parTx" presStyleLbl="revTx" presStyleIdx="0" presStyleCnt="4">
        <dgm:presLayoutVars>
          <dgm:chMax val="0"/>
          <dgm:chPref val="0"/>
        </dgm:presLayoutVars>
      </dgm:prSet>
      <dgm:spPr/>
    </dgm:pt>
    <dgm:pt modelId="{9AA44C77-3976-42C3-9F7D-1221265EA479}" type="pres">
      <dgm:prSet presAssocID="{A3457515-45C0-4809-A5CF-9E3AF7FD92FE}" presName="sibTrans" presStyleCnt="0"/>
      <dgm:spPr/>
    </dgm:pt>
    <dgm:pt modelId="{B95DDF21-3CDE-434A-A381-867DA69AA0EB}" type="pres">
      <dgm:prSet presAssocID="{BA4FB767-7F5B-4862-B9C1-5A6BD3E9E15F}" presName="compNode" presStyleCnt="0"/>
      <dgm:spPr/>
    </dgm:pt>
    <dgm:pt modelId="{A18CA12A-C956-4658-B28D-AB57A3D121E5}" type="pres">
      <dgm:prSet presAssocID="{BA4FB767-7F5B-4862-B9C1-5A6BD3E9E15F}" presName="bgRect" presStyleLbl="bgShp" presStyleIdx="1" presStyleCnt="4"/>
      <dgm:spPr/>
    </dgm:pt>
    <dgm:pt modelId="{8A948668-B2B3-4010-A19A-F2B0C01E53B8}" type="pres">
      <dgm:prSet presAssocID="{BA4FB767-7F5B-4862-B9C1-5A6BD3E9E15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D59EBA87-EEED-4B5A-97B3-04E9D850FBC7}" type="pres">
      <dgm:prSet presAssocID="{BA4FB767-7F5B-4862-B9C1-5A6BD3E9E15F}" presName="spaceRect" presStyleCnt="0"/>
      <dgm:spPr/>
    </dgm:pt>
    <dgm:pt modelId="{82E0D343-772D-447A-997B-673DC2975C0B}" type="pres">
      <dgm:prSet presAssocID="{BA4FB767-7F5B-4862-B9C1-5A6BD3E9E15F}" presName="parTx" presStyleLbl="revTx" presStyleIdx="1" presStyleCnt="4">
        <dgm:presLayoutVars>
          <dgm:chMax val="0"/>
          <dgm:chPref val="0"/>
        </dgm:presLayoutVars>
      </dgm:prSet>
      <dgm:spPr/>
    </dgm:pt>
    <dgm:pt modelId="{FAB2740C-BCF8-4465-955E-3A0A8140AC16}" type="pres">
      <dgm:prSet presAssocID="{947AB2DC-57A2-40D0-934A-7205B1D12A23}" presName="sibTrans" presStyleCnt="0"/>
      <dgm:spPr/>
    </dgm:pt>
    <dgm:pt modelId="{3BAEC3DC-F422-472A-A4B0-42B57D08E129}" type="pres">
      <dgm:prSet presAssocID="{29872E1D-5600-486C-80D3-1BC0531FAFDD}" presName="compNode" presStyleCnt="0"/>
      <dgm:spPr/>
    </dgm:pt>
    <dgm:pt modelId="{B53BECBD-9119-42DA-8E86-5239D1ABB55F}" type="pres">
      <dgm:prSet presAssocID="{29872E1D-5600-486C-80D3-1BC0531FAFDD}" presName="bgRect" presStyleLbl="bgShp" presStyleIdx="2" presStyleCnt="4"/>
      <dgm:spPr/>
    </dgm:pt>
    <dgm:pt modelId="{6120A49F-FE8D-4E8B-8E3E-2D98B9BF7182}" type="pres">
      <dgm:prSet presAssocID="{29872E1D-5600-486C-80D3-1BC0531FAFD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B7D6D594-23E1-4873-9D10-55A44A7F4D35}" type="pres">
      <dgm:prSet presAssocID="{29872E1D-5600-486C-80D3-1BC0531FAFDD}" presName="spaceRect" presStyleCnt="0"/>
      <dgm:spPr/>
    </dgm:pt>
    <dgm:pt modelId="{FBBB8A2E-E139-45D2-BFA2-9DE9D1392368}" type="pres">
      <dgm:prSet presAssocID="{29872E1D-5600-486C-80D3-1BC0531FAFDD}" presName="parTx" presStyleLbl="revTx" presStyleIdx="2" presStyleCnt="4">
        <dgm:presLayoutVars>
          <dgm:chMax val="0"/>
          <dgm:chPref val="0"/>
        </dgm:presLayoutVars>
      </dgm:prSet>
      <dgm:spPr/>
    </dgm:pt>
    <dgm:pt modelId="{F66C2DC7-A9B0-4062-B94F-C9B09927150E}" type="pres">
      <dgm:prSet presAssocID="{8E29C0C5-90F7-4BAB-88CE-298F5DF1AF84}" presName="sibTrans" presStyleCnt="0"/>
      <dgm:spPr/>
    </dgm:pt>
    <dgm:pt modelId="{8DF4026F-AE62-410D-83A7-64E24BCAF2A4}" type="pres">
      <dgm:prSet presAssocID="{23D8A93D-CD0C-4F69-8559-AF9344A14958}" presName="compNode" presStyleCnt="0"/>
      <dgm:spPr/>
    </dgm:pt>
    <dgm:pt modelId="{0C7D3AA6-8C72-4854-9C86-A0D93BCF68B7}" type="pres">
      <dgm:prSet presAssocID="{23D8A93D-CD0C-4F69-8559-AF9344A14958}" presName="bgRect" presStyleLbl="bgShp" presStyleIdx="3" presStyleCnt="4"/>
      <dgm:spPr/>
    </dgm:pt>
    <dgm:pt modelId="{11B22ED9-C36F-49F1-9C3E-30217EA611E5}" type="pres">
      <dgm:prSet presAssocID="{23D8A93D-CD0C-4F69-8559-AF9344A1495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9467803-D2E8-4F37-9C75-9542E9CD0DF6}" type="pres">
      <dgm:prSet presAssocID="{23D8A93D-CD0C-4F69-8559-AF9344A14958}" presName="spaceRect" presStyleCnt="0"/>
      <dgm:spPr/>
    </dgm:pt>
    <dgm:pt modelId="{3F373414-7D26-4688-B769-7FA8F7251DEB}" type="pres">
      <dgm:prSet presAssocID="{23D8A93D-CD0C-4F69-8559-AF9344A1495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5771711-9B3D-4792-B5CC-75783F2BF3AE}" srcId="{FEF222E4-671F-4524-8E5B-4F8F2D51BBA2}" destId="{87C05757-A721-4CC7-A44C-C10FE89B422A}" srcOrd="0" destOrd="0" parTransId="{CC0DFBBB-F30D-4B22-AC9B-7541C20FDB88}" sibTransId="{A3457515-45C0-4809-A5CF-9E3AF7FD92FE}"/>
    <dgm:cxn modelId="{A988D61A-1B9B-47C1-AB83-DC9C0A2083C9}" srcId="{FEF222E4-671F-4524-8E5B-4F8F2D51BBA2}" destId="{BA4FB767-7F5B-4862-B9C1-5A6BD3E9E15F}" srcOrd="1" destOrd="0" parTransId="{6DD5D88D-BC53-4279-88E7-7795873A3985}" sibTransId="{947AB2DC-57A2-40D0-934A-7205B1D12A23}"/>
    <dgm:cxn modelId="{DD7EF949-148A-4AA4-AE73-B2C3B49CB3E0}" type="presOf" srcId="{FEF222E4-671F-4524-8E5B-4F8F2D51BBA2}" destId="{CC5E4A98-F464-409C-92BD-B610EC3CEB3F}" srcOrd="0" destOrd="0" presId="urn:microsoft.com/office/officeart/2018/2/layout/IconVerticalSolidList"/>
    <dgm:cxn modelId="{5185FA6E-426B-453B-9CED-94A7BAF54F05}" srcId="{FEF222E4-671F-4524-8E5B-4F8F2D51BBA2}" destId="{29872E1D-5600-486C-80D3-1BC0531FAFDD}" srcOrd="2" destOrd="0" parTransId="{3F020028-5618-4645-8CC3-53E9CD80D882}" sibTransId="{8E29C0C5-90F7-4BAB-88CE-298F5DF1AF84}"/>
    <dgm:cxn modelId="{8B8F6576-0F05-48FC-961F-7A947653372C}" type="presOf" srcId="{23D8A93D-CD0C-4F69-8559-AF9344A14958}" destId="{3F373414-7D26-4688-B769-7FA8F7251DEB}" srcOrd="0" destOrd="0" presId="urn:microsoft.com/office/officeart/2018/2/layout/IconVerticalSolidList"/>
    <dgm:cxn modelId="{CC74A37F-E5E3-45C0-9585-3CDDD6978799}" type="presOf" srcId="{87C05757-A721-4CC7-A44C-C10FE89B422A}" destId="{7F1176DF-3250-4F27-933C-C54EB3120DB8}" srcOrd="0" destOrd="0" presId="urn:microsoft.com/office/officeart/2018/2/layout/IconVerticalSolidList"/>
    <dgm:cxn modelId="{A0843A98-9428-4D72-B824-EEC31972A738}" type="presOf" srcId="{BA4FB767-7F5B-4862-B9C1-5A6BD3E9E15F}" destId="{82E0D343-772D-447A-997B-673DC2975C0B}" srcOrd="0" destOrd="0" presId="urn:microsoft.com/office/officeart/2018/2/layout/IconVerticalSolidList"/>
    <dgm:cxn modelId="{99EEB9D8-E5FE-489D-A479-56CA00F1E54B}" type="presOf" srcId="{29872E1D-5600-486C-80D3-1BC0531FAFDD}" destId="{FBBB8A2E-E139-45D2-BFA2-9DE9D1392368}" srcOrd="0" destOrd="0" presId="urn:microsoft.com/office/officeart/2018/2/layout/IconVerticalSolidList"/>
    <dgm:cxn modelId="{C9B261EF-7262-4F79-B535-7685BEE74380}" srcId="{FEF222E4-671F-4524-8E5B-4F8F2D51BBA2}" destId="{23D8A93D-CD0C-4F69-8559-AF9344A14958}" srcOrd="3" destOrd="0" parTransId="{B80FCEEA-1693-4DFA-BF80-EB2D04E39610}" sibTransId="{9C5E094D-70B5-4E2B-A530-C3ED7AF577B1}"/>
    <dgm:cxn modelId="{6D80EB24-3CAB-4748-9337-24490CD15CB1}" type="presParOf" srcId="{CC5E4A98-F464-409C-92BD-B610EC3CEB3F}" destId="{EA035070-82CD-44D9-A29D-E00D4DE3AEA3}" srcOrd="0" destOrd="0" presId="urn:microsoft.com/office/officeart/2018/2/layout/IconVerticalSolidList"/>
    <dgm:cxn modelId="{D9974136-BF1D-49BC-9DC6-D91548CE7453}" type="presParOf" srcId="{EA035070-82CD-44D9-A29D-E00D4DE3AEA3}" destId="{5953F5FC-8FF0-4D6B-946D-F0AB1F7C3423}" srcOrd="0" destOrd="0" presId="urn:microsoft.com/office/officeart/2018/2/layout/IconVerticalSolidList"/>
    <dgm:cxn modelId="{2BECC084-6DD6-47FF-BD4F-1F480F45AE90}" type="presParOf" srcId="{EA035070-82CD-44D9-A29D-E00D4DE3AEA3}" destId="{BC09DDA3-5155-4C91-9EA0-E0757E06A768}" srcOrd="1" destOrd="0" presId="urn:microsoft.com/office/officeart/2018/2/layout/IconVerticalSolidList"/>
    <dgm:cxn modelId="{D1F6C9AC-7676-4406-9EAE-00468DE935B3}" type="presParOf" srcId="{EA035070-82CD-44D9-A29D-E00D4DE3AEA3}" destId="{4284E8F3-E9DD-4305-BA18-FFF422F2D09E}" srcOrd="2" destOrd="0" presId="urn:microsoft.com/office/officeart/2018/2/layout/IconVerticalSolidList"/>
    <dgm:cxn modelId="{972A2D35-A7DB-4157-B333-66C6F3EF3894}" type="presParOf" srcId="{EA035070-82CD-44D9-A29D-E00D4DE3AEA3}" destId="{7F1176DF-3250-4F27-933C-C54EB3120DB8}" srcOrd="3" destOrd="0" presId="urn:microsoft.com/office/officeart/2018/2/layout/IconVerticalSolidList"/>
    <dgm:cxn modelId="{073F508C-EF11-4804-B4A9-2E1756FA057D}" type="presParOf" srcId="{CC5E4A98-F464-409C-92BD-B610EC3CEB3F}" destId="{9AA44C77-3976-42C3-9F7D-1221265EA479}" srcOrd="1" destOrd="0" presId="urn:microsoft.com/office/officeart/2018/2/layout/IconVerticalSolidList"/>
    <dgm:cxn modelId="{F112FC25-5473-4434-B331-642A40F6FF47}" type="presParOf" srcId="{CC5E4A98-F464-409C-92BD-B610EC3CEB3F}" destId="{B95DDF21-3CDE-434A-A381-867DA69AA0EB}" srcOrd="2" destOrd="0" presId="urn:microsoft.com/office/officeart/2018/2/layout/IconVerticalSolidList"/>
    <dgm:cxn modelId="{71DB7EFC-8F6D-4DBE-9B7E-5073D765D32C}" type="presParOf" srcId="{B95DDF21-3CDE-434A-A381-867DA69AA0EB}" destId="{A18CA12A-C956-4658-B28D-AB57A3D121E5}" srcOrd="0" destOrd="0" presId="urn:microsoft.com/office/officeart/2018/2/layout/IconVerticalSolidList"/>
    <dgm:cxn modelId="{20D005DE-3A68-424E-9627-5AA17B4B8675}" type="presParOf" srcId="{B95DDF21-3CDE-434A-A381-867DA69AA0EB}" destId="{8A948668-B2B3-4010-A19A-F2B0C01E53B8}" srcOrd="1" destOrd="0" presId="urn:microsoft.com/office/officeart/2018/2/layout/IconVerticalSolidList"/>
    <dgm:cxn modelId="{8E54E713-A457-4F76-8FC9-A93691A9385F}" type="presParOf" srcId="{B95DDF21-3CDE-434A-A381-867DA69AA0EB}" destId="{D59EBA87-EEED-4B5A-97B3-04E9D850FBC7}" srcOrd="2" destOrd="0" presId="urn:microsoft.com/office/officeart/2018/2/layout/IconVerticalSolidList"/>
    <dgm:cxn modelId="{ADAC82E2-0C8F-4763-93E7-E85142F13E43}" type="presParOf" srcId="{B95DDF21-3CDE-434A-A381-867DA69AA0EB}" destId="{82E0D343-772D-447A-997B-673DC2975C0B}" srcOrd="3" destOrd="0" presId="urn:microsoft.com/office/officeart/2018/2/layout/IconVerticalSolidList"/>
    <dgm:cxn modelId="{3BF41B5E-9549-4537-92E6-91D73682C603}" type="presParOf" srcId="{CC5E4A98-F464-409C-92BD-B610EC3CEB3F}" destId="{FAB2740C-BCF8-4465-955E-3A0A8140AC16}" srcOrd="3" destOrd="0" presId="urn:microsoft.com/office/officeart/2018/2/layout/IconVerticalSolidList"/>
    <dgm:cxn modelId="{B2E02119-30EF-49DD-8A26-836A8208D1CE}" type="presParOf" srcId="{CC5E4A98-F464-409C-92BD-B610EC3CEB3F}" destId="{3BAEC3DC-F422-472A-A4B0-42B57D08E129}" srcOrd="4" destOrd="0" presId="urn:microsoft.com/office/officeart/2018/2/layout/IconVerticalSolidList"/>
    <dgm:cxn modelId="{BD324A0E-D7F0-44FE-B669-66E0CAED4236}" type="presParOf" srcId="{3BAEC3DC-F422-472A-A4B0-42B57D08E129}" destId="{B53BECBD-9119-42DA-8E86-5239D1ABB55F}" srcOrd="0" destOrd="0" presId="urn:microsoft.com/office/officeart/2018/2/layout/IconVerticalSolidList"/>
    <dgm:cxn modelId="{B132093C-1E64-424E-977B-0A568793C5C5}" type="presParOf" srcId="{3BAEC3DC-F422-472A-A4B0-42B57D08E129}" destId="{6120A49F-FE8D-4E8B-8E3E-2D98B9BF7182}" srcOrd="1" destOrd="0" presId="urn:microsoft.com/office/officeart/2018/2/layout/IconVerticalSolidList"/>
    <dgm:cxn modelId="{1F77BA2A-2DDA-4908-84F6-57C15CF874AC}" type="presParOf" srcId="{3BAEC3DC-F422-472A-A4B0-42B57D08E129}" destId="{B7D6D594-23E1-4873-9D10-55A44A7F4D35}" srcOrd="2" destOrd="0" presId="urn:microsoft.com/office/officeart/2018/2/layout/IconVerticalSolidList"/>
    <dgm:cxn modelId="{AA42C186-9D81-49D8-BE34-73C563F10151}" type="presParOf" srcId="{3BAEC3DC-F422-472A-A4B0-42B57D08E129}" destId="{FBBB8A2E-E139-45D2-BFA2-9DE9D1392368}" srcOrd="3" destOrd="0" presId="urn:microsoft.com/office/officeart/2018/2/layout/IconVerticalSolidList"/>
    <dgm:cxn modelId="{495CF08B-4361-4AD9-8E1D-01A9AF5E8CFA}" type="presParOf" srcId="{CC5E4A98-F464-409C-92BD-B610EC3CEB3F}" destId="{F66C2DC7-A9B0-4062-B94F-C9B09927150E}" srcOrd="5" destOrd="0" presId="urn:microsoft.com/office/officeart/2018/2/layout/IconVerticalSolidList"/>
    <dgm:cxn modelId="{ADFE0E16-86CB-4513-9C7C-EA6B83C3F183}" type="presParOf" srcId="{CC5E4A98-F464-409C-92BD-B610EC3CEB3F}" destId="{8DF4026F-AE62-410D-83A7-64E24BCAF2A4}" srcOrd="6" destOrd="0" presId="urn:microsoft.com/office/officeart/2018/2/layout/IconVerticalSolidList"/>
    <dgm:cxn modelId="{F2C2E5B2-1AE4-4C90-81F6-99E5D7AEBFB8}" type="presParOf" srcId="{8DF4026F-AE62-410D-83A7-64E24BCAF2A4}" destId="{0C7D3AA6-8C72-4854-9C86-A0D93BCF68B7}" srcOrd="0" destOrd="0" presId="urn:microsoft.com/office/officeart/2018/2/layout/IconVerticalSolidList"/>
    <dgm:cxn modelId="{7E87BE0A-3C14-42CD-8FA2-8C5E0D73B41B}" type="presParOf" srcId="{8DF4026F-AE62-410D-83A7-64E24BCAF2A4}" destId="{11B22ED9-C36F-49F1-9C3E-30217EA611E5}" srcOrd="1" destOrd="0" presId="urn:microsoft.com/office/officeart/2018/2/layout/IconVerticalSolidList"/>
    <dgm:cxn modelId="{B73677DD-A6A1-4435-B3CC-1B0D803EBA7B}" type="presParOf" srcId="{8DF4026F-AE62-410D-83A7-64E24BCAF2A4}" destId="{A9467803-D2E8-4F37-9C75-9542E9CD0DF6}" srcOrd="2" destOrd="0" presId="urn:microsoft.com/office/officeart/2018/2/layout/IconVerticalSolidList"/>
    <dgm:cxn modelId="{F2CE88CA-C416-4A19-AB41-DD48EEC1F587}" type="presParOf" srcId="{8DF4026F-AE62-410D-83A7-64E24BCAF2A4}" destId="{3F373414-7D26-4688-B769-7FA8F7251DE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89BD81F-1F3F-4EDA-8D67-0898F58858C1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EC7431D-19D5-499C-880C-2B6C093D3A84}">
      <dgm:prSet/>
      <dgm:spPr/>
      <dgm:t>
        <a:bodyPr/>
        <a:lstStyle/>
        <a:p>
          <a:pPr>
            <a:defRPr b="1"/>
          </a:pPr>
          <a:r>
            <a:rPr lang="en-US" b="1" i="0" baseline="0"/>
            <a:t>Proposed Solution:</a:t>
          </a:r>
          <a:endParaRPr lang="en-US"/>
        </a:p>
      </dgm:t>
    </dgm:pt>
    <dgm:pt modelId="{1068B19F-B2D7-43EF-817B-1B1D13D5B88C}" type="parTrans" cxnId="{0452773D-89B4-45E1-AE3F-533FFBEBDBA6}">
      <dgm:prSet/>
      <dgm:spPr/>
      <dgm:t>
        <a:bodyPr/>
        <a:lstStyle/>
        <a:p>
          <a:endParaRPr lang="en-US"/>
        </a:p>
      </dgm:t>
    </dgm:pt>
    <dgm:pt modelId="{8D96FA92-AB0A-4449-8FF1-15335D71C263}" type="sibTrans" cxnId="{0452773D-89B4-45E1-AE3F-533FFBEBDBA6}">
      <dgm:prSet/>
      <dgm:spPr/>
      <dgm:t>
        <a:bodyPr/>
        <a:lstStyle/>
        <a:p>
          <a:endParaRPr lang="en-US"/>
        </a:p>
      </dgm:t>
    </dgm:pt>
    <dgm:pt modelId="{09C26FBF-156B-484E-8AC1-DD979D05D660}">
      <dgm:prSet/>
      <dgm:spPr/>
      <dgm:t>
        <a:bodyPr/>
        <a:lstStyle/>
        <a:p>
          <a:r>
            <a:rPr lang="en-US" b="0" i="0" baseline="0" dirty="0"/>
            <a:t>Detect reassignment needs automatically.</a:t>
          </a:r>
        </a:p>
        <a:p>
          <a:endParaRPr lang="en-US" dirty="0"/>
        </a:p>
      </dgm:t>
    </dgm:pt>
    <dgm:pt modelId="{940064AC-5032-4A30-8766-C41433761548}" type="parTrans" cxnId="{D717CA8B-81F7-4417-A47E-364367F1F4E0}">
      <dgm:prSet/>
      <dgm:spPr/>
      <dgm:t>
        <a:bodyPr/>
        <a:lstStyle/>
        <a:p>
          <a:endParaRPr lang="en-US"/>
        </a:p>
      </dgm:t>
    </dgm:pt>
    <dgm:pt modelId="{9D58CF26-A14C-47F1-9610-B6C09F238C00}" type="sibTrans" cxnId="{D717CA8B-81F7-4417-A47E-364367F1F4E0}">
      <dgm:prSet/>
      <dgm:spPr/>
      <dgm:t>
        <a:bodyPr/>
        <a:lstStyle/>
        <a:p>
          <a:endParaRPr lang="en-US"/>
        </a:p>
      </dgm:t>
    </dgm:pt>
    <dgm:pt modelId="{E93ECDCD-9BCB-462E-8FFE-E12F42642A16}">
      <dgm:prSet/>
      <dgm:spPr/>
      <dgm:t>
        <a:bodyPr/>
        <a:lstStyle/>
        <a:p>
          <a:r>
            <a:rPr lang="en-US" b="0" i="0" baseline="0"/>
            <a:t>Suggest optimal auditor-store pairing using:</a:t>
          </a:r>
          <a:endParaRPr lang="en-US"/>
        </a:p>
      </dgm:t>
    </dgm:pt>
    <dgm:pt modelId="{653C9D5A-07F9-4210-9DBD-D14FF4031C45}" type="parTrans" cxnId="{45A477AB-5494-44F7-A76E-25E10FDF5C61}">
      <dgm:prSet/>
      <dgm:spPr/>
      <dgm:t>
        <a:bodyPr/>
        <a:lstStyle/>
        <a:p>
          <a:endParaRPr lang="en-US"/>
        </a:p>
      </dgm:t>
    </dgm:pt>
    <dgm:pt modelId="{E0D29119-738A-424F-83CC-C2165D9C1A16}" type="sibTrans" cxnId="{45A477AB-5494-44F7-A76E-25E10FDF5C61}">
      <dgm:prSet/>
      <dgm:spPr/>
      <dgm:t>
        <a:bodyPr/>
        <a:lstStyle/>
        <a:p>
          <a:endParaRPr lang="en-US"/>
        </a:p>
      </dgm:t>
    </dgm:pt>
    <dgm:pt modelId="{2867420F-E7DC-43F9-9F50-A930046A1BF1}">
      <dgm:prSet/>
      <dgm:spPr/>
      <dgm:t>
        <a:bodyPr/>
        <a:lstStyle/>
        <a:p>
          <a:r>
            <a:rPr lang="en-US" b="0" i="0" baseline="0" dirty="0"/>
            <a:t>Auditor availability and workload.</a:t>
          </a:r>
          <a:endParaRPr lang="en-US" dirty="0"/>
        </a:p>
      </dgm:t>
    </dgm:pt>
    <dgm:pt modelId="{CC4E9C43-E009-4A5E-9C5E-F17F3DBD673E}" type="parTrans" cxnId="{A04BF972-BC72-4308-8FEC-DF208EACE439}">
      <dgm:prSet/>
      <dgm:spPr/>
      <dgm:t>
        <a:bodyPr/>
        <a:lstStyle/>
        <a:p>
          <a:endParaRPr lang="en-US"/>
        </a:p>
      </dgm:t>
    </dgm:pt>
    <dgm:pt modelId="{DC12C3DD-9DE8-441C-8965-81794E625EA3}" type="sibTrans" cxnId="{A04BF972-BC72-4308-8FEC-DF208EACE439}">
      <dgm:prSet/>
      <dgm:spPr/>
      <dgm:t>
        <a:bodyPr/>
        <a:lstStyle/>
        <a:p>
          <a:endParaRPr lang="en-US"/>
        </a:p>
      </dgm:t>
    </dgm:pt>
    <dgm:pt modelId="{0042A32B-1A0D-4B2A-A6AA-AB08FDCF76D2}">
      <dgm:prSet/>
      <dgm:spPr/>
      <dgm:t>
        <a:bodyPr/>
        <a:lstStyle/>
        <a:p>
          <a:r>
            <a:rPr lang="en-US" b="0" i="0" baseline="0" dirty="0"/>
            <a:t>Geolocation proximity (latitude &amp; longitude).</a:t>
          </a:r>
          <a:endParaRPr lang="en-US" dirty="0"/>
        </a:p>
      </dgm:t>
    </dgm:pt>
    <dgm:pt modelId="{7E0C394D-61B2-45FD-BC5C-6B3765A42A2D}" type="parTrans" cxnId="{FA50E1E1-1535-4540-B3AA-72DD87A941E3}">
      <dgm:prSet/>
      <dgm:spPr/>
      <dgm:t>
        <a:bodyPr/>
        <a:lstStyle/>
        <a:p>
          <a:endParaRPr lang="en-US"/>
        </a:p>
      </dgm:t>
    </dgm:pt>
    <dgm:pt modelId="{8AD5DF88-7CB2-450E-9C66-833E972D773B}" type="sibTrans" cxnId="{FA50E1E1-1535-4540-B3AA-72DD87A941E3}">
      <dgm:prSet/>
      <dgm:spPr/>
      <dgm:t>
        <a:bodyPr/>
        <a:lstStyle/>
        <a:p>
          <a:endParaRPr lang="en-US"/>
        </a:p>
      </dgm:t>
    </dgm:pt>
    <dgm:pt modelId="{53D3BE4D-710C-4679-A936-D52D924E370D}">
      <dgm:prSet/>
      <dgm:spPr/>
      <dgm:t>
        <a:bodyPr/>
        <a:lstStyle/>
        <a:p>
          <a:pPr>
            <a:defRPr b="1"/>
          </a:pPr>
          <a:r>
            <a:rPr lang="en-US" b="1" i="0" baseline="0" dirty="0"/>
            <a:t>Impact:</a:t>
          </a:r>
          <a:endParaRPr lang="en-US" dirty="0"/>
        </a:p>
      </dgm:t>
    </dgm:pt>
    <dgm:pt modelId="{7217DB56-A76B-4AC5-A3FE-29F10B1F3495}" type="parTrans" cxnId="{B9809F3B-D42A-412D-B2E5-F1AF40E65EC7}">
      <dgm:prSet/>
      <dgm:spPr/>
      <dgm:t>
        <a:bodyPr/>
        <a:lstStyle/>
        <a:p>
          <a:endParaRPr lang="en-US"/>
        </a:p>
      </dgm:t>
    </dgm:pt>
    <dgm:pt modelId="{3E04C830-650E-413A-9C58-D3F06D6AE573}" type="sibTrans" cxnId="{B9809F3B-D42A-412D-B2E5-F1AF40E65EC7}">
      <dgm:prSet/>
      <dgm:spPr/>
      <dgm:t>
        <a:bodyPr/>
        <a:lstStyle/>
        <a:p>
          <a:endParaRPr lang="en-US"/>
        </a:p>
      </dgm:t>
    </dgm:pt>
    <dgm:pt modelId="{EC8DFBCB-6820-42DF-8ADA-0E7BF4B450DC}">
      <dgm:prSet/>
      <dgm:spPr/>
      <dgm:t>
        <a:bodyPr/>
        <a:lstStyle/>
        <a:p>
          <a:r>
            <a:rPr lang="en-US" b="0" i="0" baseline="0"/>
            <a:t>Minimize audit delays and manual intervention.</a:t>
          </a:r>
          <a:endParaRPr lang="en-US"/>
        </a:p>
      </dgm:t>
    </dgm:pt>
    <dgm:pt modelId="{D71D14EB-5420-4AF8-906B-CBBA8094F18A}" type="parTrans" cxnId="{113E4424-E6EF-4A6E-AF44-04306FB00FB7}">
      <dgm:prSet/>
      <dgm:spPr/>
      <dgm:t>
        <a:bodyPr/>
        <a:lstStyle/>
        <a:p>
          <a:endParaRPr lang="en-US"/>
        </a:p>
      </dgm:t>
    </dgm:pt>
    <dgm:pt modelId="{E3DB012F-3408-49C0-99BA-E44CD248C5AC}" type="sibTrans" cxnId="{113E4424-E6EF-4A6E-AF44-04306FB00FB7}">
      <dgm:prSet/>
      <dgm:spPr/>
      <dgm:t>
        <a:bodyPr/>
        <a:lstStyle/>
        <a:p>
          <a:endParaRPr lang="en-US"/>
        </a:p>
      </dgm:t>
    </dgm:pt>
    <dgm:pt modelId="{D2078951-BD45-4675-B3BB-0B9FCBC2F00D}">
      <dgm:prSet/>
      <dgm:spPr/>
      <dgm:t>
        <a:bodyPr/>
        <a:lstStyle/>
        <a:p>
          <a:r>
            <a:rPr lang="en-US" b="0" i="0" baseline="0" dirty="0"/>
            <a:t>Maintain audit continuity and data integrity.</a:t>
          </a:r>
          <a:endParaRPr lang="en-US" dirty="0"/>
        </a:p>
      </dgm:t>
    </dgm:pt>
    <dgm:pt modelId="{AAB741DA-A6BF-43CF-B630-0DBB3104B47F}" type="parTrans" cxnId="{80A2DCC0-B48B-4546-9FDE-ED9B17AD919C}">
      <dgm:prSet/>
      <dgm:spPr/>
      <dgm:t>
        <a:bodyPr/>
        <a:lstStyle/>
        <a:p>
          <a:endParaRPr lang="en-US"/>
        </a:p>
      </dgm:t>
    </dgm:pt>
    <dgm:pt modelId="{3F388D9F-EDC0-456B-B2C0-5CCB2E2BBF62}" type="sibTrans" cxnId="{80A2DCC0-B48B-4546-9FDE-ED9B17AD919C}">
      <dgm:prSet/>
      <dgm:spPr/>
      <dgm:t>
        <a:bodyPr/>
        <a:lstStyle/>
        <a:p>
          <a:endParaRPr lang="en-US"/>
        </a:p>
      </dgm:t>
    </dgm:pt>
    <dgm:pt modelId="{D3EF9919-2E50-407C-BBA1-F3BC69C7F624}">
      <dgm:prSet/>
      <dgm:spPr/>
      <dgm:t>
        <a:bodyPr/>
        <a:lstStyle/>
        <a:p>
          <a:r>
            <a:rPr lang="en-US" b="0" i="0" baseline="0"/>
            <a:t>Improve planner and auditor experience.</a:t>
          </a:r>
          <a:endParaRPr lang="en-US"/>
        </a:p>
      </dgm:t>
    </dgm:pt>
    <dgm:pt modelId="{AA4A4666-5801-4CC2-B579-62B3DF30274C}" type="parTrans" cxnId="{795C0124-C5FB-4F24-A279-F7EBC5454849}">
      <dgm:prSet/>
      <dgm:spPr/>
      <dgm:t>
        <a:bodyPr/>
        <a:lstStyle/>
        <a:p>
          <a:endParaRPr lang="en-US"/>
        </a:p>
      </dgm:t>
    </dgm:pt>
    <dgm:pt modelId="{423DB2C9-7175-4785-8E07-A1FE1F8E50B3}" type="sibTrans" cxnId="{795C0124-C5FB-4F24-A279-F7EBC5454849}">
      <dgm:prSet/>
      <dgm:spPr/>
      <dgm:t>
        <a:bodyPr/>
        <a:lstStyle/>
        <a:p>
          <a:endParaRPr lang="en-US"/>
        </a:p>
      </dgm:t>
    </dgm:pt>
    <dgm:pt modelId="{980A555C-E09F-4B9E-88F6-71E8852E9B3D}" type="pres">
      <dgm:prSet presAssocID="{089BD81F-1F3F-4EDA-8D67-0898F58858C1}" presName="root" presStyleCnt="0">
        <dgm:presLayoutVars>
          <dgm:dir/>
          <dgm:resizeHandles val="exact"/>
        </dgm:presLayoutVars>
      </dgm:prSet>
      <dgm:spPr/>
    </dgm:pt>
    <dgm:pt modelId="{B695EFF4-C7BC-4EF0-B49D-E23D60D119FC}" type="pres">
      <dgm:prSet presAssocID="{8EC7431D-19D5-499C-880C-2B6C093D3A84}" presName="compNode" presStyleCnt="0"/>
      <dgm:spPr/>
    </dgm:pt>
    <dgm:pt modelId="{1431D9A5-5707-480D-9DD6-03D41C304E8E}" type="pres">
      <dgm:prSet presAssocID="{8EC7431D-19D5-499C-880C-2B6C093D3A8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"/>
        </a:ext>
      </dgm:extLst>
    </dgm:pt>
    <dgm:pt modelId="{E0FB4AAA-9485-4971-8B51-85F845AE6A16}" type="pres">
      <dgm:prSet presAssocID="{8EC7431D-19D5-499C-880C-2B6C093D3A84}" presName="iconSpace" presStyleCnt="0"/>
      <dgm:spPr/>
    </dgm:pt>
    <dgm:pt modelId="{9CDDA27D-FE9D-49EA-A005-3AE402CFA795}" type="pres">
      <dgm:prSet presAssocID="{8EC7431D-19D5-499C-880C-2B6C093D3A84}" presName="parTx" presStyleLbl="revTx" presStyleIdx="0" presStyleCnt="4">
        <dgm:presLayoutVars>
          <dgm:chMax val="0"/>
          <dgm:chPref val="0"/>
        </dgm:presLayoutVars>
      </dgm:prSet>
      <dgm:spPr/>
    </dgm:pt>
    <dgm:pt modelId="{52DE0697-E054-486E-9FCD-2E981F1EDD90}" type="pres">
      <dgm:prSet presAssocID="{8EC7431D-19D5-499C-880C-2B6C093D3A84}" presName="txSpace" presStyleCnt="0"/>
      <dgm:spPr/>
    </dgm:pt>
    <dgm:pt modelId="{EFDFFEB9-C02C-4787-82EB-14F1C72B00E5}" type="pres">
      <dgm:prSet presAssocID="{8EC7431D-19D5-499C-880C-2B6C093D3A84}" presName="desTx" presStyleLbl="revTx" presStyleIdx="1" presStyleCnt="4">
        <dgm:presLayoutVars/>
      </dgm:prSet>
      <dgm:spPr/>
    </dgm:pt>
    <dgm:pt modelId="{EA3E4F6B-88D4-45BB-9057-5DA6C24A89CA}" type="pres">
      <dgm:prSet presAssocID="{8D96FA92-AB0A-4449-8FF1-15335D71C263}" presName="sibTrans" presStyleCnt="0"/>
      <dgm:spPr/>
    </dgm:pt>
    <dgm:pt modelId="{7821C715-AD3E-4FF3-B56C-4B1BC04A3535}" type="pres">
      <dgm:prSet presAssocID="{53D3BE4D-710C-4679-A936-D52D924E370D}" presName="compNode" presStyleCnt="0"/>
      <dgm:spPr/>
    </dgm:pt>
    <dgm:pt modelId="{0B0444AD-FFBE-4CBE-A3EE-15A4B5E4820D}" type="pres">
      <dgm:prSet presAssocID="{53D3BE4D-710C-4679-A936-D52D924E370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22512305-CEAC-4FC7-9E78-A52B5F894B6C}" type="pres">
      <dgm:prSet presAssocID="{53D3BE4D-710C-4679-A936-D52D924E370D}" presName="iconSpace" presStyleCnt="0"/>
      <dgm:spPr/>
    </dgm:pt>
    <dgm:pt modelId="{E95DEDE8-42FE-4B94-8886-E191B8370066}" type="pres">
      <dgm:prSet presAssocID="{53D3BE4D-710C-4679-A936-D52D924E370D}" presName="parTx" presStyleLbl="revTx" presStyleIdx="2" presStyleCnt="4">
        <dgm:presLayoutVars>
          <dgm:chMax val="0"/>
          <dgm:chPref val="0"/>
        </dgm:presLayoutVars>
      </dgm:prSet>
      <dgm:spPr/>
    </dgm:pt>
    <dgm:pt modelId="{C0632F23-09B3-4ED4-80A6-0F47F9B1D8F8}" type="pres">
      <dgm:prSet presAssocID="{53D3BE4D-710C-4679-A936-D52D924E370D}" presName="txSpace" presStyleCnt="0"/>
      <dgm:spPr/>
    </dgm:pt>
    <dgm:pt modelId="{B3CB6FDF-79CB-4135-B2F6-3B6DC8001F79}" type="pres">
      <dgm:prSet presAssocID="{53D3BE4D-710C-4679-A936-D52D924E370D}" presName="desTx" presStyleLbl="revTx" presStyleIdx="3" presStyleCnt="4">
        <dgm:presLayoutVars/>
      </dgm:prSet>
      <dgm:spPr/>
    </dgm:pt>
  </dgm:ptLst>
  <dgm:cxnLst>
    <dgm:cxn modelId="{82C1FE18-B405-43EB-91D3-4B9CA70EA92F}" type="presOf" srcId="{09C26FBF-156B-484E-8AC1-DD979D05D660}" destId="{EFDFFEB9-C02C-4787-82EB-14F1C72B00E5}" srcOrd="0" destOrd="0" presId="urn:microsoft.com/office/officeart/2018/2/layout/IconLabelDescriptionList"/>
    <dgm:cxn modelId="{F92F6C1E-3368-4181-A050-6DADCF69D9BF}" type="presOf" srcId="{0042A32B-1A0D-4B2A-A6AA-AB08FDCF76D2}" destId="{EFDFFEB9-C02C-4787-82EB-14F1C72B00E5}" srcOrd="0" destOrd="3" presId="urn:microsoft.com/office/officeart/2018/2/layout/IconLabelDescriptionList"/>
    <dgm:cxn modelId="{2A169F23-E5AF-46B2-AF2F-391426B87D66}" type="presOf" srcId="{8EC7431D-19D5-499C-880C-2B6C093D3A84}" destId="{9CDDA27D-FE9D-49EA-A005-3AE402CFA795}" srcOrd="0" destOrd="0" presId="urn:microsoft.com/office/officeart/2018/2/layout/IconLabelDescriptionList"/>
    <dgm:cxn modelId="{795C0124-C5FB-4F24-A279-F7EBC5454849}" srcId="{53D3BE4D-710C-4679-A936-D52D924E370D}" destId="{D3EF9919-2E50-407C-BBA1-F3BC69C7F624}" srcOrd="2" destOrd="0" parTransId="{AA4A4666-5801-4CC2-B579-62B3DF30274C}" sibTransId="{423DB2C9-7175-4785-8E07-A1FE1F8E50B3}"/>
    <dgm:cxn modelId="{113E4424-E6EF-4A6E-AF44-04306FB00FB7}" srcId="{53D3BE4D-710C-4679-A936-D52D924E370D}" destId="{EC8DFBCB-6820-42DF-8ADA-0E7BF4B450DC}" srcOrd="0" destOrd="0" parTransId="{D71D14EB-5420-4AF8-906B-CBBA8094F18A}" sibTransId="{E3DB012F-3408-49C0-99BA-E44CD248C5AC}"/>
    <dgm:cxn modelId="{B9809F3B-D42A-412D-B2E5-F1AF40E65EC7}" srcId="{089BD81F-1F3F-4EDA-8D67-0898F58858C1}" destId="{53D3BE4D-710C-4679-A936-D52D924E370D}" srcOrd="1" destOrd="0" parTransId="{7217DB56-A76B-4AC5-A3FE-29F10B1F3495}" sibTransId="{3E04C830-650E-413A-9C58-D3F06D6AE573}"/>
    <dgm:cxn modelId="{0452773D-89B4-45E1-AE3F-533FFBEBDBA6}" srcId="{089BD81F-1F3F-4EDA-8D67-0898F58858C1}" destId="{8EC7431D-19D5-499C-880C-2B6C093D3A84}" srcOrd="0" destOrd="0" parTransId="{1068B19F-B2D7-43EF-817B-1B1D13D5B88C}" sibTransId="{8D96FA92-AB0A-4449-8FF1-15335D71C263}"/>
    <dgm:cxn modelId="{0E4BCD41-E772-443F-B510-6E20B24C30FF}" type="presOf" srcId="{089BD81F-1F3F-4EDA-8D67-0898F58858C1}" destId="{980A555C-E09F-4B9E-88F6-71E8852E9B3D}" srcOrd="0" destOrd="0" presId="urn:microsoft.com/office/officeart/2018/2/layout/IconLabelDescriptionList"/>
    <dgm:cxn modelId="{C4F49043-5D00-42A0-9AA4-FDDEDBC3A286}" type="presOf" srcId="{D3EF9919-2E50-407C-BBA1-F3BC69C7F624}" destId="{B3CB6FDF-79CB-4135-B2F6-3B6DC8001F79}" srcOrd="0" destOrd="2" presId="urn:microsoft.com/office/officeart/2018/2/layout/IconLabelDescriptionList"/>
    <dgm:cxn modelId="{3A0ED667-6B32-4B94-AFF8-55FDBD1D0122}" type="presOf" srcId="{53D3BE4D-710C-4679-A936-D52D924E370D}" destId="{E95DEDE8-42FE-4B94-8886-E191B8370066}" srcOrd="0" destOrd="0" presId="urn:microsoft.com/office/officeart/2018/2/layout/IconLabelDescriptionList"/>
    <dgm:cxn modelId="{A04BF972-BC72-4308-8FEC-DF208EACE439}" srcId="{E93ECDCD-9BCB-462E-8FFE-E12F42642A16}" destId="{2867420F-E7DC-43F9-9F50-A930046A1BF1}" srcOrd="0" destOrd="0" parTransId="{CC4E9C43-E009-4A5E-9C5E-F17F3DBD673E}" sibTransId="{DC12C3DD-9DE8-441C-8965-81794E625EA3}"/>
    <dgm:cxn modelId="{0104EF53-060F-415B-A16B-42C333E4C75D}" type="presOf" srcId="{D2078951-BD45-4675-B3BB-0B9FCBC2F00D}" destId="{B3CB6FDF-79CB-4135-B2F6-3B6DC8001F79}" srcOrd="0" destOrd="1" presId="urn:microsoft.com/office/officeart/2018/2/layout/IconLabelDescriptionList"/>
    <dgm:cxn modelId="{33E85785-6E88-4C34-95B1-AC1310589950}" type="presOf" srcId="{EC8DFBCB-6820-42DF-8ADA-0E7BF4B450DC}" destId="{B3CB6FDF-79CB-4135-B2F6-3B6DC8001F79}" srcOrd="0" destOrd="0" presId="urn:microsoft.com/office/officeart/2018/2/layout/IconLabelDescriptionList"/>
    <dgm:cxn modelId="{A4B74587-1CF1-4387-A587-90B7784C618E}" type="presOf" srcId="{2867420F-E7DC-43F9-9F50-A930046A1BF1}" destId="{EFDFFEB9-C02C-4787-82EB-14F1C72B00E5}" srcOrd="0" destOrd="2" presId="urn:microsoft.com/office/officeart/2018/2/layout/IconLabelDescriptionList"/>
    <dgm:cxn modelId="{D717CA8B-81F7-4417-A47E-364367F1F4E0}" srcId="{8EC7431D-19D5-499C-880C-2B6C093D3A84}" destId="{09C26FBF-156B-484E-8AC1-DD979D05D660}" srcOrd="0" destOrd="0" parTransId="{940064AC-5032-4A30-8766-C41433761548}" sibTransId="{9D58CF26-A14C-47F1-9610-B6C09F238C00}"/>
    <dgm:cxn modelId="{C1BBF99F-0767-431E-817B-5829FDF7A2B5}" type="presOf" srcId="{E93ECDCD-9BCB-462E-8FFE-E12F42642A16}" destId="{EFDFFEB9-C02C-4787-82EB-14F1C72B00E5}" srcOrd="0" destOrd="1" presId="urn:microsoft.com/office/officeart/2018/2/layout/IconLabelDescriptionList"/>
    <dgm:cxn modelId="{45A477AB-5494-44F7-A76E-25E10FDF5C61}" srcId="{8EC7431D-19D5-499C-880C-2B6C093D3A84}" destId="{E93ECDCD-9BCB-462E-8FFE-E12F42642A16}" srcOrd="1" destOrd="0" parTransId="{653C9D5A-07F9-4210-9DBD-D14FF4031C45}" sibTransId="{E0D29119-738A-424F-83CC-C2165D9C1A16}"/>
    <dgm:cxn modelId="{80A2DCC0-B48B-4546-9FDE-ED9B17AD919C}" srcId="{53D3BE4D-710C-4679-A936-D52D924E370D}" destId="{D2078951-BD45-4675-B3BB-0B9FCBC2F00D}" srcOrd="1" destOrd="0" parTransId="{AAB741DA-A6BF-43CF-B630-0DBB3104B47F}" sibTransId="{3F388D9F-EDC0-456B-B2C0-5CCB2E2BBF62}"/>
    <dgm:cxn modelId="{FA50E1E1-1535-4540-B3AA-72DD87A941E3}" srcId="{E93ECDCD-9BCB-462E-8FFE-E12F42642A16}" destId="{0042A32B-1A0D-4B2A-A6AA-AB08FDCF76D2}" srcOrd="1" destOrd="0" parTransId="{7E0C394D-61B2-45FD-BC5C-6B3765A42A2D}" sibTransId="{8AD5DF88-7CB2-450E-9C66-833E972D773B}"/>
    <dgm:cxn modelId="{94265C98-E24F-479D-B7E3-D4261B872F98}" type="presParOf" srcId="{980A555C-E09F-4B9E-88F6-71E8852E9B3D}" destId="{B695EFF4-C7BC-4EF0-B49D-E23D60D119FC}" srcOrd="0" destOrd="0" presId="urn:microsoft.com/office/officeart/2018/2/layout/IconLabelDescriptionList"/>
    <dgm:cxn modelId="{F8C95FA7-4DC0-492A-B21D-FB1E241EA341}" type="presParOf" srcId="{B695EFF4-C7BC-4EF0-B49D-E23D60D119FC}" destId="{1431D9A5-5707-480D-9DD6-03D41C304E8E}" srcOrd="0" destOrd="0" presId="urn:microsoft.com/office/officeart/2018/2/layout/IconLabelDescriptionList"/>
    <dgm:cxn modelId="{99A38084-01BE-4A2C-9114-41198C289242}" type="presParOf" srcId="{B695EFF4-C7BC-4EF0-B49D-E23D60D119FC}" destId="{E0FB4AAA-9485-4971-8B51-85F845AE6A16}" srcOrd="1" destOrd="0" presId="urn:microsoft.com/office/officeart/2018/2/layout/IconLabelDescriptionList"/>
    <dgm:cxn modelId="{4412C13B-EFE2-4B04-A83F-2BF620DD6475}" type="presParOf" srcId="{B695EFF4-C7BC-4EF0-B49D-E23D60D119FC}" destId="{9CDDA27D-FE9D-49EA-A005-3AE402CFA795}" srcOrd="2" destOrd="0" presId="urn:microsoft.com/office/officeart/2018/2/layout/IconLabelDescriptionList"/>
    <dgm:cxn modelId="{D8806B30-1FBA-4514-9A15-DA88006ACD6B}" type="presParOf" srcId="{B695EFF4-C7BC-4EF0-B49D-E23D60D119FC}" destId="{52DE0697-E054-486E-9FCD-2E981F1EDD90}" srcOrd="3" destOrd="0" presId="urn:microsoft.com/office/officeart/2018/2/layout/IconLabelDescriptionList"/>
    <dgm:cxn modelId="{B0313CAD-4F4C-41C3-B345-0DB0BA7A1666}" type="presParOf" srcId="{B695EFF4-C7BC-4EF0-B49D-E23D60D119FC}" destId="{EFDFFEB9-C02C-4787-82EB-14F1C72B00E5}" srcOrd="4" destOrd="0" presId="urn:microsoft.com/office/officeart/2018/2/layout/IconLabelDescriptionList"/>
    <dgm:cxn modelId="{99FE0BB0-2D23-49FF-8D19-3AFC7899EB2A}" type="presParOf" srcId="{980A555C-E09F-4B9E-88F6-71E8852E9B3D}" destId="{EA3E4F6B-88D4-45BB-9057-5DA6C24A89CA}" srcOrd="1" destOrd="0" presId="urn:microsoft.com/office/officeart/2018/2/layout/IconLabelDescriptionList"/>
    <dgm:cxn modelId="{E7DC87FA-1AC3-465B-9620-FFFA9B83D974}" type="presParOf" srcId="{980A555C-E09F-4B9E-88F6-71E8852E9B3D}" destId="{7821C715-AD3E-4FF3-B56C-4B1BC04A3535}" srcOrd="2" destOrd="0" presId="urn:microsoft.com/office/officeart/2018/2/layout/IconLabelDescriptionList"/>
    <dgm:cxn modelId="{BD0670D3-BB28-4E89-9BBC-41C13BC3D612}" type="presParOf" srcId="{7821C715-AD3E-4FF3-B56C-4B1BC04A3535}" destId="{0B0444AD-FFBE-4CBE-A3EE-15A4B5E4820D}" srcOrd="0" destOrd="0" presId="urn:microsoft.com/office/officeart/2018/2/layout/IconLabelDescriptionList"/>
    <dgm:cxn modelId="{73724C9A-0967-48D0-BEE2-A89D023F1ED6}" type="presParOf" srcId="{7821C715-AD3E-4FF3-B56C-4B1BC04A3535}" destId="{22512305-CEAC-4FC7-9E78-A52B5F894B6C}" srcOrd="1" destOrd="0" presId="urn:microsoft.com/office/officeart/2018/2/layout/IconLabelDescriptionList"/>
    <dgm:cxn modelId="{E6403B98-73EA-4C43-8DF8-A70039E0C179}" type="presParOf" srcId="{7821C715-AD3E-4FF3-B56C-4B1BC04A3535}" destId="{E95DEDE8-42FE-4B94-8886-E191B8370066}" srcOrd="2" destOrd="0" presId="urn:microsoft.com/office/officeart/2018/2/layout/IconLabelDescriptionList"/>
    <dgm:cxn modelId="{6DFB53BA-2157-4A3B-A4CA-42AE123B04AF}" type="presParOf" srcId="{7821C715-AD3E-4FF3-B56C-4B1BC04A3535}" destId="{C0632F23-09B3-4ED4-80A6-0F47F9B1D8F8}" srcOrd="3" destOrd="0" presId="urn:microsoft.com/office/officeart/2018/2/layout/IconLabelDescriptionList"/>
    <dgm:cxn modelId="{AD029EFE-C614-4011-B167-26D1F2C5F321}" type="presParOf" srcId="{7821C715-AD3E-4FF3-B56C-4B1BC04A3535}" destId="{B3CB6FDF-79CB-4135-B2F6-3B6DC8001F7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C1157A6-25D6-4F22-BBB3-61DF1B75FDC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310E22B-1A49-4E89-A2EC-1C020EAFC91D}">
      <dgm:prSet/>
      <dgm:spPr/>
      <dgm:t>
        <a:bodyPr/>
        <a:lstStyle/>
        <a:p>
          <a:r>
            <a:rPr lang="en-US" b="1" dirty="0"/>
            <a:t>Entities Developed:</a:t>
          </a:r>
        </a:p>
      </dgm:t>
    </dgm:pt>
    <dgm:pt modelId="{BD11890D-D273-42CC-9AD8-26485DCAB482}" type="parTrans" cxnId="{A3DCDB32-3645-4E1F-A239-D59ECE3D01FB}">
      <dgm:prSet/>
      <dgm:spPr/>
      <dgm:t>
        <a:bodyPr/>
        <a:lstStyle/>
        <a:p>
          <a:endParaRPr lang="en-US"/>
        </a:p>
      </dgm:t>
    </dgm:pt>
    <dgm:pt modelId="{3A3375CA-734F-4C6F-BEBF-ABB3769E12CB}" type="sibTrans" cxnId="{A3DCDB32-3645-4E1F-A239-D59ECE3D01FB}">
      <dgm:prSet/>
      <dgm:spPr/>
      <dgm:t>
        <a:bodyPr/>
        <a:lstStyle/>
        <a:p>
          <a:endParaRPr lang="en-US"/>
        </a:p>
      </dgm:t>
    </dgm:pt>
    <dgm:pt modelId="{74CE953C-370A-4DE9-BCC4-7B3E1F4196BD}">
      <dgm:prSet/>
      <dgm:spPr/>
      <dgm:t>
        <a:bodyPr/>
        <a:lstStyle/>
        <a:p>
          <a:r>
            <a:rPr lang="en-US" b="1" dirty="0"/>
            <a:t>Auditor: </a:t>
          </a:r>
          <a:r>
            <a:rPr lang="en-US" dirty="0"/>
            <a:t>Name, Availability status, location details, workload capacity, currently assigned workload.</a:t>
          </a:r>
        </a:p>
      </dgm:t>
    </dgm:pt>
    <dgm:pt modelId="{DE252C43-40E2-4A46-9ACB-9F415B4F57EE}" type="parTrans" cxnId="{90665F70-7AB0-47CC-B7C4-3C20DCAB3B3F}">
      <dgm:prSet/>
      <dgm:spPr/>
      <dgm:t>
        <a:bodyPr/>
        <a:lstStyle/>
        <a:p>
          <a:endParaRPr lang="en-US"/>
        </a:p>
      </dgm:t>
    </dgm:pt>
    <dgm:pt modelId="{7AE62041-24B8-42FF-819B-0E87A3F7929A}" type="sibTrans" cxnId="{90665F70-7AB0-47CC-B7C4-3C20DCAB3B3F}">
      <dgm:prSet/>
      <dgm:spPr/>
      <dgm:t>
        <a:bodyPr/>
        <a:lstStyle/>
        <a:p>
          <a:endParaRPr lang="en-US"/>
        </a:p>
      </dgm:t>
    </dgm:pt>
    <dgm:pt modelId="{45D4B5BB-EA09-4EB1-A643-6ED257452996}">
      <dgm:prSet/>
      <dgm:spPr/>
      <dgm:t>
        <a:bodyPr/>
        <a:lstStyle/>
        <a:p>
          <a:r>
            <a:rPr lang="en-US" b="1" dirty="0"/>
            <a:t>Store: </a:t>
          </a:r>
          <a:r>
            <a:rPr lang="en-US" dirty="0"/>
            <a:t>Name, location details and status.</a:t>
          </a:r>
        </a:p>
      </dgm:t>
    </dgm:pt>
    <dgm:pt modelId="{CD2F6A74-634A-47C2-A41A-71D72367E454}" type="parTrans" cxnId="{F2380FF9-77A0-4B52-A52F-3EB2BBD806CF}">
      <dgm:prSet/>
      <dgm:spPr/>
      <dgm:t>
        <a:bodyPr/>
        <a:lstStyle/>
        <a:p>
          <a:endParaRPr lang="en-US"/>
        </a:p>
      </dgm:t>
    </dgm:pt>
    <dgm:pt modelId="{F3FAFAF8-08F0-4028-919E-D90E5F744816}" type="sibTrans" cxnId="{F2380FF9-77A0-4B52-A52F-3EB2BBD806CF}">
      <dgm:prSet/>
      <dgm:spPr/>
      <dgm:t>
        <a:bodyPr/>
        <a:lstStyle/>
        <a:p>
          <a:endParaRPr lang="en-US"/>
        </a:p>
      </dgm:t>
    </dgm:pt>
    <dgm:pt modelId="{CE698301-7EA3-47D4-94B7-44D758937A20}">
      <dgm:prSet/>
      <dgm:spPr/>
      <dgm:t>
        <a:bodyPr/>
        <a:lstStyle/>
        <a:p>
          <a:r>
            <a:rPr lang="en-US" b="1"/>
            <a:t>Audit Plan: </a:t>
          </a:r>
          <a:r>
            <a:rPr lang="en-US"/>
            <a:t>Links auditor and store with schedule details with Priorities</a:t>
          </a:r>
        </a:p>
      </dgm:t>
    </dgm:pt>
    <dgm:pt modelId="{95F026C6-30C8-4019-877B-BEA8FDC3661F}" type="parTrans" cxnId="{7F742575-A28E-440D-BC45-DB9E94271FE0}">
      <dgm:prSet/>
      <dgm:spPr/>
      <dgm:t>
        <a:bodyPr/>
        <a:lstStyle/>
        <a:p>
          <a:endParaRPr lang="en-US"/>
        </a:p>
      </dgm:t>
    </dgm:pt>
    <dgm:pt modelId="{E5275B7B-C810-423B-B3BD-9D1068F4F90D}" type="sibTrans" cxnId="{7F742575-A28E-440D-BC45-DB9E94271FE0}">
      <dgm:prSet/>
      <dgm:spPr/>
      <dgm:t>
        <a:bodyPr/>
        <a:lstStyle/>
        <a:p>
          <a:endParaRPr lang="en-US"/>
        </a:p>
      </dgm:t>
    </dgm:pt>
    <dgm:pt modelId="{8DCFD65D-0DA0-4315-99A6-7C95240D2C14}" type="pres">
      <dgm:prSet presAssocID="{6C1157A6-25D6-4F22-BBB3-61DF1B75FDC1}" presName="root" presStyleCnt="0">
        <dgm:presLayoutVars>
          <dgm:dir/>
          <dgm:resizeHandles val="exact"/>
        </dgm:presLayoutVars>
      </dgm:prSet>
      <dgm:spPr/>
    </dgm:pt>
    <dgm:pt modelId="{6118846D-4C5C-4219-8748-717D3AA0D902}" type="pres">
      <dgm:prSet presAssocID="{8310E22B-1A49-4E89-A2EC-1C020EAFC91D}" presName="compNode" presStyleCnt="0"/>
      <dgm:spPr/>
    </dgm:pt>
    <dgm:pt modelId="{7CCA6620-F9DD-4C40-9DFA-88A3D02271DF}" type="pres">
      <dgm:prSet presAssocID="{8310E22B-1A49-4E89-A2EC-1C020EAFC91D}" presName="bgRect" presStyleLbl="bgShp" presStyleIdx="0" presStyleCnt="4" custScaleY="69099"/>
      <dgm:spPr/>
    </dgm:pt>
    <dgm:pt modelId="{CDCD3E86-813D-415F-B1D6-B27CE8D991E4}" type="pres">
      <dgm:prSet presAssocID="{8310E22B-1A49-4E89-A2EC-1C020EAFC91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EA8FFF55-63C4-4EFD-9A07-7CD95E045441}" type="pres">
      <dgm:prSet presAssocID="{8310E22B-1A49-4E89-A2EC-1C020EAFC91D}" presName="spaceRect" presStyleCnt="0"/>
      <dgm:spPr/>
    </dgm:pt>
    <dgm:pt modelId="{3645567B-9B7F-4CF1-A1A8-885E450DD720}" type="pres">
      <dgm:prSet presAssocID="{8310E22B-1A49-4E89-A2EC-1C020EAFC91D}" presName="parTx" presStyleLbl="revTx" presStyleIdx="0" presStyleCnt="4">
        <dgm:presLayoutVars>
          <dgm:chMax val="0"/>
          <dgm:chPref val="0"/>
        </dgm:presLayoutVars>
      </dgm:prSet>
      <dgm:spPr/>
    </dgm:pt>
    <dgm:pt modelId="{25C3A3A1-DCBC-4288-8D84-51ED70557AF8}" type="pres">
      <dgm:prSet presAssocID="{3A3375CA-734F-4C6F-BEBF-ABB3769E12CB}" presName="sibTrans" presStyleCnt="0"/>
      <dgm:spPr/>
    </dgm:pt>
    <dgm:pt modelId="{67C94911-F1A6-4E76-B335-15785D47A17B}" type="pres">
      <dgm:prSet presAssocID="{74CE953C-370A-4DE9-BCC4-7B3E1F4196BD}" presName="compNode" presStyleCnt="0"/>
      <dgm:spPr/>
    </dgm:pt>
    <dgm:pt modelId="{7EA54CA5-0F2B-403B-B5FE-321A3F2ED423}" type="pres">
      <dgm:prSet presAssocID="{74CE953C-370A-4DE9-BCC4-7B3E1F4196BD}" presName="bgRect" presStyleLbl="bgShp" presStyleIdx="1" presStyleCnt="4"/>
      <dgm:spPr/>
    </dgm:pt>
    <dgm:pt modelId="{97777F57-25EE-4B44-B6C6-31DDC8697300}" type="pres">
      <dgm:prSet presAssocID="{74CE953C-370A-4DE9-BCC4-7B3E1F4196B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F2C6333B-248C-4553-B980-DD646C683A4E}" type="pres">
      <dgm:prSet presAssocID="{74CE953C-370A-4DE9-BCC4-7B3E1F4196BD}" presName="spaceRect" presStyleCnt="0"/>
      <dgm:spPr/>
    </dgm:pt>
    <dgm:pt modelId="{F73C1683-233C-4EEB-A8EC-AF1447E0AADB}" type="pres">
      <dgm:prSet presAssocID="{74CE953C-370A-4DE9-BCC4-7B3E1F4196BD}" presName="parTx" presStyleLbl="revTx" presStyleIdx="1" presStyleCnt="4">
        <dgm:presLayoutVars>
          <dgm:chMax val="0"/>
          <dgm:chPref val="0"/>
        </dgm:presLayoutVars>
      </dgm:prSet>
      <dgm:spPr/>
    </dgm:pt>
    <dgm:pt modelId="{3EB88603-AB26-4BFE-B21F-EF3964E990CD}" type="pres">
      <dgm:prSet presAssocID="{7AE62041-24B8-42FF-819B-0E87A3F7929A}" presName="sibTrans" presStyleCnt="0"/>
      <dgm:spPr/>
    </dgm:pt>
    <dgm:pt modelId="{C5025F33-3C78-4991-B3F6-16F2E872E5CD}" type="pres">
      <dgm:prSet presAssocID="{45D4B5BB-EA09-4EB1-A643-6ED257452996}" presName="compNode" presStyleCnt="0"/>
      <dgm:spPr/>
    </dgm:pt>
    <dgm:pt modelId="{3330F04D-71AB-490B-8FCA-E00E17D4AED8}" type="pres">
      <dgm:prSet presAssocID="{45D4B5BB-EA09-4EB1-A643-6ED257452996}" presName="bgRect" presStyleLbl="bgShp" presStyleIdx="2" presStyleCnt="4"/>
      <dgm:spPr/>
    </dgm:pt>
    <dgm:pt modelId="{703011A9-E91A-422F-A2E5-0FCB28EC3526}" type="pres">
      <dgm:prSet presAssocID="{45D4B5BB-EA09-4EB1-A643-6ED25745299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466194EE-C030-4BA2-9770-01944BC04D46}" type="pres">
      <dgm:prSet presAssocID="{45D4B5BB-EA09-4EB1-A643-6ED257452996}" presName="spaceRect" presStyleCnt="0"/>
      <dgm:spPr/>
    </dgm:pt>
    <dgm:pt modelId="{72E9EB9F-10CB-4F6E-9CCE-08CE170A5BAA}" type="pres">
      <dgm:prSet presAssocID="{45D4B5BB-EA09-4EB1-A643-6ED257452996}" presName="parTx" presStyleLbl="revTx" presStyleIdx="2" presStyleCnt="4">
        <dgm:presLayoutVars>
          <dgm:chMax val="0"/>
          <dgm:chPref val="0"/>
        </dgm:presLayoutVars>
      </dgm:prSet>
      <dgm:spPr/>
    </dgm:pt>
    <dgm:pt modelId="{F24EE60F-590B-4295-8477-EFDD5B9D14E7}" type="pres">
      <dgm:prSet presAssocID="{F3FAFAF8-08F0-4028-919E-D90E5F744816}" presName="sibTrans" presStyleCnt="0"/>
      <dgm:spPr/>
    </dgm:pt>
    <dgm:pt modelId="{42702F61-AF1F-4997-B117-9C4B32AEEBE8}" type="pres">
      <dgm:prSet presAssocID="{CE698301-7EA3-47D4-94B7-44D758937A20}" presName="compNode" presStyleCnt="0"/>
      <dgm:spPr/>
    </dgm:pt>
    <dgm:pt modelId="{53E737C7-ED53-4C34-8FAF-EEDB4015C354}" type="pres">
      <dgm:prSet presAssocID="{CE698301-7EA3-47D4-94B7-44D758937A20}" presName="bgRect" presStyleLbl="bgShp" presStyleIdx="3" presStyleCnt="4"/>
      <dgm:spPr/>
    </dgm:pt>
    <dgm:pt modelId="{26380AD3-AED3-45AF-BF6A-C16DD8D91F3B}" type="pres">
      <dgm:prSet presAssocID="{CE698301-7EA3-47D4-94B7-44D758937A2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6E0121EB-AB4A-4A06-A019-1FA4119BC7C3}" type="pres">
      <dgm:prSet presAssocID="{CE698301-7EA3-47D4-94B7-44D758937A20}" presName="spaceRect" presStyleCnt="0"/>
      <dgm:spPr/>
    </dgm:pt>
    <dgm:pt modelId="{BC894EFA-74FF-417A-A0D6-FDB94048D0F4}" type="pres">
      <dgm:prSet presAssocID="{CE698301-7EA3-47D4-94B7-44D758937A2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CE5C405-56E0-4A44-AB17-E71EA169BF97}" type="presOf" srcId="{6C1157A6-25D6-4F22-BBB3-61DF1B75FDC1}" destId="{8DCFD65D-0DA0-4315-99A6-7C95240D2C14}" srcOrd="0" destOrd="0" presId="urn:microsoft.com/office/officeart/2018/2/layout/IconVerticalSolidList"/>
    <dgm:cxn modelId="{A3DCDB32-3645-4E1F-A239-D59ECE3D01FB}" srcId="{6C1157A6-25D6-4F22-BBB3-61DF1B75FDC1}" destId="{8310E22B-1A49-4E89-A2EC-1C020EAFC91D}" srcOrd="0" destOrd="0" parTransId="{BD11890D-D273-42CC-9AD8-26485DCAB482}" sibTransId="{3A3375CA-734F-4C6F-BEBF-ABB3769E12CB}"/>
    <dgm:cxn modelId="{60D1D56D-45EF-4AD9-BF79-61238E13575D}" type="presOf" srcId="{8310E22B-1A49-4E89-A2EC-1C020EAFC91D}" destId="{3645567B-9B7F-4CF1-A1A8-885E450DD720}" srcOrd="0" destOrd="0" presId="urn:microsoft.com/office/officeart/2018/2/layout/IconVerticalSolidList"/>
    <dgm:cxn modelId="{90665F70-7AB0-47CC-B7C4-3C20DCAB3B3F}" srcId="{6C1157A6-25D6-4F22-BBB3-61DF1B75FDC1}" destId="{74CE953C-370A-4DE9-BCC4-7B3E1F4196BD}" srcOrd="1" destOrd="0" parTransId="{DE252C43-40E2-4A46-9ACB-9F415B4F57EE}" sibTransId="{7AE62041-24B8-42FF-819B-0E87A3F7929A}"/>
    <dgm:cxn modelId="{7F742575-A28E-440D-BC45-DB9E94271FE0}" srcId="{6C1157A6-25D6-4F22-BBB3-61DF1B75FDC1}" destId="{CE698301-7EA3-47D4-94B7-44D758937A20}" srcOrd="3" destOrd="0" parTransId="{95F026C6-30C8-4019-877B-BEA8FDC3661F}" sibTransId="{E5275B7B-C810-423B-B3BD-9D1068F4F90D}"/>
    <dgm:cxn modelId="{0E499278-F37C-4DF4-AD8D-04E8CC469239}" type="presOf" srcId="{74CE953C-370A-4DE9-BCC4-7B3E1F4196BD}" destId="{F73C1683-233C-4EEB-A8EC-AF1447E0AADB}" srcOrd="0" destOrd="0" presId="urn:microsoft.com/office/officeart/2018/2/layout/IconVerticalSolidList"/>
    <dgm:cxn modelId="{963E2AB7-9C45-43B9-9DEC-2D56F1665CC6}" type="presOf" srcId="{45D4B5BB-EA09-4EB1-A643-6ED257452996}" destId="{72E9EB9F-10CB-4F6E-9CCE-08CE170A5BAA}" srcOrd="0" destOrd="0" presId="urn:microsoft.com/office/officeart/2018/2/layout/IconVerticalSolidList"/>
    <dgm:cxn modelId="{19AC30D8-88F9-4F78-A2E2-DDE87486225C}" type="presOf" srcId="{CE698301-7EA3-47D4-94B7-44D758937A20}" destId="{BC894EFA-74FF-417A-A0D6-FDB94048D0F4}" srcOrd="0" destOrd="0" presId="urn:microsoft.com/office/officeart/2018/2/layout/IconVerticalSolidList"/>
    <dgm:cxn modelId="{F2380FF9-77A0-4B52-A52F-3EB2BBD806CF}" srcId="{6C1157A6-25D6-4F22-BBB3-61DF1B75FDC1}" destId="{45D4B5BB-EA09-4EB1-A643-6ED257452996}" srcOrd="2" destOrd="0" parTransId="{CD2F6A74-634A-47C2-A41A-71D72367E454}" sibTransId="{F3FAFAF8-08F0-4028-919E-D90E5F744816}"/>
    <dgm:cxn modelId="{EE0CA213-5B57-4255-80D5-A32C7C176382}" type="presParOf" srcId="{8DCFD65D-0DA0-4315-99A6-7C95240D2C14}" destId="{6118846D-4C5C-4219-8748-717D3AA0D902}" srcOrd="0" destOrd="0" presId="urn:microsoft.com/office/officeart/2018/2/layout/IconVerticalSolidList"/>
    <dgm:cxn modelId="{CA6FE428-6D2A-4C14-974C-EEE66464C280}" type="presParOf" srcId="{6118846D-4C5C-4219-8748-717D3AA0D902}" destId="{7CCA6620-F9DD-4C40-9DFA-88A3D02271DF}" srcOrd="0" destOrd="0" presId="urn:microsoft.com/office/officeart/2018/2/layout/IconVerticalSolidList"/>
    <dgm:cxn modelId="{8745217C-2C3F-4ED3-822A-A08BAE9EF375}" type="presParOf" srcId="{6118846D-4C5C-4219-8748-717D3AA0D902}" destId="{CDCD3E86-813D-415F-B1D6-B27CE8D991E4}" srcOrd="1" destOrd="0" presId="urn:microsoft.com/office/officeart/2018/2/layout/IconVerticalSolidList"/>
    <dgm:cxn modelId="{606694EF-02DE-4979-A2BF-43F3D3394C39}" type="presParOf" srcId="{6118846D-4C5C-4219-8748-717D3AA0D902}" destId="{EA8FFF55-63C4-4EFD-9A07-7CD95E045441}" srcOrd="2" destOrd="0" presId="urn:microsoft.com/office/officeart/2018/2/layout/IconVerticalSolidList"/>
    <dgm:cxn modelId="{A931BA59-8F70-4B2E-BF1C-3299FDC0F4FA}" type="presParOf" srcId="{6118846D-4C5C-4219-8748-717D3AA0D902}" destId="{3645567B-9B7F-4CF1-A1A8-885E450DD720}" srcOrd="3" destOrd="0" presId="urn:microsoft.com/office/officeart/2018/2/layout/IconVerticalSolidList"/>
    <dgm:cxn modelId="{7C302E36-6132-4A74-8BE6-D70B0B473709}" type="presParOf" srcId="{8DCFD65D-0DA0-4315-99A6-7C95240D2C14}" destId="{25C3A3A1-DCBC-4288-8D84-51ED70557AF8}" srcOrd="1" destOrd="0" presId="urn:microsoft.com/office/officeart/2018/2/layout/IconVerticalSolidList"/>
    <dgm:cxn modelId="{B4B048B0-5C67-4191-B813-2902E1F38797}" type="presParOf" srcId="{8DCFD65D-0DA0-4315-99A6-7C95240D2C14}" destId="{67C94911-F1A6-4E76-B335-15785D47A17B}" srcOrd="2" destOrd="0" presId="urn:microsoft.com/office/officeart/2018/2/layout/IconVerticalSolidList"/>
    <dgm:cxn modelId="{2F970B74-57A4-4D0A-850B-7D43915217E3}" type="presParOf" srcId="{67C94911-F1A6-4E76-B335-15785D47A17B}" destId="{7EA54CA5-0F2B-403B-B5FE-321A3F2ED423}" srcOrd="0" destOrd="0" presId="urn:microsoft.com/office/officeart/2018/2/layout/IconVerticalSolidList"/>
    <dgm:cxn modelId="{0088AC78-0CEE-459D-A82F-D20ABF7C9D59}" type="presParOf" srcId="{67C94911-F1A6-4E76-B335-15785D47A17B}" destId="{97777F57-25EE-4B44-B6C6-31DDC8697300}" srcOrd="1" destOrd="0" presId="urn:microsoft.com/office/officeart/2018/2/layout/IconVerticalSolidList"/>
    <dgm:cxn modelId="{F51C7C8E-9391-4B2F-86F2-0C21327DC3C7}" type="presParOf" srcId="{67C94911-F1A6-4E76-B335-15785D47A17B}" destId="{F2C6333B-248C-4553-B980-DD646C683A4E}" srcOrd="2" destOrd="0" presId="urn:microsoft.com/office/officeart/2018/2/layout/IconVerticalSolidList"/>
    <dgm:cxn modelId="{3C290C6A-FB94-4D25-9E40-527761743E4F}" type="presParOf" srcId="{67C94911-F1A6-4E76-B335-15785D47A17B}" destId="{F73C1683-233C-4EEB-A8EC-AF1447E0AADB}" srcOrd="3" destOrd="0" presId="urn:microsoft.com/office/officeart/2018/2/layout/IconVerticalSolidList"/>
    <dgm:cxn modelId="{0F789F26-501C-4669-909C-3806878DAC9B}" type="presParOf" srcId="{8DCFD65D-0DA0-4315-99A6-7C95240D2C14}" destId="{3EB88603-AB26-4BFE-B21F-EF3964E990CD}" srcOrd="3" destOrd="0" presId="urn:microsoft.com/office/officeart/2018/2/layout/IconVerticalSolidList"/>
    <dgm:cxn modelId="{A4D0A67F-20EC-4DC5-A108-3E6631165C90}" type="presParOf" srcId="{8DCFD65D-0DA0-4315-99A6-7C95240D2C14}" destId="{C5025F33-3C78-4991-B3F6-16F2E872E5CD}" srcOrd="4" destOrd="0" presId="urn:microsoft.com/office/officeart/2018/2/layout/IconVerticalSolidList"/>
    <dgm:cxn modelId="{DBC91326-6E9C-45D6-9B3C-9CB965ADEF77}" type="presParOf" srcId="{C5025F33-3C78-4991-B3F6-16F2E872E5CD}" destId="{3330F04D-71AB-490B-8FCA-E00E17D4AED8}" srcOrd="0" destOrd="0" presId="urn:microsoft.com/office/officeart/2018/2/layout/IconVerticalSolidList"/>
    <dgm:cxn modelId="{2C08C21A-0C64-4935-A730-C41DC0415DD1}" type="presParOf" srcId="{C5025F33-3C78-4991-B3F6-16F2E872E5CD}" destId="{703011A9-E91A-422F-A2E5-0FCB28EC3526}" srcOrd="1" destOrd="0" presId="urn:microsoft.com/office/officeart/2018/2/layout/IconVerticalSolidList"/>
    <dgm:cxn modelId="{3F9F3989-CB22-45F2-8642-788005A838DC}" type="presParOf" srcId="{C5025F33-3C78-4991-B3F6-16F2E872E5CD}" destId="{466194EE-C030-4BA2-9770-01944BC04D46}" srcOrd="2" destOrd="0" presId="urn:microsoft.com/office/officeart/2018/2/layout/IconVerticalSolidList"/>
    <dgm:cxn modelId="{130AF8BC-38E1-4015-BA72-F7057742641E}" type="presParOf" srcId="{C5025F33-3C78-4991-B3F6-16F2E872E5CD}" destId="{72E9EB9F-10CB-4F6E-9CCE-08CE170A5BAA}" srcOrd="3" destOrd="0" presId="urn:microsoft.com/office/officeart/2018/2/layout/IconVerticalSolidList"/>
    <dgm:cxn modelId="{075F63CA-821A-4C30-9EE2-A08287CCAF1E}" type="presParOf" srcId="{8DCFD65D-0DA0-4315-99A6-7C95240D2C14}" destId="{F24EE60F-590B-4295-8477-EFDD5B9D14E7}" srcOrd="5" destOrd="0" presId="urn:microsoft.com/office/officeart/2018/2/layout/IconVerticalSolidList"/>
    <dgm:cxn modelId="{2614BBCE-77C4-4177-AECC-E7901AC8D93A}" type="presParOf" srcId="{8DCFD65D-0DA0-4315-99A6-7C95240D2C14}" destId="{42702F61-AF1F-4997-B117-9C4B32AEEBE8}" srcOrd="6" destOrd="0" presId="urn:microsoft.com/office/officeart/2018/2/layout/IconVerticalSolidList"/>
    <dgm:cxn modelId="{B9ECFCCC-DADE-4099-9231-2C54845EBD11}" type="presParOf" srcId="{42702F61-AF1F-4997-B117-9C4B32AEEBE8}" destId="{53E737C7-ED53-4C34-8FAF-EEDB4015C354}" srcOrd="0" destOrd="0" presId="urn:microsoft.com/office/officeart/2018/2/layout/IconVerticalSolidList"/>
    <dgm:cxn modelId="{CD7ADD3E-8BF6-4A79-9B66-53C261C5FE8A}" type="presParOf" srcId="{42702F61-AF1F-4997-B117-9C4B32AEEBE8}" destId="{26380AD3-AED3-45AF-BF6A-C16DD8D91F3B}" srcOrd="1" destOrd="0" presId="urn:microsoft.com/office/officeart/2018/2/layout/IconVerticalSolidList"/>
    <dgm:cxn modelId="{D97E9BE1-37F3-47D4-AD06-4FD16919485D}" type="presParOf" srcId="{42702F61-AF1F-4997-B117-9C4B32AEEBE8}" destId="{6E0121EB-AB4A-4A06-A019-1FA4119BC7C3}" srcOrd="2" destOrd="0" presId="urn:microsoft.com/office/officeart/2018/2/layout/IconVerticalSolidList"/>
    <dgm:cxn modelId="{8D27624E-D79C-4EF6-BA8C-D5B6DC045F67}" type="presParOf" srcId="{42702F61-AF1F-4997-B117-9C4B32AEEBE8}" destId="{BC894EFA-74FF-417A-A0D6-FDB94048D0F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919EA72-CB7D-40AB-82D8-88045411C37E}" type="doc">
      <dgm:prSet loTypeId="urn:microsoft.com/office/officeart/2016/7/layout/VerticalSolidActionList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D0680F7-33CA-477D-9983-FBF6C060ABE8}">
      <dgm:prSet/>
      <dgm:spPr/>
      <dgm:t>
        <a:bodyPr/>
        <a:lstStyle/>
        <a:p>
          <a:r>
            <a:rPr lang="en-US" dirty="0"/>
            <a:t>Distance Calculation</a:t>
          </a:r>
        </a:p>
      </dgm:t>
    </dgm:pt>
    <dgm:pt modelId="{F37F83C4-04DD-41D6-9E11-BCBD5020532A}" type="parTrans" cxnId="{EEB023D5-A168-4EBB-9DF0-1E1172432F3D}">
      <dgm:prSet/>
      <dgm:spPr/>
      <dgm:t>
        <a:bodyPr/>
        <a:lstStyle/>
        <a:p>
          <a:endParaRPr lang="en-US"/>
        </a:p>
      </dgm:t>
    </dgm:pt>
    <dgm:pt modelId="{AD98501B-1756-4AD5-AE87-0644C1B7FE9B}" type="sibTrans" cxnId="{EEB023D5-A168-4EBB-9DF0-1E1172432F3D}">
      <dgm:prSet/>
      <dgm:spPr/>
      <dgm:t>
        <a:bodyPr/>
        <a:lstStyle/>
        <a:p>
          <a:endParaRPr lang="en-US"/>
        </a:p>
      </dgm:t>
    </dgm:pt>
    <dgm:pt modelId="{DA55E1CD-4408-4A2E-8F6A-7E65367EAF29}">
      <dgm:prSet custT="1"/>
      <dgm:spPr/>
      <dgm:t>
        <a:bodyPr/>
        <a:lstStyle/>
        <a:p>
          <a:r>
            <a:rPr lang="en-US" sz="2000"/>
            <a:t>Distance-Based Optimization:</a:t>
          </a:r>
        </a:p>
      </dgm:t>
    </dgm:pt>
    <dgm:pt modelId="{C4AC94B9-426B-482E-8860-A786750D18B4}" type="parTrans" cxnId="{11212629-3D53-4510-B25B-E7B220CC9FFD}">
      <dgm:prSet/>
      <dgm:spPr/>
      <dgm:t>
        <a:bodyPr/>
        <a:lstStyle/>
        <a:p>
          <a:endParaRPr lang="en-US"/>
        </a:p>
      </dgm:t>
    </dgm:pt>
    <dgm:pt modelId="{E7B23B06-2CFD-481C-9526-8B3FB9F9BEB7}" type="sibTrans" cxnId="{11212629-3D53-4510-B25B-E7B220CC9FFD}">
      <dgm:prSet/>
      <dgm:spPr/>
      <dgm:t>
        <a:bodyPr/>
        <a:lstStyle/>
        <a:p>
          <a:endParaRPr lang="en-US"/>
        </a:p>
      </dgm:t>
    </dgm:pt>
    <dgm:pt modelId="{8BA80A4E-51A6-4A37-A6DC-DF86D4F2962D}">
      <dgm:prSet custT="1"/>
      <dgm:spPr/>
      <dgm:t>
        <a:bodyPr/>
        <a:lstStyle/>
        <a:p>
          <a:r>
            <a:rPr lang="en-US" sz="2000"/>
            <a:t>Implement Euclidean and Manhattan distance calculations for precise auditor-store proximity analysis.</a:t>
          </a:r>
        </a:p>
      </dgm:t>
    </dgm:pt>
    <dgm:pt modelId="{A8F1F8E6-A39E-4AFF-A243-D46CA024FA13}" type="parTrans" cxnId="{CCE45FE2-6A22-4753-B585-2D178274A82D}">
      <dgm:prSet/>
      <dgm:spPr/>
      <dgm:t>
        <a:bodyPr/>
        <a:lstStyle/>
        <a:p>
          <a:endParaRPr lang="en-US"/>
        </a:p>
      </dgm:t>
    </dgm:pt>
    <dgm:pt modelId="{A5F9863E-E6A7-4AE0-B2CB-798DF2C0A44F}" type="sibTrans" cxnId="{CCE45FE2-6A22-4753-B585-2D178274A82D}">
      <dgm:prSet/>
      <dgm:spPr/>
      <dgm:t>
        <a:bodyPr/>
        <a:lstStyle/>
        <a:p>
          <a:endParaRPr lang="en-US"/>
        </a:p>
      </dgm:t>
    </dgm:pt>
    <dgm:pt modelId="{04A5591B-9B12-4142-8A0D-F7E8FD8DC3BE}">
      <dgm:prSet/>
      <dgm:spPr/>
      <dgm:t>
        <a:bodyPr/>
        <a:lstStyle/>
        <a:p>
          <a:r>
            <a:rPr lang="en-US" dirty="0"/>
            <a:t>ML</a:t>
          </a:r>
        </a:p>
      </dgm:t>
    </dgm:pt>
    <dgm:pt modelId="{0F308E6E-CE6B-4BAF-8E65-662920436903}" type="parTrans" cxnId="{D1975C20-79BE-4406-AC55-4C33937B138A}">
      <dgm:prSet/>
      <dgm:spPr/>
      <dgm:t>
        <a:bodyPr/>
        <a:lstStyle/>
        <a:p>
          <a:endParaRPr lang="en-US"/>
        </a:p>
      </dgm:t>
    </dgm:pt>
    <dgm:pt modelId="{2DAC2441-0E29-4A5C-AB6D-995A213BC66C}" type="sibTrans" cxnId="{D1975C20-79BE-4406-AC55-4C33937B138A}">
      <dgm:prSet/>
      <dgm:spPr/>
      <dgm:t>
        <a:bodyPr/>
        <a:lstStyle/>
        <a:p>
          <a:endParaRPr lang="en-US"/>
        </a:p>
      </dgm:t>
    </dgm:pt>
    <dgm:pt modelId="{CBAC8A1A-F9AC-48AF-8DB7-E7749D452F79}">
      <dgm:prSet custT="1"/>
      <dgm:spPr/>
      <dgm:t>
        <a:bodyPr/>
        <a:lstStyle/>
        <a:p>
          <a:r>
            <a:rPr lang="en-US" sz="2000"/>
            <a:t>Machine Learning Models:</a:t>
          </a:r>
        </a:p>
      </dgm:t>
    </dgm:pt>
    <dgm:pt modelId="{71370715-6F5F-4D00-9F92-5A7C32D34BB0}" type="parTrans" cxnId="{E8CE9BBC-F570-4A23-AE74-8100DA340A2C}">
      <dgm:prSet/>
      <dgm:spPr/>
      <dgm:t>
        <a:bodyPr/>
        <a:lstStyle/>
        <a:p>
          <a:endParaRPr lang="en-US"/>
        </a:p>
      </dgm:t>
    </dgm:pt>
    <dgm:pt modelId="{D2AC2A05-9BA9-400B-BEEE-61BC60F5FB3B}" type="sibTrans" cxnId="{E8CE9BBC-F570-4A23-AE74-8100DA340A2C}">
      <dgm:prSet/>
      <dgm:spPr/>
      <dgm:t>
        <a:bodyPr/>
        <a:lstStyle/>
        <a:p>
          <a:endParaRPr lang="en-US"/>
        </a:p>
      </dgm:t>
    </dgm:pt>
    <dgm:pt modelId="{86F1497C-1FB5-4781-ADF1-D1FC248AA472}">
      <dgm:prSet custT="1"/>
      <dgm:spPr/>
      <dgm:t>
        <a:bodyPr/>
        <a:lstStyle/>
        <a:p>
          <a:r>
            <a:rPr lang="en-US" sz="2000"/>
            <a:t>Develop predictive models for auditor assignment and reassignment based on workload capacity and historical data.</a:t>
          </a:r>
        </a:p>
      </dgm:t>
    </dgm:pt>
    <dgm:pt modelId="{E3745361-7839-4AE5-90D2-0B6243D9DE76}" type="parTrans" cxnId="{69D18B22-825E-420F-8506-2C6DF90A6682}">
      <dgm:prSet/>
      <dgm:spPr/>
      <dgm:t>
        <a:bodyPr/>
        <a:lstStyle/>
        <a:p>
          <a:endParaRPr lang="en-US"/>
        </a:p>
      </dgm:t>
    </dgm:pt>
    <dgm:pt modelId="{E1D8F118-9448-4813-B964-245774867370}" type="sibTrans" cxnId="{69D18B22-825E-420F-8506-2C6DF90A6682}">
      <dgm:prSet/>
      <dgm:spPr/>
      <dgm:t>
        <a:bodyPr/>
        <a:lstStyle/>
        <a:p>
          <a:endParaRPr lang="en-US"/>
        </a:p>
      </dgm:t>
    </dgm:pt>
    <dgm:pt modelId="{2308AB7F-36E6-4138-94A2-B9256D2BCECF}" type="pres">
      <dgm:prSet presAssocID="{D919EA72-CB7D-40AB-82D8-88045411C37E}" presName="Name0" presStyleCnt="0">
        <dgm:presLayoutVars>
          <dgm:dir/>
          <dgm:animLvl val="lvl"/>
          <dgm:resizeHandles val="exact"/>
        </dgm:presLayoutVars>
      </dgm:prSet>
      <dgm:spPr/>
    </dgm:pt>
    <dgm:pt modelId="{67000CB7-BD3F-4564-9FA9-060CA77CF24E}" type="pres">
      <dgm:prSet presAssocID="{1D0680F7-33CA-477D-9983-FBF6C060ABE8}" presName="linNode" presStyleCnt="0"/>
      <dgm:spPr/>
    </dgm:pt>
    <dgm:pt modelId="{E7E66487-7489-44B5-9F90-BE8CA59A88A3}" type="pres">
      <dgm:prSet presAssocID="{1D0680F7-33CA-477D-9983-FBF6C060ABE8}" presName="parentText" presStyleLbl="alignNode1" presStyleIdx="0" presStyleCnt="2">
        <dgm:presLayoutVars>
          <dgm:chMax val="1"/>
          <dgm:bulletEnabled/>
        </dgm:presLayoutVars>
      </dgm:prSet>
      <dgm:spPr/>
    </dgm:pt>
    <dgm:pt modelId="{F99568B1-6F1F-4714-B03C-B0BF6EAF6B5C}" type="pres">
      <dgm:prSet presAssocID="{1D0680F7-33CA-477D-9983-FBF6C060ABE8}" presName="descendantText" presStyleLbl="alignAccFollowNode1" presStyleIdx="0" presStyleCnt="2">
        <dgm:presLayoutVars>
          <dgm:bulletEnabled/>
        </dgm:presLayoutVars>
      </dgm:prSet>
      <dgm:spPr/>
    </dgm:pt>
    <dgm:pt modelId="{6728B801-CDE2-42EF-8415-5B74D2E393F5}" type="pres">
      <dgm:prSet presAssocID="{AD98501B-1756-4AD5-AE87-0644C1B7FE9B}" presName="sp" presStyleCnt="0"/>
      <dgm:spPr/>
    </dgm:pt>
    <dgm:pt modelId="{4D8EAA29-F52D-451E-B322-D7E893962A1A}" type="pres">
      <dgm:prSet presAssocID="{04A5591B-9B12-4142-8A0D-F7E8FD8DC3BE}" presName="linNode" presStyleCnt="0"/>
      <dgm:spPr/>
    </dgm:pt>
    <dgm:pt modelId="{C6195E53-8EF5-4CDA-A4FF-B9CD04DAC5D4}" type="pres">
      <dgm:prSet presAssocID="{04A5591B-9B12-4142-8A0D-F7E8FD8DC3BE}" presName="parentText" presStyleLbl="alignNode1" presStyleIdx="1" presStyleCnt="2">
        <dgm:presLayoutVars>
          <dgm:chMax val="1"/>
          <dgm:bulletEnabled/>
        </dgm:presLayoutVars>
      </dgm:prSet>
      <dgm:spPr/>
    </dgm:pt>
    <dgm:pt modelId="{3BEBD5B9-0328-45CC-B06F-63A6B69A633B}" type="pres">
      <dgm:prSet presAssocID="{04A5591B-9B12-4142-8A0D-F7E8FD8DC3BE}" presName="descendantText" presStyleLbl="alignAccFollowNode1" presStyleIdx="1" presStyleCnt="2">
        <dgm:presLayoutVars>
          <dgm:bulletEnabled/>
        </dgm:presLayoutVars>
      </dgm:prSet>
      <dgm:spPr/>
    </dgm:pt>
  </dgm:ptLst>
  <dgm:cxnLst>
    <dgm:cxn modelId="{B6EBFF15-B8BD-4F02-924D-6CF032C60E61}" type="presOf" srcId="{D919EA72-CB7D-40AB-82D8-88045411C37E}" destId="{2308AB7F-36E6-4138-94A2-B9256D2BCECF}" srcOrd="0" destOrd="0" presId="urn:microsoft.com/office/officeart/2016/7/layout/VerticalSolidActionList"/>
    <dgm:cxn modelId="{D1975C20-79BE-4406-AC55-4C33937B138A}" srcId="{D919EA72-CB7D-40AB-82D8-88045411C37E}" destId="{04A5591B-9B12-4142-8A0D-F7E8FD8DC3BE}" srcOrd="1" destOrd="0" parTransId="{0F308E6E-CE6B-4BAF-8E65-662920436903}" sibTransId="{2DAC2441-0E29-4A5C-AB6D-995A213BC66C}"/>
    <dgm:cxn modelId="{69D18B22-825E-420F-8506-2C6DF90A6682}" srcId="{CBAC8A1A-F9AC-48AF-8DB7-E7749D452F79}" destId="{86F1497C-1FB5-4781-ADF1-D1FC248AA472}" srcOrd="0" destOrd="0" parTransId="{E3745361-7839-4AE5-90D2-0B6243D9DE76}" sibTransId="{E1D8F118-9448-4813-B964-245774867370}"/>
    <dgm:cxn modelId="{11212629-3D53-4510-B25B-E7B220CC9FFD}" srcId="{1D0680F7-33CA-477D-9983-FBF6C060ABE8}" destId="{DA55E1CD-4408-4A2E-8F6A-7E65367EAF29}" srcOrd="0" destOrd="0" parTransId="{C4AC94B9-426B-482E-8860-A786750D18B4}" sibTransId="{E7B23B06-2CFD-481C-9526-8B3FB9F9BEB7}"/>
    <dgm:cxn modelId="{B6E0476A-74A1-440F-9663-C951FDE38AA0}" type="presOf" srcId="{86F1497C-1FB5-4781-ADF1-D1FC248AA472}" destId="{3BEBD5B9-0328-45CC-B06F-63A6B69A633B}" srcOrd="0" destOrd="1" presId="urn:microsoft.com/office/officeart/2016/7/layout/VerticalSolidActionList"/>
    <dgm:cxn modelId="{11EA6351-3D17-42C3-8F4B-14E5DA3964B8}" type="presOf" srcId="{1D0680F7-33CA-477D-9983-FBF6C060ABE8}" destId="{E7E66487-7489-44B5-9F90-BE8CA59A88A3}" srcOrd="0" destOrd="0" presId="urn:microsoft.com/office/officeart/2016/7/layout/VerticalSolidActionList"/>
    <dgm:cxn modelId="{89BC2A56-3562-432C-9F66-C94D70EE4ECF}" type="presOf" srcId="{04A5591B-9B12-4142-8A0D-F7E8FD8DC3BE}" destId="{C6195E53-8EF5-4CDA-A4FF-B9CD04DAC5D4}" srcOrd="0" destOrd="0" presId="urn:microsoft.com/office/officeart/2016/7/layout/VerticalSolidActionList"/>
    <dgm:cxn modelId="{37938558-7FE2-49F7-ABB6-DE09A949F608}" type="presOf" srcId="{CBAC8A1A-F9AC-48AF-8DB7-E7749D452F79}" destId="{3BEBD5B9-0328-45CC-B06F-63A6B69A633B}" srcOrd="0" destOrd="0" presId="urn:microsoft.com/office/officeart/2016/7/layout/VerticalSolidActionList"/>
    <dgm:cxn modelId="{F1752BA6-2A10-4592-96A5-A05C39160DCC}" type="presOf" srcId="{DA55E1CD-4408-4A2E-8F6A-7E65367EAF29}" destId="{F99568B1-6F1F-4714-B03C-B0BF6EAF6B5C}" srcOrd="0" destOrd="0" presId="urn:microsoft.com/office/officeart/2016/7/layout/VerticalSolidActionList"/>
    <dgm:cxn modelId="{E8CE9BBC-F570-4A23-AE74-8100DA340A2C}" srcId="{04A5591B-9B12-4142-8A0D-F7E8FD8DC3BE}" destId="{CBAC8A1A-F9AC-48AF-8DB7-E7749D452F79}" srcOrd="0" destOrd="0" parTransId="{71370715-6F5F-4D00-9F92-5A7C32D34BB0}" sibTransId="{D2AC2A05-9BA9-400B-BEEE-61BC60F5FB3B}"/>
    <dgm:cxn modelId="{49031EBE-8C44-46FB-A01E-C77912637F7E}" type="presOf" srcId="{8BA80A4E-51A6-4A37-A6DC-DF86D4F2962D}" destId="{F99568B1-6F1F-4714-B03C-B0BF6EAF6B5C}" srcOrd="0" destOrd="1" presId="urn:microsoft.com/office/officeart/2016/7/layout/VerticalSolidActionList"/>
    <dgm:cxn modelId="{EEB023D5-A168-4EBB-9DF0-1E1172432F3D}" srcId="{D919EA72-CB7D-40AB-82D8-88045411C37E}" destId="{1D0680F7-33CA-477D-9983-FBF6C060ABE8}" srcOrd="0" destOrd="0" parTransId="{F37F83C4-04DD-41D6-9E11-BCBD5020532A}" sibTransId="{AD98501B-1756-4AD5-AE87-0644C1B7FE9B}"/>
    <dgm:cxn modelId="{CCE45FE2-6A22-4753-B585-2D178274A82D}" srcId="{DA55E1CD-4408-4A2E-8F6A-7E65367EAF29}" destId="{8BA80A4E-51A6-4A37-A6DC-DF86D4F2962D}" srcOrd="0" destOrd="0" parTransId="{A8F1F8E6-A39E-4AFF-A243-D46CA024FA13}" sibTransId="{A5F9863E-E6A7-4AE0-B2CB-798DF2C0A44F}"/>
    <dgm:cxn modelId="{5CF011F3-CCF8-4CA4-99C5-121623EDF783}" type="presParOf" srcId="{2308AB7F-36E6-4138-94A2-B9256D2BCECF}" destId="{67000CB7-BD3F-4564-9FA9-060CA77CF24E}" srcOrd="0" destOrd="0" presId="urn:microsoft.com/office/officeart/2016/7/layout/VerticalSolidActionList"/>
    <dgm:cxn modelId="{EACF22FC-568A-4EC8-890F-2AF03CE6FBF5}" type="presParOf" srcId="{67000CB7-BD3F-4564-9FA9-060CA77CF24E}" destId="{E7E66487-7489-44B5-9F90-BE8CA59A88A3}" srcOrd="0" destOrd="0" presId="urn:microsoft.com/office/officeart/2016/7/layout/VerticalSolidActionList"/>
    <dgm:cxn modelId="{EE36E6CC-53E7-4104-818C-62825AD02D30}" type="presParOf" srcId="{67000CB7-BD3F-4564-9FA9-060CA77CF24E}" destId="{F99568B1-6F1F-4714-B03C-B0BF6EAF6B5C}" srcOrd="1" destOrd="0" presId="urn:microsoft.com/office/officeart/2016/7/layout/VerticalSolidActionList"/>
    <dgm:cxn modelId="{E91C5001-8CAE-4797-AC96-F3EE375B3AE0}" type="presParOf" srcId="{2308AB7F-36E6-4138-94A2-B9256D2BCECF}" destId="{6728B801-CDE2-42EF-8415-5B74D2E393F5}" srcOrd="1" destOrd="0" presId="urn:microsoft.com/office/officeart/2016/7/layout/VerticalSolidActionList"/>
    <dgm:cxn modelId="{17839379-618B-4100-B5BE-E59C0B5CBC59}" type="presParOf" srcId="{2308AB7F-36E6-4138-94A2-B9256D2BCECF}" destId="{4D8EAA29-F52D-451E-B322-D7E893962A1A}" srcOrd="2" destOrd="0" presId="urn:microsoft.com/office/officeart/2016/7/layout/VerticalSolidActionList"/>
    <dgm:cxn modelId="{443A18C6-0304-4D73-877D-6ABBD4874444}" type="presParOf" srcId="{4D8EAA29-F52D-451E-B322-D7E893962A1A}" destId="{C6195E53-8EF5-4CDA-A4FF-B9CD04DAC5D4}" srcOrd="0" destOrd="0" presId="urn:microsoft.com/office/officeart/2016/7/layout/VerticalSolidActionList"/>
    <dgm:cxn modelId="{52E84108-267C-4524-AB87-7C2E5E0C235D}" type="presParOf" srcId="{4D8EAA29-F52D-451E-B322-D7E893962A1A}" destId="{3BEBD5B9-0328-45CC-B06F-63A6B69A633B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EE3FFF-9064-42DF-8A09-1E320D239F5B}">
      <dsp:nvSpPr>
        <dsp:cNvPr id="0" name=""/>
        <dsp:cNvSpPr/>
      </dsp:nvSpPr>
      <dsp:spPr>
        <a:xfrm>
          <a:off x="0" y="544"/>
          <a:ext cx="7662862" cy="45708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45C415-C570-4A75-AD89-B70A0519F171}">
      <dsp:nvSpPr>
        <dsp:cNvPr id="0" name=""/>
        <dsp:cNvSpPr/>
      </dsp:nvSpPr>
      <dsp:spPr>
        <a:xfrm>
          <a:off x="138269" y="103389"/>
          <a:ext cx="251398" cy="2513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B4E3B4-C112-4513-810C-0535AFC7FEC8}">
      <dsp:nvSpPr>
        <dsp:cNvPr id="0" name=""/>
        <dsp:cNvSpPr/>
      </dsp:nvSpPr>
      <dsp:spPr>
        <a:xfrm>
          <a:off x="527937" y="544"/>
          <a:ext cx="7134924" cy="457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375" tIns="48375" rIns="48375" bIns="4837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solidFill>
                <a:schemeClr val="tx1">
                  <a:lumMod val="50000"/>
                </a:schemeClr>
              </a:solidFill>
            </a:rPr>
            <a:t>CHALLENGE  OVERVIEW</a:t>
          </a:r>
        </a:p>
      </dsp:txBody>
      <dsp:txXfrm>
        <a:off x="527937" y="544"/>
        <a:ext cx="7134924" cy="457088"/>
      </dsp:txXfrm>
    </dsp:sp>
    <dsp:sp modelId="{192B4D92-998B-41EA-BF4C-B87F6E9AA577}">
      <dsp:nvSpPr>
        <dsp:cNvPr id="0" name=""/>
        <dsp:cNvSpPr/>
      </dsp:nvSpPr>
      <dsp:spPr>
        <a:xfrm>
          <a:off x="0" y="571904"/>
          <a:ext cx="7662862" cy="45708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EFF0A0-509B-4BCB-92EB-58351D747667}">
      <dsp:nvSpPr>
        <dsp:cNvPr id="0" name=""/>
        <dsp:cNvSpPr/>
      </dsp:nvSpPr>
      <dsp:spPr>
        <a:xfrm>
          <a:off x="138269" y="674749"/>
          <a:ext cx="251398" cy="2513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A1C966-52D2-46DD-B41E-8668B25F67D7}">
      <dsp:nvSpPr>
        <dsp:cNvPr id="0" name=""/>
        <dsp:cNvSpPr/>
      </dsp:nvSpPr>
      <dsp:spPr>
        <a:xfrm>
          <a:off x="527937" y="571904"/>
          <a:ext cx="7134924" cy="457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375" tIns="48375" rIns="48375" bIns="4837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solidFill>
                <a:schemeClr val="tx1">
                  <a:lumMod val="50000"/>
                </a:schemeClr>
              </a:solidFill>
            </a:rPr>
            <a:t>PAIN POINTS</a:t>
          </a:r>
        </a:p>
      </dsp:txBody>
      <dsp:txXfrm>
        <a:off x="527937" y="571904"/>
        <a:ext cx="7134924" cy="457088"/>
      </dsp:txXfrm>
    </dsp:sp>
    <dsp:sp modelId="{66426004-672B-492A-9A2B-5B9E7D0DBEAD}">
      <dsp:nvSpPr>
        <dsp:cNvPr id="0" name=""/>
        <dsp:cNvSpPr/>
      </dsp:nvSpPr>
      <dsp:spPr>
        <a:xfrm>
          <a:off x="0" y="1143265"/>
          <a:ext cx="7662862" cy="45708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EFBDC3-8378-45E4-BE76-2F4C2D47A80C}">
      <dsp:nvSpPr>
        <dsp:cNvPr id="0" name=""/>
        <dsp:cNvSpPr/>
      </dsp:nvSpPr>
      <dsp:spPr>
        <a:xfrm>
          <a:off x="138269" y="1246109"/>
          <a:ext cx="251398" cy="2513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7483F0-1E94-41F2-A8CE-1140689E05F5}">
      <dsp:nvSpPr>
        <dsp:cNvPr id="0" name=""/>
        <dsp:cNvSpPr/>
      </dsp:nvSpPr>
      <dsp:spPr>
        <a:xfrm>
          <a:off x="527937" y="1143265"/>
          <a:ext cx="7134924" cy="457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375" tIns="48375" rIns="48375" bIns="4837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solidFill>
                <a:schemeClr val="tx1">
                  <a:lumMod val="50000"/>
                </a:schemeClr>
              </a:solidFill>
            </a:rPr>
            <a:t>OBJECTIVE</a:t>
          </a:r>
        </a:p>
      </dsp:txBody>
      <dsp:txXfrm>
        <a:off x="527937" y="1143265"/>
        <a:ext cx="7134924" cy="457088"/>
      </dsp:txXfrm>
    </dsp:sp>
    <dsp:sp modelId="{1D52187D-4137-4681-B89F-9276C4DC1672}">
      <dsp:nvSpPr>
        <dsp:cNvPr id="0" name=""/>
        <dsp:cNvSpPr/>
      </dsp:nvSpPr>
      <dsp:spPr>
        <a:xfrm>
          <a:off x="0" y="1714625"/>
          <a:ext cx="7662862" cy="45708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B58188-04F3-4907-BCE4-7E07ED7BED54}">
      <dsp:nvSpPr>
        <dsp:cNvPr id="0" name=""/>
        <dsp:cNvSpPr/>
      </dsp:nvSpPr>
      <dsp:spPr>
        <a:xfrm>
          <a:off x="138269" y="1817470"/>
          <a:ext cx="251398" cy="25139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1637A9-EEE4-4A98-AFB5-914B6CD4FF15}">
      <dsp:nvSpPr>
        <dsp:cNvPr id="0" name=""/>
        <dsp:cNvSpPr/>
      </dsp:nvSpPr>
      <dsp:spPr>
        <a:xfrm>
          <a:off x="527937" y="1714625"/>
          <a:ext cx="7134924" cy="457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375" tIns="48375" rIns="48375" bIns="4837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>
              <a:solidFill>
                <a:schemeClr val="tx1">
                  <a:lumMod val="50000"/>
                </a:schemeClr>
              </a:solidFill>
            </a:rPr>
            <a:t>TECH STACK</a:t>
          </a:r>
          <a:endParaRPr lang="en-US" sz="2000" b="1" kern="1200">
            <a:solidFill>
              <a:schemeClr val="tx1">
                <a:lumMod val="50000"/>
              </a:schemeClr>
            </a:solidFill>
          </a:endParaRPr>
        </a:p>
      </dsp:txBody>
      <dsp:txXfrm>
        <a:off x="527937" y="1714625"/>
        <a:ext cx="7134924" cy="457088"/>
      </dsp:txXfrm>
    </dsp:sp>
    <dsp:sp modelId="{3914E340-2AE8-4D6A-9AFF-77819DC4AF10}">
      <dsp:nvSpPr>
        <dsp:cNvPr id="0" name=""/>
        <dsp:cNvSpPr/>
      </dsp:nvSpPr>
      <dsp:spPr>
        <a:xfrm>
          <a:off x="0" y="2285986"/>
          <a:ext cx="7662862" cy="45708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CB60A9-F288-423B-B322-2C5622090D2A}">
      <dsp:nvSpPr>
        <dsp:cNvPr id="0" name=""/>
        <dsp:cNvSpPr/>
      </dsp:nvSpPr>
      <dsp:spPr>
        <a:xfrm>
          <a:off x="138269" y="2388830"/>
          <a:ext cx="251398" cy="25139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FE9F5D-7D5E-41DC-BB28-A71680B808D0}">
      <dsp:nvSpPr>
        <dsp:cNvPr id="0" name=""/>
        <dsp:cNvSpPr/>
      </dsp:nvSpPr>
      <dsp:spPr>
        <a:xfrm>
          <a:off x="527937" y="2285986"/>
          <a:ext cx="7134924" cy="457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375" tIns="48375" rIns="48375" bIns="4837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>
              <a:solidFill>
                <a:schemeClr val="tx1">
                  <a:lumMod val="50000"/>
                </a:schemeClr>
              </a:solidFill>
            </a:rPr>
            <a:t>POST METHOD</a:t>
          </a:r>
          <a:endParaRPr lang="en-US" sz="2000" b="1" kern="1200">
            <a:solidFill>
              <a:schemeClr val="tx1">
                <a:lumMod val="50000"/>
              </a:schemeClr>
            </a:solidFill>
          </a:endParaRPr>
        </a:p>
      </dsp:txBody>
      <dsp:txXfrm>
        <a:off x="527937" y="2285986"/>
        <a:ext cx="7134924" cy="457088"/>
      </dsp:txXfrm>
    </dsp:sp>
    <dsp:sp modelId="{D3EBBC22-FD7B-4D80-A138-376CBB9FE92E}">
      <dsp:nvSpPr>
        <dsp:cNvPr id="0" name=""/>
        <dsp:cNvSpPr/>
      </dsp:nvSpPr>
      <dsp:spPr>
        <a:xfrm>
          <a:off x="0" y="2857346"/>
          <a:ext cx="7662862" cy="45708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3AC2C3-3DCA-4EF3-AEA5-E1233F17C2EC}">
      <dsp:nvSpPr>
        <dsp:cNvPr id="0" name=""/>
        <dsp:cNvSpPr/>
      </dsp:nvSpPr>
      <dsp:spPr>
        <a:xfrm>
          <a:off x="138269" y="2960191"/>
          <a:ext cx="251398" cy="25139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CD5520-A4F0-48AE-959E-9A08CC90904C}">
      <dsp:nvSpPr>
        <dsp:cNvPr id="0" name=""/>
        <dsp:cNvSpPr/>
      </dsp:nvSpPr>
      <dsp:spPr>
        <a:xfrm>
          <a:off x="527937" y="2857346"/>
          <a:ext cx="7134924" cy="457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375" tIns="48375" rIns="48375" bIns="4837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>
              <a:solidFill>
                <a:schemeClr val="tx1">
                  <a:lumMod val="50000"/>
                </a:schemeClr>
              </a:solidFill>
            </a:rPr>
            <a:t>PUT METHOD</a:t>
          </a:r>
          <a:endParaRPr lang="en-US" sz="2000" b="1" kern="1200">
            <a:solidFill>
              <a:schemeClr val="tx1">
                <a:lumMod val="50000"/>
              </a:schemeClr>
            </a:solidFill>
          </a:endParaRPr>
        </a:p>
      </dsp:txBody>
      <dsp:txXfrm>
        <a:off x="527937" y="2857346"/>
        <a:ext cx="7134924" cy="457088"/>
      </dsp:txXfrm>
    </dsp:sp>
    <dsp:sp modelId="{ED418FC2-DA30-47A1-A2BE-1C38568280AF}">
      <dsp:nvSpPr>
        <dsp:cNvPr id="0" name=""/>
        <dsp:cNvSpPr/>
      </dsp:nvSpPr>
      <dsp:spPr>
        <a:xfrm>
          <a:off x="0" y="3428706"/>
          <a:ext cx="7662862" cy="45708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0CBA6B-B97E-428E-B8AD-A6588165BC9F}">
      <dsp:nvSpPr>
        <dsp:cNvPr id="0" name=""/>
        <dsp:cNvSpPr/>
      </dsp:nvSpPr>
      <dsp:spPr>
        <a:xfrm>
          <a:off x="138269" y="3531551"/>
          <a:ext cx="251398" cy="251398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280E5A-0FD6-4D4C-8559-92B043D08E94}">
      <dsp:nvSpPr>
        <dsp:cNvPr id="0" name=""/>
        <dsp:cNvSpPr/>
      </dsp:nvSpPr>
      <dsp:spPr>
        <a:xfrm>
          <a:off x="527937" y="3428706"/>
          <a:ext cx="7134924" cy="457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375" tIns="48375" rIns="48375" bIns="4837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>
              <a:solidFill>
                <a:schemeClr val="tx1">
                  <a:lumMod val="50000"/>
                </a:schemeClr>
              </a:solidFill>
            </a:rPr>
            <a:t>DEMO OF THE APPLICATION</a:t>
          </a:r>
          <a:endParaRPr lang="en-US" sz="2000" b="1" kern="1200">
            <a:solidFill>
              <a:schemeClr val="tx1">
                <a:lumMod val="50000"/>
              </a:schemeClr>
            </a:solidFill>
          </a:endParaRPr>
        </a:p>
      </dsp:txBody>
      <dsp:txXfrm>
        <a:off x="527937" y="3428706"/>
        <a:ext cx="7134924" cy="457088"/>
      </dsp:txXfrm>
    </dsp:sp>
    <dsp:sp modelId="{F2B92168-070C-463B-B654-0A70DCFDF977}">
      <dsp:nvSpPr>
        <dsp:cNvPr id="0" name=""/>
        <dsp:cNvSpPr/>
      </dsp:nvSpPr>
      <dsp:spPr>
        <a:xfrm>
          <a:off x="0" y="4000067"/>
          <a:ext cx="7662862" cy="45708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3B5CC9-7E76-49F8-851C-36D5BA4512D4}">
      <dsp:nvSpPr>
        <dsp:cNvPr id="0" name=""/>
        <dsp:cNvSpPr/>
      </dsp:nvSpPr>
      <dsp:spPr>
        <a:xfrm>
          <a:off x="138269" y="4102912"/>
          <a:ext cx="251398" cy="251398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73697A-75B6-4B23-BCA1-17EFC400698A}">
      <dsp:nvSpPr>
        <dsp:cNvPr id="0" name=""/>
        <dsp:cNvSpPr/>
      </dsp:nvSpPr>
      <dsp:spPr>
        <a:xfrm>
          <a:off x="527937" y="4000067"/>
          <a:ext cx="7134924" cy="457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375" tIns="48375" rIns="48375" bIns="4837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>
              <a:solidFill>
                <a:schemeClr val="tx1">
                  <a:lumMod val="50000"/>
                </a:schemeClr>
              </a:solidFill>
            </a:rPr>
            <a:t>FUTURE UPDATES</a:t>
          </a:r>
          <a:endParaRPr lang="en-US" sz="2000" b="1" kern="1200">
            <a:solidFill>
              <a:schemeClr val="tx1">
                <a:lumMod val="50000"/>
              </a:schemeClr>
            </a:solidFill>
          </a:endParaRPr>
        </a:p>
      </dsp:txBody>
      <dsp:txXfrm>
        <a:off x="527937" y="4000067"/>
        <a:ext cx="7134924" cy="4570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53F5FC-8FF0-4D6B-946D-F0AB1F7C3423}">
      <dsp:nvSpPr>
        <dsp:cNvPr id="0" name=""/>
        <dsp:cNvSpPr/>
      </dsp:nvSpPr>
      <dsp:spPr>
        <a:xfrm>
          <a:off x="0" y="1850"/>
          <a:ext cx="7662862" cy="93768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09DDA3-5155-4C91-9EA0-E0757E06A768}">
      <dsp:nvSpPr>
        <dsp:cNvPr id="0" name=""/>
        <dsp:cNvSpPr/>
      </dsp:nvSpPr>
      <dsp:spPr>
        <a:xfrm>
          <a:off x="283649" y="212829"/>
          <a:ext cx="515726" cy="5157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1176DF-3250-4F27-933C-C54EB3120DB8}">
      <dsp:nvSpPr>
        <dsp:cNvPr id="0" name=""/>
        <dsp:cNvSpPr/>
      </dsp:nvSpPr>
      <dsp:spPr>
        <a:xfrm>
          <a:off x="1083025" y="1850"/>
          <a:ext cx="6579836" cy="937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238" tIns="99238" rIns="99238" bIns="9923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solidFill>
                <a:schemeClr val="tx1">
                  <a:lumMod val="50000"/>
                </a:schemeClr>
              </a:solidFill>
            </a:rPr>
            <a:t>Audit delays &amp; missed deadlines</a:t>
          </a:r>
        </a:p>
      </dsp:txBody>
      <dsp:txXfrm>
        <a:off x="1083025" y="1850"/>
        <a:ext cx="6579836" cy="937684"/>
      </dsp:txXfrm>
    </dsp:sp>
    <dsp:sp modelId="{A18CA12A-C956-4658-B28D-AB57A3D121E5}">
      <dsp:nvSpPr>
        <dsp:cNvPr id="0" name=""/>
        <dsp:cNvSpPr/>
      </dsp:nvSpPr>
      <dsp:spPr>
        <a:xfrm>
          <a:off x="0" y="1173955"/>
          <a:ext cx="7662862" cy="93768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948668-B2B3-4010-A19A-F2B0C01E53B8}">
      <dsp:nvSpPr>
        <dsp:cNvPr id="0" name=""/>
        <dsp:cNvSpPr/>
      </dsp:nvSpPr>
      <dsp:spPr>
        <a:xfrm>
          <a:off x="283649" y="1384934"/>
          <a:ext cx="515726" cy="5157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E0D343-772D-447A-997B-673DC2975C0B}">
      <dsp:nvSpPr>
        <dsp:cNvPr id="0" name=""/>
        <dsp:cNvSpPr/>
      </dsp:nvSpPr>
      <dsp:spPr>
        <a:xfrm>
          <a:off x="1083025" y="1173955"/>
          <a:ext cx="6579836" cy="937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238" tIns="99238" rIns="99238" bIns="9923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tx1">
                  <a:lumMod val="50000"/>
                </a:schemeClr>
              </a:solidFill>
            </a:rPr>
            <a:t>Manual coordination across planners &amp; auditors</a:t>
          </a:r>
        </a:p>
      </dsp:txBody>
      <dsp:txXfrm>
        <a:off x="1083025" y="1173955"/>
        <a:ext cx="6579836" cy="937684"/>
      </dsp:txXfrm>
    </dsp:sp>
    <dsp:sp modelId="{B53BECBD-9119-42DA-8E86-5239D1ABB55F}">
      <dsp:nvSpPr>
        <dsp:cNvPr id="0" name=""/>
        <dsp:cNvSpPr/>
      </dsp:nvSpPr>
      <dsp:spPr>
        <a:xfrm>
          <a:off x="0" y="2346060"/>
          <a:ext cx="7662862" cy="93768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20A49F-FE8D-4E8B-8E3E-2D98B9BF7182}">
      <dsp:nvSpPr>
        <dsp:cNvPr id="0" name=""/>
        <dsp:cNvSpPr/>
      </dsp:nvSpPr>
      <dsp:spPr>
        <a:xfrm>
          <a:off x="283649" y="2557039"/>
          <a:ext cx="515726" cy="5157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BB8A2E-E139-45D2-BFA2-9DE9D1392368}">
      <dsp:nvSpPr>
        <dsp:cNvPr id="0" name=""/>
        <dsp:cNvSpPr/>
      </dsp:nvSpPr>
      <dsp:spPr>
        <a:xfrm>
          <a:off x="1083025" y="2346060"/>
          <a:ext cx="6579836" cy="937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238" tIns="99238" rIns="99238" bIns="9923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solidFill>
                <a:schemeClr val="tx1">
                  <a:lumMod val="50000"/>
                </a:schemeClr>
              </a:solidFill>
            </a:rPr>
            <a:t>Poor visibility into auditor workload &amp; availability</a:t>
          </a:r>
        </a:p>
      </dsp:txBody>
      <dsp:txXfrm>
        <a:off x="1083025" y="2346060"/>
        <a:ext cx="6579836" cy="937684"/>
      </dsp:txXfrm>
    </dsp:sp>
    <dsp:sp modelId="{0C7D3AA6-8C72-4854-9C86-A0D93BCF68B7}">
      <dsp:nvSpPr>
        <dsp:cNvPr id="0" name=""/>
        <dsp:cNvSpPr/>
      </dsp:nvSpPr>
      <dsp:spPr>
        <a:xfrm>
          <a:off x="0" y="3518165"/>
          <a:ext cx="7662862" cy="93768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B22ED9-C36F-49F1-9C3E-30217EA611E5}">
      <dsp:nvSpPr>
        <dsp:cNvPr id="0" name=""/>
        <dsp:cNvSpPr/>
      </dsp:nvSpPr>
      <dsp:spPr>
        <a:xfrm>
          <a:off x="283649" y="3729144"/>
          <a:ext cx="515726" cy="5157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373414-7D26-4688-B769-7FA8F7251DEB}">
      <dsp:nvSpPr>
        <dsp:cNvPr id="0" name=""/>
        <dsp:cNvSpPr/>
      </dsp:nvSpPr>
      <dsp:spPr>
        <a:xfrm>
          <a:off x="1083025" y="3518165"/>
          <a:ext cx="6579836" cy="937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238" tIns="99238" rIns="99238" bIns="9923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solidFill>
                <a:schemeClr val="tx1">
                  <a:lumMod val="50000"/>
                </a:schemeClr>
              </a:solidFill>
            </a:rPr>
            <a:t>Loss of audit continuity when reassignments occur</a:t>
          </a:r>
        </a:p>
      </dsp:txBody>
      <dsp:txXfrm>
        <a:off x="1083025" y="3518165"/>
        <a:ext cx="6579836" cy="9376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31D9A5-5707-480D-9DD6-03D41C304E8E}">
      <dsp:nvSpPr>
        <dsp:cNvPr id="0" name=""/>
        <dsp:cNvSpPr/>
      </dsp:nvSpPr>
      <dsp:spPr>
        <a:xfrm>
          <a:off x="542" y="159716"/>
          <a:ext cx="1232929" cy="123292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DDA27D-FE9D-49EA-A005-3AE402CFA795}">
      <dsp:nvSpPr>
        <dsp:cNvPr id="0" name=""/>
        <dsp:cNvSpPr/>
      </dsp:nvSpPr>
      <dsp:spPr>
        <a:xfrm>
          <a:off x="542" y="1570591"/>
          <a:ext cx="3522656" cy="528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000" b="1" i="0" kern="1200" baseline="0"/>
            <a:t>Proposed Solution:</a:t>
          </a:r>
          <a:endParaRPr lang="en-US" sz="3000" kern="1200"/>
        </a:p>
      </dsp:txBody>
      <dsp:txXfrm>
        <a:off x="542" y="1570591"/>
        <a:ext cx="3522656" cy="528398"/>
      </dsp:txXfrm>
    </dsp:sp>
    <dsp:sp modelId="{EFDFFEB9-C02C-4787-82EB-14F1C72B00E5}">
      <dsp:nvSpPr>
        <dsp:cNvPr id="0" name=""/>
        <dsp:cNvSpPr/>
      </dsp:nvSpPr>
      <dsp:spPr>
        <a:xfrm>
          <a:off x="542" y="2181755"/>
          <a:ext cx="3522656" cy="2116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 dirty="0"/>
            <a:t>Detect reassignment needs automatically.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Suggest optimal auditor-store pairing using: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i="0" kern="1200" baseline="0" dirty="0"/>
            <a:t>Auditor availability and workload.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i="0" kern="1200" baseline="0" dirty="0"/>
            <a:t>Geolocation proximity (latitude &amp; longitude).</a:t>
          </a:r>
          <a:endParaRPr lang="en-US" sz="1700" kern="1200" dirty="0"/>
        </a:p>
      </dsp:txBody>
      <dsp:txXfrm>
        <a:off x="542" y="2181755"/>
        <a:ext cx="3522656" cy="2116228"/>
      </dsp:txXfrm>
    </dsp:sp>
    <dsp:sp modelId="{0B0444AD-FFBE-4CBE-A3EE-15A4B5E4820D}">
      <dsp:nvSpPr>
        <dsp:cNvPr id="0" name=""/>
        <dsp:cNvSpPr/>
      </dsp:nvSpPr>
      <dsp:spPr>
        <a:xfrm>
          <a:off x="4139663" y="159716"/>
          <a:ext cx="1232929" cy="123292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5DEDE8-42FE-4B94-8886-E191B8370066}">
      <dsp:nvSpPr>
        <dsp:cNvPr id="0" name=""/>
        <dsp:cNvSpPr/>
      </dsp:nvSpPr>
      <dsp:spPr>
        <a:xfrm>
          <a:off x="4139663" y="1570591"/>
          <a:ext cx="3522656" cy="528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000" b="1" i="0" kern="1200" baseline="0" dirty="0"/>
            <a:t>Impact:</a:t>
          </a:r>
          <a:endParaRPr lang="en-US" sz="3000" kern="1200" dirty="0"/>
        </a:p>
      </dsp:txBody>
      <dsp:txXfrm>
        <a:off x="4139663" y="1570591"/>
        <a:ext cx="3522656" cy="528398"/>
      </dsp:txXfrm>
    </dsp:sp>
    <dsp:sp modelId="{B3CB6FDF-79CB-4135-B2F6-3B6DC8001F79}">
      <dsp:nvSpPr>
        <dsp:cNvPr id="0" name=""/>
        <dsp:cNvSpPr/>
      </dsp:nvSpPr>
      <dsp:spPr>
        <a:xfrm>
          <a:off x="4139663" y="2181755"/>
          <a:ext cx="3522656" cy="2116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Minimize audit delays and manual intervention.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 dirty="0"/>
            <a:t>Maintain audit continuity and data integrity.</a:t>
          </a:r>
          <a:endParaRPr lang="en-US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Improve planner and auditor experience.</a:t>
          </a:r>
          <a:endParaRPr lang="en-US" sz="1700" kern="1200"/>
        </a:p>
      </dsp:txBody>
      <dsp:txXfrm>
        <a:off x="4139663" y="2181755"/>
        <a:ext cx="3522656" cy="211622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CA6620-F9DD-4C40-9DFA-88A3D02271DF}">
      <dsp:nvSpPr>
        <dsp:cNvPr id="0" name=""/>
        <dsp:cNvSpPr/>
      </dsp:nvSpPr>
      <dsp:spPr>
        <a:xfrm>
          <a:off x="0" y="146727"/>
          <a:ext cx="7662862" cy="64793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CD3E86-813D-415F-B1D6-B27CE8D991E4}">
      <dsp:nvSpPr>
        <dsp:cNvPr id="0" name=""/>
        <dsp:cNvSpPr/>
      </dsp:nvSpPr>
      <dsp:spPr>
        <a:xfrm>
          <a:off x="283649" y="212829"/>
          <a:ext cx="515726" cy="5157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45567B-9B7F-4CF1-A1A8-885E450DD720}">
      <dsp:nvSpPr>
        <dsp:cNvPr id="0" name=""/>
        <dsp:cNvSpPr/>
      </dsp:nvSpPr>
      <dsp:spPr>
        <a:xfrm>
          <a:off x="1083025" y="1850"/>
          <a:ext cx="6579836" cy="937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238" tIns="99238" rIns="99238" bIns="9923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Entities Developed:</a:t>
          </a:r>
        </a:p>
      </dsp:txBody>
      <dsp:txXfrm>
        <a:off x="1083025" y="1850"/>
        <a:ext cx="6579836" cy="937684"/>
      </dsp:txXfrm>
    </dsp:sp>
    <dsp:sp modelId="{7EA54CA5-0F2B-403B-B5FE-321A3F2ED423}">
      <dsp:nvSpPr>
        <dsp:cNvPr id="0" name=""/>
        <dsp:cNvSpPr/>
      </dsp:nvSpPr>
      <dsp:spPr>
        <a:xfrm>
          <a:off x="0" y="1173955"/>
          <a:ext cx="7662862" cy="93768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777F57-25EE-4B44-B6C6-31DDC8697300}">
      <dsp:nvSpPr>
        <dsp:cNvPr id="0" name=""/>
        <dsp:cNvSpPr/>
      </dsp:nvSpPr>
      <dsp:spPr>
        <a:xfrm>
          <a:off x="283649" y="1384934"/>
          <a:ext cx="515726" cy="5157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3C1683-233C-4EEB-A8EC-AF1447E0AADB}">
      <dsp:nvSpPr>
        <dsp:cNvPr id="0" name=""/>
        <dsp:cNvSpPr/>
      </dsp:nvSpPr>
      <dsp:spPr>
        <a:xfrm>
          <a:off x="1083025" y="1173955"/>
          <a:ext cx="6579836" cy="937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238" tIns="99238" rIns="99238" bIns="9923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Auditor: </a:t>
          </a:r>
          <a:r>
            <a:rPr lang="en-US" sz="2200" kern="1200" dirty="0"/>
            <a:t>Name, Availability status, location details, workload capacity, currently assigned workload.</a:t>
          </a:r>
        </a:p>
      </dsp:txBody>
      <dsp:txXfrm>
        <a:off x="1083025" y="1173955"/>
        <a:ext cx="6579836" cy="937684"/>
      </dsp:txXfrm>
    </dsp:sp>
    <dsp:sp modelId="{3330F04D-71AB-490B-8FCA-E00E17D4AED8}">
      <dsp:nvSpPr>
        <dsp:cNvPr id="0" name=""/>
        <dsp:cNvSpPr/>
      </dsp:nvSpPr>
      <dsp:spPr>
        <a:xfrm>
          <a:off x="0" y="2346060"/>
          <a:ext cx="7662862" cy="93768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3011A9-E91A-422F-A2E5-0FCB28EC3526}">
      <dsp:nvSpPr>
        <dsp:cNvPr id="0" name=""/>
        <dsp:cNvSpPr/>
      </dsp:nvSpPr>
      <dsp:spPr>
        <a:xfrm>
          <a:off x="283649" y="2557039"/>
          <a:ext cx="515726" cy="5157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E9EB9F-10CB-4F6E-9CCE-08CE170A5BAA}">
      <dsp:nvSpPr>
        <dsp:cNvPr id="0" name=""/>
        <dsp:cNvSpPr/>
      </dsp:nvSpPr>
      <dsp:spPr>
        <a:xfrm>
          <a:off x="1083025" y="2346060"/>
          <a:ext cx="6579836" cy="937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238" tIns="99238" rIns="99238" bIns="9923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Store: </a:t>
          </a:r>
          <a:r>
            <a:rPr lang="en-US" sz="2200" kern="1200" dirty="0"/>
            <a:t>Name, location details and status.</a:t>
          </a:r>
        </a:p>
      </dsp:txBody>
      <dsp:txXfrm>
        <a:off x="1083025" y="2346060"/>
        <a:ext cx="6579836" cy="937684"/>
      </dsp:txXfrm>
    </dsp:sp>
    <dsp:sp modelId="{53E737C7-ED53-4C34-8FAF-EEDB4015C354}">
      <dsp:nvSpPr>
        <dsp:cNvPr id="0" name=""/>
        <dsp:cNvSpPr/>
      </dsp:nvSpPr>
      <dsp:spPr>
        <a:xfrm>
          <a:off x="0" y="3518165"/>
          <a:ext cx="7662862" cy="93768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380AD3-AED3-45AF-BF6A-C16DD8D91F3B}">
      <dsp:nvSpPr>
        <dsp:cNvPr id="0" name=""/>
        <dsp:cNvSpPr/>
      </dsp:nvSpPr>
      <dsp:spPr>
        <a:xfrm>
          <a:off x="283649" y="3729144"/>
          <a:ext cx="515726" cy="5157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894EFA-74FF-417A-A0D6-FDB94048D0F4}">
      <dsp:nvSpPr>
        <dsp:cNvPr id="0" name=""/>
        <dsp:cNvSpPr/>
      </dsp:nvSpPr>
      <dsp:spPr>
        <a:xfrm>
          <a:off x="1083025" y="3518165"/>
          <a:ext cx="6579836" cy="937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238" tIns="99238" rIns="99238" bIns="9923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Audit Plan: </a:t>
          </a:r>
          <a:r>
            <a:rPr lang="en-US" sz="2200" kern="1200"/>
            <a:t>Links auditor and store with schedule details with Priorities</a:t>
          </a:r>
        </a:p>
      </dsp:txBody>
      <dsp:txXfrm>
        <a:off x="1083025" y="3518165"/>
        <a:ext cx="6579836" cy="93768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9568B1-6F1F-4714-B03C-B0BF6EAF6B5C}">
      <dsp:nvSpPr>
        <dsp:cNvPr id="0" name=""/>
        <dsp:cNvSpPr/>
      </dsp:nvSpPr>
      <dsp:spPr>
        <a:xfrm>
          <a:off x="1532572" y="391"/>
          <a:ext cx="6130289" cy="2163551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945" tIns="549542" rIns="118945" bIns="549542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Distance-Based Optimization: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Implement Euclidean and Manhattan distance calculations for precise auditor-store proximity analysis.</a:t>
          </a:r>
        </a:p>
      </dsp:txBody>
      <dsp:txXfrm>
        <a:off x="1532572" y="391"/>
        <a:ext cx="6130289" cy="2163551"/>
      </dsp:txXfrm>
    </dsp:sp>
    <dsp:sp modelId="{E7E66487-7489-44B5-9F90-BE8CA59A88A3}">
      <dsp:nvSpPr>
        <dsp:cNvPr id="0" name=""/>
        <dsp:cNvSpPr/>
      </dsp:nvSpPr>
      <dsp:spPr>
        <a:xfrm>
          <a:off x="0" y="391"/>
          <a:ext cx="1532572" cy="216355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1099" tIns="213711" rIns="81099" bIns="21371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Distance Calculation</a:t>
          </a:r>
        </a:p>
      </dsp:txBody>
      <dsp:txXfrm>
        <a:off x="0" y="391"/>
        <a:ext cx="1532572" cy="2163551"/>
      </dsp:txXfrm>
    </dsp:sp>
    <dsp:sp modelId="{3BEBD5B9-0328-45CC-B06F-63A6B69A633B}">
      <dsp:nvSpPr>
        <dsp:cNvPr id="0" name=""/>
        <dsp:cNvSpPr/>
      </dsp:nvSpPr>
      <dsp:spPr>
        <a:xfrm>
          <a:off x="1532572" y="2293756"/>
          <a:ext cx="6130289" cy="2163551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945" tIns="549542" rIns="118945" bIns="549542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Machine Learning Models: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Develop predictive models for auditor assignment and reassignment based on workload capacity and historical data.</a:t>
          </a:r>
        </a:p>
      </dsp:txBody>
      <dsp:txXfrm>
        <a:off x="1532572" y="2293756"/>
        <a:ext cx="6130289" cy="2163551"/>
      </dsp:txXfrm>
    </dsp:sp>
    <dsp:sp modelId="{C6195E53-8EF5-4CDA-A4FF-B9CD04DAC5D4}">
      <dsp:nvSpPr>
        <dsp:cNvPr id="0" name=""/>
        <dsp:cNvSpPr/>
      </dsp:nvSpPr>
      <dsp:spPr>
        <a:xfrm>
          <a:off x="0" y="2293756"/>
          <a:ext cx="1532572" cy="216355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1099" tIns="213711" rIns="81099" bIns="21371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ML</a:t>
          </a:r>
        </a:p>
      </dsp:txBody>
      <dsp:txXfrm>
        <a:off x="0" y="2293756"/>
        <a:ext cx="1532572" cy="21635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9E96E5-4543-46AE-7580-ED82EF88F71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C128D1-C43D-0799-72BA-E9969DCD38D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F45624-DE9B-4FD5-B0CC-8C4058216EF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CD2403-DD1D-503D-3218-D05DA1608D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A86E7-D093-85CB-64EA-281CE16352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DCA667-4CDB-4815-8732-5AAAF6DBC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07913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1BE91-8D7B-468A-AE68-9E72F39B3106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CAF51-95B6-4FC3-9059-9AC86B3DB9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66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CAF51-95B6-4FC3-9059-9AC86B3DB9D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0086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CAF51-95B6-4FC3-9059-9AC86B3DB9D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5896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3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3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21.png"/><Relationship Id="rId4" Type="http://schemas.openxmlformats.org/officeDocument/2006/relationships/image" Target="../media/image15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8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svg"/><Relationship Id="rId7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8.svg"/><Relationship Id="rId10" Type="http://schemas.openxmlformats.org/officeDocument/2006/relationships/image" Target="../media/image9.png"/><Relationship Id="rId4" Type="http://schemas.openxmlformats.org/officeDocument/2006/relationships/image" Target="../media/image7.png"/><Relationship Id="rId9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18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9.png"/><Relationship Id="rId4" Type="http://schemas.openxmlformats.org/officeDocument/2006/relationships/image" Target="../media/image2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3.png"/><Relationship Id="rId4" Type="http://schemas.openxmlformats.org/officeDocument/2006/relationships/image" Target="../media/image24.emf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svg"/><Relationship Id="rId7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8.svg"/><Relationship Id="rId10" Type="http://schemas.openxmlformats.org/officeDocument/2006/relationships/image" Target="../media/image9.png"/><Relationship Id="rId4" Type="http://schemas.openxmlformats.org/officeDocument/2006/relationships/image" Target="../media/image7.png"/><Relationship Id="rId9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18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9.png"/><Relationship Id="rId4" Type="http://schemas.openxmlformats.org/officeDocument/2006/relationships/image" Target="../media/image24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3.png"/><Relationship Id="rId4" Type="http://schemas.openxmlformats.org/officeDocument/2006/relationships/image" Target="../media/image24.emf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7" Type="http://schemas.openxmlformats.org/officeDocument/2006/relationships/image" Target="../media/image18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21.png"/><Relationship Id="rId4" Type="http://schemas.openxmlformats.org/officeDocument/2006/relationships/image" Target="../media/image24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3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 Light Bkgd">
            <a:extLst>
              <a:ext uri="{FF2B5EF4-FFF2-40B4-BE49-F238E27FC236}">
                <a16:creationId xmlns:a16="http://schemas.microsoft.com/office/drawing/2014/main" id="{C4626CD7-1C0C-6928-FA7F-84C22CDFEB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Horizontal Rule">
            <a:extLst>
              <a:ext uri="{FF2B5EF4-FFF2-40B4-BE49-F238E27FC236}">
                <a16:creationId xmlns:a16="http://schemas.microsoft.com/office/drawing/2014/main" id="{429C2072-EE2B-A064-5CA2-6097546F935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292100" y="1364752"/>
            <a:ext cx="11607800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fidential disclaimer">
            <a:extLst>
              <a:ext uri="{FF2B5EF4-FFF2-40B4-BE49-F238E27FC236}">
                <a16:creationId xmlns:a16="http://schemas.microsoft.com/office/drawing/2014/main" id="{BB35ED0A-9206-82C6-8F45-ACF38F7B1A6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798636" y="6573016"/>
            <a:ext cx="1101264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Confidential and proprietary</a:t>
            </a:r>
          </a:p>
        </p:txBody>
      </p:sp>
      <p:sp>
        <p:nvSpPr>
          <p:cNvPr id="15" name="Copyright Line">
            <a:extLst>
              <a:ext uri="{FF2B5EF4-FFF2-40B4-BE49-F238E27FC236}">
                <a16:creationId xmlns:a16="http://schemas.microsoft.com/office/drawing/2014/main" id="{D439B148-E719-27C3-3403-978BEDC13EC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88558" y="6536553"/>
            <a:ext cx="2458455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>
                <a:solidFill>
                  <a:srgbClr val="BBBBBB"/>
                </a:solidFill>
                <a:latin typeface="+mn-lt"/>
                <a:ea typeface="+mn-ea"/>
                <a:cs typeface="+mn-cs"/>
              </a:rPr>
              <a:t>© </a:t>
            </a:r>
            <a:fld id="{8BFAE56B-6D08-4B3F-AB76-3783A8251C9C}" type="datetimeyyyy">
              <a:rPr lang="en-US" sz="700" kern="1200" smtClean="0">
                <a:solidFill>
                  <a:srgbClr val="BBBBBB"/>
                </a:solidFill>
                <a:latin typeface="+mn-lt"/>
                <a:ea typeface="+mn-ea"/>
                <a:cs typeface="+mn-cs"/>
              </a:rPr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</a:t>
            </a:fld>
            <a:r>
              <a:rPr lang="en-US" sz="700" kern="1200">
                <a:solidFill>
                  <a:srgbClr val="BBBBBB"/>
                </a:solidFill>
                <a:latin typeface="+mn-lt"/>
                <a:ea typeface="+mn-ea"/>
                <a:cs typeface="+mn-cs"/>
              </a:rPr>
              <a:t> Nielsen Consumer LLC. All Rights Reserved.</a:t>
            </a:r>
          </a:p>
        </p:txBody>
      </p:sp>
      <p:sp>
        <p:nvSpPr>
          <p:cNvPr id="36" name="Footer Placeholder">
            <a:extLst>
              <a:ext uri="{FF2B5EF4-FFF2-40B4-BE49-F238E27FC236}">
                <a16:creationId xmlns:a16="http://schemas.microsoft.com/office/drawing/2014/main" id="{7A2163E9-256E-9B73-6413-FAB496F455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3"/>
          </p:nvPr>
        </p:nvSpPr>
        <p:spPr>
          <a:xfrm>
            <a:off x="3251200" y="6485399"/>
            <a:ext cx="3716336" cy="282957"/>
          </a:xfrm>
          <a:noFill/>
        </p:spPr>
        <p:txBody>
          <a:bodyPr/>
          <a:lstStyle>
            <a:lvl1pPr algn="l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Date Placeholder">
            <a:extLst>
              <a:ext uri="{FF2B5EF4-FFF2-40B4-BE49-F238E27FC236}">
                <a16:creationId xmlns:a16="http://schemas.microsoft.com/office/drawing/2014/main" id="{34C6756D-B2C7-2A2B-E9A7-BB5F5972C7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2"/>
          </p:nvPr>
        </p:nvSpPr>
        <p:spPr>
          <a:xfrm>
            <a:off x="292100" y="6073688"/>
            <a:ext cx="1744664" cy="282957"/>
          </a:xfrm>
        </p:spPr>
        <p:txBody>
          <a:bodyPr/>
          <a:lstStyle>
            <a:lvl1pPr>
              <a:defRPr sz="1200">
                <a:solidFill>
                  <a:srgbClr val="555555"/>
                </a:solidFill>
              </a:defRPr>
            </a:lvl1pPr>
          </a:lstStyle>
          <a:p>
            <a:endParaRPr lang="en-GB"/>
          </a:p>
        </p:txBody>
      </p:sp>
      <p:sp>
        <p:nvSpPr>
          <p:cNvPr id="19" name="Title/Dept Placeholder">
            <a:extLst>
              <a:ext uri="{FF2B5EF4-FFF2-40B4-BE49-F238E27FC236}">
                <a16:creationId xmlns:a16="http://schemas.microsoft.com/office/drawing/2014/main" id="{6942A971-1821-DF95-6B7B-A7991E06FA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 hasCustomPrompt="1"/>
          </p:nvPr>
        </p:nvSpPr>
        <p:spPr>
          <a:xfrm>
            <a:off x="292100" y="5562225"/>
            <a:ext cx="8625842" cy="344385"/>
          </a:xfrm>
        </p:spPr>
        <p:txBody>
          <a:bodyPr t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55555"/>
                </a:solidFill>
              </a:defRPr>
            </a:lvl1pPr>
            <a:lvl2pPr marL="457200" indent="0">
              <a:buNone/>
              <a:defRPr sz="1200" b="1">
                <a:solidFill>
                  <a:schemeClr val="bg1"/>
                </a:solidFill>
              </a:defRPr>
            </a:lvl2pPr>
            <a:lvl3pPr marL="914400" indent="0">
              <a:buNone/>
              <a:defRPr sz="1200" b="1">
                <a:solidFill>
                  <a:schemeClr val="bg1"/>
                </a:solidFill>
              </a:defRPr>
            </a:lvl3pPr>
            <a:lvl4pPr marL="1371600" indent="0">
              <a:buNone/>
              <a:defRPr sz="1200" b="1">
                <a:solidFill>
                  <a:schemeClr val="bg1"/>
                </a:solidFill>
              </a:defRPr>
            </a:lvl4pPr>
            <a:lvl5pPr marL="1828800" indent="0">
              <a:buNone/>
              <a:defRPr sz="1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Title/Department</a:t>
            </a:r>
          </a:p>
        </p:txBody>
      </p:sp>
      <p:sp>
        <p:nvSpPr>
          <p:cNvPr id="18" name="Presenter Name Placeholder">
            <a:extLst>
              <a:ext uri="{FF2B5EF4-FFF2-40B4-BE49-F238E27FC236}">
                <a16:creationId xmlns:a16="http://schemas.microsoft.com/office/drawing/2014/main" id="{4D8E56BE-097F-EB4E-3287-BD1DCBFF48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292100" y="5194091"/>
            <a:ext cx="8625841" cy="344384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555555"/>
                </a:solidFill>
              </a:defRPr>
            </a:lvl1pPr>
            <a:lvl2pPr marL="457200" indent="0">
              <a:buNone/>
              <a:defRPr sz="1200" b="1">
                <a:solidFill>
                  <a:schemeClr val="bg1"/>
                </a:solidFill>
              </a:defRPr>
            </a:lvl2pPr>
            <a:lvl3pPr marL="914400" indent="0">
              <a:buNone/>
              <a:defRPr sz="1200" b="1">
                <a:solidFill>
                  <a:schemeClr val="bg1"/>
                </a:solidFill>
              </a:defRPr>
            </a:lvl3pPr>
            <a:lvl4pPr marL="1371600" indent="0">
              <a:buNone/>
              <a:defRPr sz="1200" b="1">
                <a:solidFill>
                  <a:schemeClr val="bg1"/>
                </a:solidFill>
              </a:defRPr>
            </a:lvl4pPr>
            <a:lvl5pPr marL="1828800" indent="0">
              <a:buNone/>
              <a:defRPr sz="1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name Last name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D952C9CE-AA03-A24B-BBD9-8EA2482DC5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>
            <a:off x="292100" y="4151030"/>
            <a:ext cx="8625840" cy="83788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55555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5F151AF7-737A-1648-9BC4-B9D881179F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292100" y="1671355"/>
            <a:ext cx="8625840" cy="23876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5400">
                <a:solidFill>
                  <a:srgbClr val="555555"/>
                </a:solidFill>
              </a:defRPr>
            </a:lvl1pPr>
          </a:lstStyle>
          <a:p>
            <a:r>
              <a:rPr lang="en-US"/>
              <a:t>Insert your presentation title here maximum of three lines</a:t>
            </a:r>
          </a:p>
        </p:txBody>
      </p:sp>
      <p:sp>
        <p:nvSpPr>
          <p:cNvPr id="21" name="Nielsen wordmark (Orange)" hidden="1">
            <a:extLst>
              <a:ext uri="{FF2B5EF4-FFF2-40B4-BE49-F238E27FC236}">
                <a16:creationId xmlns:a16="http://schemas.microsoft.com/office/drawing/2014/main" id="{B02856D4-EEBB-48FC-BFCD-BE5C5712AE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95274" y="443156"/>
            <a:ext cx="2855736" cy="516802"/>
          </a:xfrm>
          <a:custGeom>
            <a:avLst/>
            <a:gdLst>
              <a:gd name="connsiteX0" fmla="*/ 1628098 w 2855736"/>
              <a:gd name="connsiteY0" fmla="*/ 189308 h 516802"/>
              <a:gd name="connsiteX1" fmla="*/ 1598276 w 2855736"/>
              <a:gd name="connsiteY1" fmla="*/ 194730 h 516802"/>
              <a:gd name="connsiteX2" fmla="*/ 1576820 w 2855736"/>
              <a:gd name="connsiteY2" fmla="*/ 209524 h 516802"/>
              <a:gd name="connsiteX3" fmla="*/ 1563188 w 2855736"/>
              <a:gd name="connsiteY3" fmla="*/ 231368 h 516802"/>
              <a:gd name="connsiteX4" fmla="*/ 1563188 w 2855736"/>
              <a:gd name="connsiteY4" fmla="*/ 231290 h 516802"/>
              <a:gd name="connsiteX5" fmla="*/ 1557921 w 2855736"/>
              <a:gd name="connsiteY5" fmla="*/ 254838 h 516802"/>
              <a:gd name="connsiteX6" fmla="*/ 1694015 w 2855736"/>
              <a:gd name="connsiteY6" fmla="*/ 254838 h 516802"/>
              <a:gd name="connsiteX7" fmla="*/ 1678059 w 2855736"/>
              <a:gd name="connsiteY7" fmla="*/ 207201 h 516802"/>
              <a:gd name="connsiteX8" fmla="*/ 1628098 w 2855736"/>
              <a:gd name="connsiteY8" fmla="*/ 189308 h 516802"/>
              <a:gd name="connsiteX9" fmla="*/ 782717 w 2855736"/>
              <a:gd name="connsiteY9" fmla="*/ 189308 h 516802"/>
              <a:gd name="connsiteX10" fmla="*/ 752895 w 2855736"/>
              <a:gd name="connsiteY10" fmla="*/ 194730 h 516802"/>
              <a:gd name="connsiteX11" fmla="*/ 731439 w 2855736"/>
              <a:gd name="connsiteY11" fmla="*/ 209524 h 516802"/>
              <a:gd name="connsiteX12" fmla="*/ 717807 w 2855736"/>
              <a:gd name="connsiteY12" fmla="*/ 231368 h 516802"/>
              <a:gd name="connsiteX13" fmla="*/ 717807 w 2855736"/>
              <a:gd name="connsiteY13" fmla="*/ 231290 h 516802"/>
              <a:gd name="connsiteX14" fmla="*/ 712539 w 2855736"/>
              <a:gd name="connsiteY14" fmla="*/ 254838 h 516802"/>
              <a:gd name="connsiteX15" fmla="*/ 848634 w 2855736"/>
              <a:gd name="connsiteY15" fmla="*/ 254838 h 516802"/>
              <a:gd name="connsiteX16" fmla="*/ 832677 w 2855736"/>
              <a:gd name="connsiteY16" fmla="*/ 207201 h 516802"/>
              <a:gd name="connsiteX17" fmla="*/ 782717 w 2855736"/>
              <a:gd name="connsiteY17" fmla="*/ 189308 h 516802"/>
              <a:gd name="connsiteX18" fmla="*/ 476601 w 2855736"/>
              <a:gd name="connsiteY18" fmla="*/ 124553 h 516802"/>
              <a:gd name="connsiteX19" fmla="*/ 480087 w 2855736"/>
              <a:gd name="connsiteY19" fmla="*/ 124553 h 516802"/>
              <a:gd name="connsiteX20" fmla="*/ 569319 w 2855736"/>
              <a:gd name="connsiteY20" fmla="*/ 124553 h 516802"/>
              <a:gd name="connsiteX21" fmla="*/ 572882 w 2855736"/>
              <a:gd name="connsiteY21" fmla="*/ 124553 h 516802"/>
              <a:gd name="connsiteX22" fmla="*/ 572882 w 2855736"/>
              <a:gd name="connsiteY22" fmla="*/ 128116 h 516802"/>
              <a:gd name="connsiteX23" fmla="*/ 572804 w 2855736"/>
              <a:gd name="connsiteY23" fmla="*/ 466299 h 516802"/>
              <a:gd name="connsiteX24" fmla="*/ 569319 w 2855736"/>
              <a:gd name="connsiteY24" fmla="*/ 466299 h 516802"/>
              <a:gd name="connsiteX25" fmla="*/ 480087 w 2855736"/>
              <a:gd name="connsiteY25" fmla="*/ 466299 h 516802"/>
              <a:gd name="connsiteX26" fmla="*/ 476601 w 2855736"/>
              <a:gd name="connsiteY26" fmla="*/ 466299 h 516802"/>
              <a:gd name="connsiteX27" fmla="*/ 476601 w 2855736"/>
              <a:gd name="connsiteY27" fmla="*/ 127496 h 516802"/>
              <a:gd name="connsiteX28" fmla="*/ 2026544 w 2855736"/>
              <a:gd name="connsiteY28" fmla="*/ 116342 h 516802"/>
              <a:gd name="connsiteX29" fmla="*/ 2113220 w 2855736"/>
              <a:gd name="connsiteY29" fmla="*/ 147093 h 516802"/>
              <a:gd name="connsiteX30" fmla="*/ 2141569 w 2855736"/>
              <a:gd name="connsiteY30" fmla="*/ 242832 h 516802"/>
              <a:gd name="connsiteX31" fmla="*/ 2141569 w 2855736"/>
              <a:gd name="connsiteY31" fmla="*/ 466376 h 516802"/>
              <a:gd name="connsiteX32" fmla="*/ 2045366 w 2855736"/>
              <a:gd name="connsiteY32" fmla="*/ 466376 h 516802"/>
              <a:gd name="connsiteX33" fmla="*/ 2045366 w 2855736"/>
              <a:gd name="connsiteY33" fmla="*/ 254992 h 516802"/>
              <a:gd name="connsiteX34" fmla="*/ 2033050 w 2855736"/>
              <a:gd name="connsiteY34" fmla="*/ 209757 h 516802"/>
              <a:gd name="connsiteX35" fmla="*/ 1999820 w 2855736"/>
              <a:gd name="connsiteY35" fmla="*/ 197983 h 516802"/>
              <a:gd name="connsiteX36" fmla="*/ 1971548 w 2855736"/>
              <a:gd name="connsiteY36" fmla="*/ 202786 h 516802"/>
              <a:gd name="connsiteX37" fmla="*/ 1949472 w 2855736"/>
              <a:gd name="connsiteY37" fmla="*/ 216651 h 516802"/>
              <a:gd name="connsiteX38" fmla="*/ 1935143 w 2855736"/>
              <a:gd name="connsiteY38" fmla="*/ 237022 h 516802"/>
              <a:gd name="connsiteX39" fmla="*/ 1929411 w 2855736"/>
              <a:gd name="connsiteY39" fmla="*/ 262583 h 516802"/>
              <a:gd name="connsiteX40" fmla="*/ 1929411 w 2855736"/>
              <a:gd name="connsiteY40" fmla="*/ 466299 h 516802"/>
              <a:gd name="connsiteX41" fmla="*/ 1833130 w 2855736"/>
              <a:gd name="connsiteY41" fmla="*/ 466299 h 516802"/>
              <a:gd name="connsiteX42" fmla="*/ 1833130 w 2855736"/>
              <a:gd name="connsiteY42" fmla="*/ 124630 h 516802"/>
              <a:gd name="connsiteX43" fmla="*/ 1926855 w 2855736"/>
              <a:gd name="connsiteY43" fmla="*/ 124630 h 516802"/>
              <a:gd name="connsiteX44" fmla="*/ 1926855 w 2855736"/>
              <a:gd name="connsiteY44" fmla="*/ 165063 h 516802"/>
              <a:gd name="connsiteX45" fmla="*/ 1968605 w 2855736"/>
              <a:gd name="connsiteY45" fmla="*/ 130052 h 516802"/>
              <a:gd name="connsiteX46" fmla="*/ 2026544 w 2855736"/>
              <a:gd name="connsiteY46" fmla="*/ 116342 h 516802"/>
              <a:gd name="connsiteX47" fmla="*/ 1272176 w 2855736"/>
              <a:gd name="connsiteY47" fmla="*/ 115490 h 516802"/>
              <a:gd name="connsiteX48" fmla="*/ 1339410 w 2855736"/>
              <a:gd name="connsiteY48" fmla="*/ 123623 h 516802"/>
              <a:gd name="connsiteX49" fmla="*/ 1384258 w 2855736"/>
              <a:gd name="connsiteY49" fmla="*/ 145544 h 516802"/>
              <a:gd name="connsiteX50" fmla="*/ 1397194 w 2855736"/>
              <a:gd name="connsiteY50" fmla="*/ 157860 h 516802"/>
              <a:gd name="connsiteX51" fmla="*/ 1410749 w 2855736"/>
              <a:gd name="connsiteY51" fmla="*/ 178696 h 516802"/>
              <a:gd name="connsiteX52" fmla="*/ 1415319 w 2855736"/>
              <a:gd name="connsiteY52" fmla="*/ 189695 h 516802"/>
              <a:gd name="connsiteX53" fmla="*/ 1416171 w 2855736"/>
              <a:gd name="connsiteY53" fmla="*/ 192174 h 516802"/>
              <a:gd name="connsiteX54" fmla="*/ 1422755 w 2855736"/>
              <a:gd name="connsiteY54" fmla="*/ 222847 h 516802"/>
              <a:gd name="connsiteX55" fmla="*/ 1423065 w 2855736"/>
              <a:gd name="connsiteY55" fmla="*/ 226643 h 516802"/>
              <a:gd name="connsiteX56" fmla="*/ 1335382 w 2855736"/>
              <a:gd name="connsiteY56" fmla="*/ 226643 h 516802"/>
              <a:gd name="connsiteX57" fmla="*/ 1333058 w 2855736"/>
              <a:gd name="connsiteY57" fmla="*/ 218432 h 516802"/>
              <a:gd name="connsiteX58" fmla="*/ 1318109 w 2855736"/>
              <a:gd name="connsiteY58" fmla="*/ 198835 h 516802"/>
              <a:gd name="connsiteX59" fmla="*/ 1274035 w 2855736"/>
              <a:gd name="connsiteY59" fmla="*/ 188688 h 516802"/>
              <a:gd name="connsiteX60" fmla="*/ 1245220 w 2855736"/>
              <a:gd name="connsiteY60" fmla="*/ 191477 h 516802"/>
              <a:gd name="connsiteX61" fmla="*/ 1227870 w 2855736"/>
              <a:gd name="connsiteY61" fmla="*/ 198293 h 516802"/>
              <a:gd name="connsiteX62" fmla="*/ 1219504 w 2855736"/>
              <a:gd name="connsiteY62" fmla="*/ 207123 h 516802"/>
              <a:gd name="connsiteX63" fmla="*/ 1217025 w 2855736"/>
              <a:gd name="connsiteY63" fmla="*/ 216418 h 516802"/>
              <a:gd name="connsiteX64" fmla="*/ 1225469 w 2855736"/>
              <a:gd name="connsiteY64" fmla="*/ 236867 h 516802"/>
              <a:gd name="connsiteX65" fmla="*/ 1262494 w 2855736"/>
              <a:gd name="connsiteY65" fmla="*/ 248641 h 516802"/>
              <a:gd name="connsiteX66" fmla="*/ 1304553 w 2855736"/>
              <a:gd name="connsiteY66" fmla="*/ 255612 h 516802"/>
              <a:gd name="connsiteX67" fmla="*/ 1365513 w 2855736"/>
              <a:gd name="connsiteY67" fmla="*/ 270484 h 516802"/>
              <a:gd name="connsiteX68" fmla="*/ 1403313 w 2855736"/>
              <a:gd name="connsiteY68" fmla="*/ 293179 h 516802"/>
              <a:gd name="connsiteX69" fmla="*/ 1423375 w 2855736"/>
              <a:gd name="connsiteY69" fmla="*/ 325635 h 516802"/>
              <a:gd name="connsiteX70" fmla="*/ 1423375 w 2855736"/>
              <a:gd name="connsiteY70" fmla="*/ 325712 h 516802"/>
              <a:gd name="connsiteX71" fmla="*/ 1428952 w 2855736"/>
              <a:gd name="connsiteY71" fmla="*/ 368159 h 516802"/>
              <a:gd name="connsiteX72" fmla="*/ 1391927 w 2855736"/>
              <a:gd name="connsiteY72" fmla="*/ 446392 h 516802"/>
              <a:gd name="connsiteX73" fmla="*/ 1279534 w 2855736"/>
              <a:gd name="connsiteY73" fmla="*/ 475516 h 516802"/>
              <a:gd name="connsiteX74" fmla="*/ 1221828 w 2855736"/>
              <a:gd name="connsiteY74" fmla="*/ 470017 h 516802"/>
              <a:gd name="connsiteX75" fmla="*/ 1172255 w 2855736"/>
              <a:gd name="connsiteY75" fmla="*/ 450730 h 516802"/>
              <a:gd name="connsiteX76" fmla="*/ 1136081 w 2855736"/>
              <a:gd name="connsiteY76" fmla="*/ 413937 h 516802"/>
              <a:gd name="connsiteX77" fmla="*/ 1120280 w 2855736"/>
              <a:gd name="connsiteY77" fmla="*/ 360336 h 516802"/>
              <a:gd name="connsiteX78" fmla="*/ 1213230 w 2855736"/>
              <a:gd name="connsiteY78" fmla="*/ 360336 h 516802"/>
              <a:gd name="connsiteX79" fmla="*/ 1233911 w 2855736"/>
              <a:gd name="connsiteY79" fmla="*/ 391087 h 516802"/>
              <a:gd name="connsiteX80" fmla="*/ 1278295 w 2855736"/>
              <a:gd name="connsiteY80" fmla="*/ 399685 h 516802"/>
              <a:gd name="connsiteX81" fmla="*/ 1322059 w 2855736"/>
              <a:gd name="connsiteY81" fmla="*/ 392171 h 516802"/>
              <a:gd name="connsiteX82" fmla="*/ 1333988 w 2855736"/>
              <a:gd name="connsiteY82" fmla="*/ 369398 h 516802"/>
              <a:gd name="connsiteX83" fmla="*/ 1326319 w 2855736"/>
              <a:gd name="connsiteY83" fmla="*/ 349492 h 516802"/>
              <a:gd name="connsiteX84" fmla="*/ 1295568 w 2855736"/>
              <a:gd name="connsiteY84" fmla="*/ 337253 h 516802"/>
              <a:gd name="connsiteX85" fmla="*/ 1247467 w 2855736"/>
              <a:gd name="connsiteY85" fmla="*/ 329585 h 516802"/>
              <a:gd name="connsiteX86" fmla="*/ 1155678 w 2855736"/>
              <a:gd name="connsiteY86" fmla="*/ 296045 h 516802"/>
              <a:gd name="connsiteX87" fmla="*/ 1124695 w 2855736"/>
              <a:gd name="connsiteY87" fmla="*/ 222847 h 516802"/>
              <a:gd name="connsiteX88" fmla="*/ 1135617 w 2855736"/>
              <a:gd name="connsiteY88" fmla="*/ 177844 h 516802"/>
              <a:gd name="connsiteX89" fmla="*/ 1166290 w 2855736"/>
              <a:gd name="connsiteY89" fmla="*/ 144150 h 516802"/>
              <a:gd name="connsiteX90" fmla="*/ 1212920 w 2855736"/>
              <a:gd name="connsiteY90" fmla="*/ 122926 h 516802"/>
              <a:gd name="connsiteX91" fmla="*/ 1272176 w 2855736"/>
              <a:gd name="connsiteY91" fmla="*/ 115490 h 516802"/>
              <a:gd name="connsiteX92" fmla="*/ 1629957 w 2855736"/>
              <a:gd name="connsiteY92" fmla="*/ 115335 h 516802"/>
              <a:gd name="connsiteX93" fmla="*/ 1747616 w 2855736"/>
              <a:gd name="connsiteY93" fmla="*/ 160493 h 516802"/>
              <a:gd name="connsiteX94" fmla="*/ 1787043 w 2855736"/>
              <a:gd name="connsiteY94" fmla="*/ 281328 h 516802"/>
              <a:gd name="connsiteX95" fmla="*/ 1787043 w 2855736"/>
              <a:gd name="connsiteY95" fmla="*/ 320522 h 516802"/>
              <a:gd name="connsiteX96" fmla="*/ 1556526 w 2855736"/>
              <a:gd name="connsiteY96" fmla="*/ 320522 h 516802"/>
              <a:gd name="connsiteX97" fmla="*/ 1575968 w 2855736"/>
              <a:gd name="connsiteY97" fmla="*/ 377454 h 516802"/>
              <a:gd name="connsiteX98" fmla="*/ 1630654 w 2855736"/>
              <a:gd name="connsiteY98" fmla="*/ 398833 h 516802"/>
              <a:gd name="connsiteX99" fmla="*/ 1688825 w 2855736"/>
              <a:gd name="connsiteY99" fmla="*/ 360181 h 516802"/>
              <a:gd name="connsiteX100" fmla="*/ 1688903 w 2855736"/>
              <a:gd name="connsiteY100" fmla="*/ 360181 h 516802"/>
              <a:gd name="connsiteX101" fmla="*/ 1782937 w 2855736"/>
              <a:gd name="connsiteY101" fmla="*/ 360181 h 516802"/>
              <a:gd name="connsiteX102" fmla="*/ 1737082 w 2855736"/>
              <a:gd name="connsiteY102" fmla="*/ 445540 h 516802"/>
              <a:gd name="connsiteX103" fmla="*/ 1630034 w 2855736"/>
              <a:gd name="connsiteY103" fmla="*/ 475284 h 516802"/>
              <a:gd name="connsiteX104" fmla="*/ 1502848 w 2855736"/>
              <a:gd name="connsiteY104" fmla="*/ 428267 h 516802"/>
              <a:gd name="connsiteX105" fmla="*/ 1460168 w 2855736"/>
              <a:gd name="connsiteY105" fmla="*/ 295890 h 516802"/>
              <a:gd name="connsiteX106" fmla="*/ 1472484 w 2855736"/>
              <a:gd name="connsiteY106" fmla="*/ 219826 h 516802"/>
              <a:gd name="connsiteX107" fmla="*/ 1507340 w 2855736"/>
              <a:gd name="connsiteY107" fmla="*/ 162894 h 516802"/>
              <a:gd name="connsiteX108" fmla="*/ 1561174 w 2855736"/>
              <a:gd name="connsiteY108" fmla="*/ 127341 h 516802"/>
              <a:gd name="connsiteX109" fmla="*/ 1629957 w 2855736"/>
              <a:gd name="connsiteY109" fmla="*/ 115335 h 516802"/>
              <a:gd name="connsiteX110" fmla="*/ 784576 w 2855736"/>
              <a:gd name="connsiteY110" fmla="*/ 115335 h 516802"/>
              <a:gd name="connsiteX111" fmla="*/ 902235 w 2855736"/>
              <a:gd name="connsiteY111" fmla="*/ 160493 h 516802"/>
              <a:gd name="connsiteX112" fmla="*/ 941661 w 2855736"/>
              <a:gd name="connsiteY112" fmla="*/ 281328 h 516802"/>
              <a:gd name="connsiteX113" fmla="*/ 941661 w 2855736"/>
              <a:gd name="connsiteY113" fmla="*/ 320522 h 516802"/>
              <a:gd name="connsiteX114" fmla="*/ 711145 w 2855736"/>
              <a:gd name="connsiteY114" fmla="*/ 320522 h 516802"/>
              <a:gd name="connsiteX115" fmla="*/ 730587 w 2855736"/>
              <a:gd name="connsiteY115" fmla="*/ 377454 h 516802"/>
              <a:gd name="connsiteX116" fmla="*/ 785273 w 2855736"/>
              <a:gd name="connsiteY116" fmla="*/ 398833 h 516802"/>
              <a:gd name="connsiteX117" fmla="*/ 843444 w 2855736"/>
              <a:gd name="connsiteY117" fmla="*/ 360181 h 516802"/>
              <a:gd name="connsiteX118" fmla="*/ 843522 w 2855736"/>
              <a:gd name="connsiteY118" fmla="*/ 360181 h 516802"/>
              <a:gd name="connsiteX119" fmla="*/ 937556 w 2855736"/>
              <a:gd name="connsiteY119" fmla="*/ 360181 h 516802"/>
              <a:gd name="connsiteX120" fmla="*/ 891701 w 2855736"/>
              <a:gd name="connsiteY120" fmla="*/ 445540 h 516802"/>
              <a:gd name="connsiteX121" fmla="*/ 784653 w 2855736"/>
              <a:gd name="connsiteY121" fmla="*/ 475284 h 516802"/>
              <a:gd name="connsiteX122" fmla="*/ 657467 w 2855736"/>
              <a:gd name="connsiteY122" fmla="*/ 428267 h 516802"/>
              <a:gd name="connsiteX123" fmla="*/ 614787 w 2855736"/>
              <a:gd name="connsiteY123" fmla="*/ 295890 h 516802"/>
              <a:gd name="connsiteX124" fmla="*/ 627103 w 2855736"/>
              <a:gd name="connsiteY124" fmla="*/ 219826 h 516802"/>
              <a:gd name="connsiteX125" fmla="*/ 661959 w 2855736"/>
              <a:gd name="connsiteY125" fmla="*/ 162894 h 516802"/>
              <a:gd name="connsiteX126" fmla="*/ 715793 w 2855736"/>
              <a:gd name="connsiteY126" fmla="*/ 127341 h 516802"/>
              <a:gd name="connsiteX127" fmla="*/ 784576 w 2855736"/>
              <a:gd name="connsiteY127" fmla="*/ 115335 h 516802"/>
              <a:gd name="connsiteX128" fmla="*/ 2576886 w 2855736"/>
              <a:gd name="connsiteY128" fmla="*/ 97288 h 516802"/>
              <a:gd name="connsiteX129" fmla="*/ 2435834 w 2855736"/>
              <a:gd name="connsiteY129" fmla="*/ 238339 h 516802"/>
              <a:gd name="connsiteX130" fmla="*/ 2576886 w 2855736"/>
              <a:gd name="connsiteY130" fmla="*/ 379391 h 516802"/>
              <a:gd name="connsiteX131" fmla="*/ 2717938 w 2855736"/>
              <a:gd name="connsiteY131" fmla="*/ 238339 h 516802"/>
              <a:gd name="connsiteX132" fmla="*/ 2576886 w 2855736"/>
              <a:gd name="connsiteY132" fmla="*/ 97288 h 516802"/>
              <a:gd name="connsiteX133" fmla="*/ 2196642 w 2855736"/>
              <a:gd name="connsiteY133" fmla="*/ 10456 h 516802"/>
              <a:gd name="connsiteX134" fmla="*/ 2290522 w 2855736"/>
              <a:gd name="connsiteY134" fmla="*/ 10456 h 516802"/>
              <a:gd name="connsiteX135" fmla="*/ 2290522 w 2855736"/>
              <a:gd name="connsiteY135" fmla="*/ 466298 h 516802"/>
              <a:gd name="connsiteX136" fmla="*/ 2196642 w 2855736"/>
              <a:gd name="connsiteY136" fmla="*/ 466298 h 516802"/>
              <a:gd name="connsiteX137" fmla="*/ 986665 w 2855736"/>
              <a:gd name="connsiteY137" fmla="*/ 10456 h 516802"/>
              <a:gd name="connsiteX138" fmla="*/ 1080545 w 2855736"/>
              <a:gd name="connsiteY138" fmla="*/ 10456 h 516802"/>
              <a:gd name="connsiteX139" fmla="*/ 1080545 w 2855736"/>
              <a:gd name="connsiteY139" fmla="*/ 475593 h 516802"/>
              <a:gd name="connsiteX140" fmla="*/ 1065905 w 2855736"/>
              <a:gd name="connsiteY140" fmla="*/ 475593 h 516802"/>
              <a:gd name="connsiteX141" fmla="*/ 986665 w 2855736"/>
              <a:gd name="connsiteY141" fmla="*/ 394107 h 516802"/>
              <a:gd name="connsiteX142" fmla="*/ 476601 w 2855736"/>
              <a:gd name="connsiteY142" fmla="*/ 10456 h 516802"/>
              <a:gd name="connsiteX143" fmla="*/ 480087 w 2855736"/>
              <a:gd name="connsiteY143" fmla="*/ 10456 h 516802"/>
              <a:gd name="connsiteX144" fmla="*/ 569319 w 2855736"/>
              <a:gd name="connsiteY144" fmla="*/ 10456 h 516802"/>
              <a:gd name="connsiteX145" fmla="*/ 572882 w 2855736"/>
              <a:gd name="connsiteY145" fmla="*/ 10456 h 516802"/>
              <a:gd name="connsiteX146" fmla="*/ 572882 w 2855736"/>
              <a:gd name="connsiteY146" fmla="*/ 81330 h 516802"/>
              <a:gd name="connsiteX147" fmla="*/ 572882 w 2855736"/>
              <a:gd name="connsiteY147" fmla="*/ 84893 h 516802"/>
              <a:gd name="connsiteX148" fmla="*/ 569319 w 2855736"/>
              <a:gd name="connsiteY148" fmla="*/ 84893 h 516802"/>
              <a:gd name="connsiteX149" fmla="*/ 480087 w 2855736"/>
              <a:gd name="connsiteY149" fmla="*/ 84893 h 516802"/>
              <a:gd name="connsiteX150" fmla="*/ 476601 w 2855736"/>
              <a:gd name="connsiteY150" fmla="*/ 84893 h 516802"/>
              <a:gd name="connsiteX151" fmla="*/ 476601 w 2855736"/>
              <a:gd name="connsiteY151" fmla="*/ 81330 h 516802"/>
              <a:gd name="connsiteX152" fmla="*/ 58559 w 2855736"/>
              <a:gd name="connsiteY152" fmla="*/ 6331 h 516802"/>
              <a:gd name="connsiteX153" fmla="*/ 82648 w 2855736"/>
              <a:gd name="connsiteY153" fmla="*/ 20990 h 516802"/>
              <a:gd name="connsiteX154" fmla="*/ 326565 w 2855736"/>
              <a:gd name="connsiteY154" fmla="*/ 298911 h 516802"/>
              <a:gd name="connsiteX155" fmla="*/ 326565 w 2855736"/>
              <a:gd name="connsiteY155" fmla="*/ 10456 h 516802"/>
              <a:gd name="connsiteX156" fmla="*/ 421064 w 2855736"/>
              <a:gd name="connsiteY156" fmla="*/ 10456 h 516802"/>
              <a:gd name="connsiteX157" fmla="*/ 421064 w 2855736"/>
              <a:gd name="connsiteY157" fmla="*/ 424781 h 516802"/>
              <a:gd name="connsiteX158" fmla="*/ 390545 w 2855736"/>
              <a:gd name="connsiteY158" fmla="*/ 469397 h 516802"/>
              <a:gd name="connsiteX159" fmla="*/ 373814 w 2855736"/>
              <a:gd name="connsiteY159" fmla="*/ 472495 h 516802"/>
              <a:gd name="connsiteX160" fmla="*/ 338416 w 2855736"/>
              <a:gd name="connsiteY160" fmla="*/ 456461 h 516802"/>
              <a:gd name="connsiteX161" fmla="*/ 94499 w 2855736"/>
              <a:gd name="connsiteY161" fmla="*/ 178541 h 516802"/>
              <a:gd name="connsiteX162" fmla="*/ 94499 w 2855736"/>
              <a:gd name="connsiteY162" fmla="*/ 466298 h 516802"/>
              <a:gd name="connsiteX163" fmla="*/ 0 w 2855736"/>
              <a:gd name="connsiteY163" fmla="*/ 466298 h 516802"/>
              <a:gd name="connsiteX164" fmla="*/ 0 w 2855736"/>
              <a:gd name="connsiteY164" fmla="*/ 52748 h 516802"/>
              <a:gd name="connsiteX165" fmla="*/ 30519 w 2855736"/>
              <a:gd name="connsiteY165" fmla="*/ 8055 h 516802"/>
              <a:gd name="connsiteX166" fmla="*/ 58559 w 2855736"/>
              <a:gd name="connsiteY166" fmla="*/ 6331 h 516802"/>
              <a:gd name="connsiteX167" fmla="*/ 2576886 w 2855736"/>
              <a:gd name="connsiteY167" fmla="*/ 0 h 516802"/>
              <a:gd name="connsiteX168" fmla="*/ 2815303 w 2855736"/>
              <a:gd name="connsiteY168" fmla="*/ 238417 h 516802"/>
              <a:gd name="connsiteX169" fmla="*/ 2775489 w 2855736"/>
              <a:gd name="connsiteY169" fmla="*/ 370096 h 516802"/>
              <a:gd name="connsiteX170" fmla="*/ 2775412 w 2855736"/>
              <a:gd name="connsiteY170" fmla="*/ 370096 h 516802"/>
              <a:gd name="connsiteX171" fmla="*/ 2855736 w 2855736"/>
              <a:gd name="connsiteY171" fmla="*/ 450420 h 516802"/>
              <a:gd name="connsiteX172" fmla="*/ 2789354 w 2855736"/>
              <a:gd name="connsiteY172" fmla="*/ 516802 h 516802"/>
              <a:gd name="connsiteX173" fmla="*/ 2709108 w 2855736"/>
              <a:gd name="connsiteY173" fmla="*/ 436555 h 516802"/>
              <a:gd name="connsiteX174" fmla="*/ 2576886 w 2855736"/>
              <a:gd name="connsiteY174" fmla="*/ 476756 h 516802"/>
              <a:gd name="connsiteX175" fmla="*/ 2338469 w 2855736"/>
              <a:gd name="connsiteY175" fmla="*/ 238417 h 516802"/>
              <a:gd name="connsiteX176" fmla="*/ 2576886 w 2855736"/>
              <a:gd name="connsiteY176" fmla="*/ 0 h 516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</a:cxnLst>
            <a:rect l="l" t="t" r="r" b="b"/>
            <a:pathLst>
              <a:path w="2855736" h="516802">
                <a:moveTo>
                  <a:pt x="1628098" y="189308"/>
                </a:moveTo>
                <a:cubicBezTo>
                  <a:pt x="1616711" y="189308"/>
                  <a:pt x="1606719" y="191089"/>
                  <a:pt x="1598276" y="194730"/>
                </a:cubicBezTo>
                <a:cubicBezTo>
                  <a:pt x="1589833" y="198370"/>
                  <a:pt x="1582630" y="203328"/>
                  <a:pt x="1576820" y="209524"/>
                </a:cubicBezTo>
                <a:cubicBezTo>
                  <a:pt x="1571011" y="215798"/>
                  <a:pt x="1566441" y="223157"/>
                  <a:pt x="1563188" y="231368"/>
                </a:cubicBezTo>
                <a:lnTo>
                  <a:pt x="1563188" y="231290"/>
                </a:lnTo>
                <a:cubicBezTo>
                  <a:pt x="1560399" y="238571"/>
                  <a:pt x="1558618" y="246472"/>
                  <a:pt x="1557921" y="254838"/>
                </a:cubicBezTo>
                <a:lnTo>
                  <a:pt x="1694015" y="254838"/>
                </a:lnTo>
                <a:cubicBezTo>
                  <a:pt x="1693473" y="234621"/>
                  <a:pt x="1688128" y="218587"/>
                  <a:pt x="1678059" y="207201"/>
                </a:cubicBezTo>
                <a:cubicBezTo>
                  <a:pt x="1667524" y="195349"/>
                  <a:pt x="1650716" y="189308"/>
                  <a:pt x="1628098" y="189308"/>
                </a:cubicBezTo>
                <a:close/>
                <a:moveTo>
                  <a:pt x="782717" y="189308"/>
                </a:moveTo>
                <a:cubicBezTo>
                  <a:pt x="771330" y="189308"/>
                  <a:pt x="761338" y="191089"/>
                  <a:pt x="752895" y="194730"/>
                </a:cubicBezTo>
                <a:cubicBezTo>
                  <a:pt x="744452" y="198370"/>
                  <a:pt x="737249" y="203328"/>
                  <a:pt x="731439" y="209524"/>
                </a:cubicBezTo>
                <a:cubicBezTo>
                  <a:pt x="725630" y="215798"/>
                  <a:pt x="721060" y="223157"/>
                  <a:pt x="717807" y="231368"/>
                </a:cubicBezTo>
                <a:lnTo>
                  <a:pt x="717807" y="231290"/>
                </a:lnTo>
                <a:cubicBezTo>
                  <a:pt x="715018" y="238571"/>
                  <a:pt x="713237" y="246472"/>
                  <a:pt x="712539" y="254838"/>
                </a:cubicBezTo>
                <a:lnTo>
                  <a:pt x="848634" y="254838"/>
                </a:lnTo>
                <a:cubicBezTo>
                  <a:pt x="848092" y="234621"/>
                  <a:pt x="842747" y="218587"/>
                  <a:pt x="832677" y="207201"/>
                </a:cubicBezTo>
                <a:cubicBezTo>
                  <a:pt x="822143" y="195349"/>
                  <a:pt x="805335" y="189308"/>
                  <a:pt x="782717" y="189308"/>
                </a:cubicBezTo>
                <a:close/>
                <a:moveTo>
                  <a:pt x="476601" y="124553"/>
                </a:moveTo>
                <a:lnTo>
                  <a:pt x="480087" y="124553"/>
                </a:lnTo>
                <a:lnTo>
                  <a:pt x="569319" y="124553"/>
                </a:lnTo>
                <a:lnTo>
                  <a:pt x="572882" y="124553"/>
                </a:lnTo>
                <a:lnTo>
                  <a:pt x="572882" y="128116"/>
                </a:lnTo>
                <a:lnTo>
                  <a:pt x="572804" y="466299"/>
                </a:lnTo>
                <a:lnTo>
                  <a:pt x="569319" y="466299"/>
                </a:lnTo>
                <a:lnTo>
                  <a:pt x="480087" y="466299"/>
                </a:lnTo>
                <a:lnTo>
                  <a:pt x="476601" y="466299"/>
                </a:lnTo>
                <a:lnTo>
                  <a:pt x="476601" y="127496"/>
                </a:lnTo>
                <a:close/>
                <a:moveTo>
                  <a:pt x="2026544" y="116342"/>
                </a:moveTo>
                <a:cubicBezTo>
                  <a:pt x="2065195" y="116342"/>
                  <a:pt x="2094320" y="126721"/>
                  <a:pt x="2113220" y="147093"/>
                </a:cubicBezTo>
                <a:cubicBezTo>
                  <a:pt x="2132042" y="167465"/>
                  <a:pt x="2141569" y="199687"/>
                  <a:pt x="2141569" y="242832"/>
                </a:cubicBezTo>
                <a:lnTo>
                  <a:pt x="2141569" y="466376"/>
                </a:lnTo>
                <a:lnTo>
                  <a:pt x="2045366" y="466376"/>
                </a:lnTo>
                <a:lnTo>
                  <a:pt x="2045366" y="254992"/>
                </a:lnTo>
                <a:cubicBezTo>
                  <a:pt x="2045366" y="232762"/>
                  <a:pt x="2041183" y="217503"/>
                  <a:pt x="2033050" y="209757"/>
                </a:cubicBezTo>
                <a:cubicBezTo>
                  <a:pt x="2024840" y="201933"/>
                  <a:pt x="2013686" y="197983"/>
                  <a:pt x="1999820" y="197983"/>
                </a:cubicBezTo>
                <a:cubicBezTo>
                  <a:pt x="1988899" y="197983"/>
                  <a:pt x="1979371" y="199610"/>
                  <a:pt x="1971548" y="202786"/>
                </a:cubicBezTo>
                <a:cubicBezTo>
                  <a:pt x="1963647" y="205961"/>
                  <a:pt x="1956211" y="210764"/>
                  <a:pt x="1949472" y="216651"/>
                </a:cubicBezTo>
                <a:cubicBezTo>
                  <a:pt x="1943818" y="222305"/>
                  <a:pt x="1938938" y="229121"/>
                  <a:pt x="1935143" y="237022"/>
                </a:cubicBezTo>
                <a:cubicBezTo>
                  <a:pt x="1931347" y="244768"/>
                  <a:pt x="1929411" y="253366"/>
                  <a:pt x="1929411" y="262583"/>
                </a:cubicBezTo>
                <a:lnTo>
                  <a:pt x="1929411" y="466299"/>
                </a:lnTo>
                <a:lnTo>
                  <a:pt x="1833130" y="466299"/>
                </a:lnTo>
                <a:lnTo>
                  <a:pt x="1833130" y="124630"/>
                </a:lnTo>
                <a:lnTo>
                  <a:pt x="1926855" y="124630"/>
                </a:lnTo>
                <a:lnTo>
                  <a:pt x="1926855" y="165063"/>
                </a:lnTo>
                <a:cubicBezTo>
                  <a:pt x="1938938" y="149494"/>
                  <a:pt x="1952958" y="137798"/>
                  <a:pt x="1968605" y="130052"/>
                </a:cubicBezTo>
                <a:cubicBezTo>
                  <a:pt x="1987040" y="120989"/>
                  <a:pt x="2006559" y="116342"/>
                  <a:pt x="2026544" y="116342"/>
                </a:cubicBezTo>
                <a:close/>
                <a:moveTo>
                  <a:pt x="1272176" y="115490"/>
                </a:moveTo>
                <a:cubicBezTo>
                  <a:pt x="1298667" y="115490"/>
                  <a:pt x="1321285" y="118279"/>
                  <a:pt x="1339410" y="123623"/>
                </a:cubicBezTo>
                <a:cubicBezTo>
                  <a:pt x="1357613" y="129045"/>
                  <a:pt x="1372717" y="136404"/>
                  <a:pt x="1384258" y="145544"/>
                </a:cubicBezTo>
                <a:cubicBezTo>
                  <a:pt x="1389061" y="149339"/>
                  <a:pt x="1393321" y="153445"/>
                  <a:pt x="1397194" y="157860"/>
                </a:cubicBezTo>
                <a:cubicBezTo>
                  <a:pt x="1402693" y="164211"/>
                  <a:pt x="1407263" y="171183"/>
                  <a:pt x="1410749" y="178696"/>
                </a:cubicBezTo>
                <a:cubicBezTo>
                  <a:pt x="1412376" y="182259"/>
                  <a:pt x="1413925" y="185977"/>
                  <a:pt x="1415319" y="189695"/>
                </a:cubicBezTo>
                <a:cubicBezTo>
                  <a:pt x="1415629" y="190547"/>
                  <a:pt x="1415861" y="191322"/>
                  <a:pt x="1416171" y="192174"/>
                </a:cubicBezTo>
                <a:cubicBezTo>
                  <a:pt x="1419347" y="201934"/>
                  <a:pt x="1421516" y="212235"/>
                  <a:pt x="1422755" y="222847"/>
                </a:cubicBezTo>
                <a:cubicBezTo>
                  <a:pt x="1422910" y="224087"/>
                  <a:pt x="1422910" y="225403"/>
                  <a:pt x="1423065" y="226643"/>
                </a:cubicBezTo>
                <a:lnTo>
                  <a:pt x="1335382" y="226643"/>
                </a:lnTo>
                <a:cubicBezTo>
                  <a:pt x="1334762" y="223699"/>
                  <a:pt x="1333988" y="220988"/>
                  <a:pt x="1333058" y="218432"/>
                </a:cubicBezTo>
                <a:cubicBezTo>
                  <a:pt x="1329263" y="208905"/>
                  <a:pt x="1324615" y="203793"/>
                  <a:pt x="1318109" y="198835"/>
                </a:cubicBezTo>
                <a:cubicBezTo>
                  <a:pt x="1309201" y="192096"/>
                  <a:pt x="1294406" y="188688"/>
                  <a:pt x="1274035" y="188688"/>
                </a:cubicBezTo>
                <a:cubicBezTo>
                  <a:pt x="1262494" y="188688"/>
                  <a:pt x="1252734" y="189618"/>
                  <a:pt x="1245220" y="191477"/>
                </a:cubicBezTo>
                <a:cubicBezTo>
                  <a:pt x="1237784" y="193258"/>
                  <a:pt x="1231975" y="195582"/>
                  <a:pt x="1227870" y="198293"/>
                </a:cubicBezTo>
                <a:cubicBezTo>
                  <a:pt x="1223919" y="200927"/>
                  <a:pt x="1221131" y="203870"/>
                  <a:pt x="1219504" y="207123"/>
                </a:cubicBezTo>
                <a:cubicBezTo>
                  <a:pt x="1217878" y="210454"/>
                  <a:pt x="1217025" y="213630"/>
                  <a:pt x="1217025" y="216418"/>
                </a:cubicBezTo>
                <a:cubicBezTo>
                  <a:pt x="1217025" y="225946"/>
                  <a:pt x="1219814" y="232685"/>
                  <a:pt x="1225469" y="236867"/>
                </a:cubicBezTo>
                <a:cubicBezTo>
                  <a:pt x="1231588" y="241437"/>
                  <a:pt x="1244058" y="245388"/>
                  <a:pt x="1262494" y="248641"/>
                </a:cubicBezTo>
                <a:lnTo>
                  <a:pt x="1304553" y="255612"/>
                </a:lnTo>
                <a:cubicBezTo>
                  <a:pt x="1328023" y="259485"/>
                  <a:pt x="1350022" y="264442"/>
                  <a:pt x="1365513" y="270484"/>
                </a:cubicBezTo>
                <a:cubicBezTo>
                  <a:pt x="1381160" y="276526"/>
                  <a:pt x="1393863" y="284194"/>
                  <a:pt x="1403313" y="293179"/>
                </a:cubicBezTo>
                <a:cubicBezTo>
                  <a:pt x="1412840" y="302320"/>
                  <a:pt x="1419579" y="313241"/>
                  <a:pt x="1423375" y="325635"/>
                </a:cubicBezTo>
                <a:lnTo>
                  <a:pt x="1423375" y="325712"/>
                </a:lnTo>
                <a:cubicBezTo>
                  <a:pt x="1427093" y="337950"/>
                  <a:pt x="1428952" y="352203"/>
                  <a:pt x="1428952" y="368159"/>
                </a:cubicBezTo>
                <a:cubicBezTo>
                  <a:pt x="1428952" y="400537"/>
                  <a:pt x="1416481" y="426873"/>
                  <a:pt x="1391927" y="446392"/>
                </a:cubicBezTo>
                <a:cubicBezTo>
                  <a:pt x="1367605" y="465757"/>
                  <a:pt x="1329805" y="475516"/>
                  <a:pt x="1279534" y="475516"/>
                </a:cubicBezTo>
                <a:cubicBezTo>
                  <a:pt x="1259473" y="475516"/>
                  <a:pt x="1240031" y="473657"/>
                  <a:pt x="1221828" y="470017"/>
                </a:cubicBezTo>
                <a:cubicBezTo>
                  <a:pt x="1203470" y="466299"/>
                  <a:pt x="1186739" y="459870"/>
                  <a:pt x="1172255" y="450730"/>
                </a:cubicBezTo>
                <a:cubicBezTo>
                  <a:pt x="1157615" y="441590"/>
                  <a:pt x="1145454" y="429196"/>
                  <a:pt x="1136081" y="413937"/>
                </a:cubicBezTo>
                <a:cubicBezTo>
                  <a:pt x="1127251" y="399607"/>
                  <a:pt x="1121984" y="381559"/>
                  <a:pt x="1120280" y="360336"/>
                </a:cubicBezTo>
                <a:lnTo>
                  <a:pt x="1213230" y="360336"/>
                </a:lnTo>
                <a:cubicBezTo>
                  <a:pt x="1216561" y="375828"/>
                  <a:pt x="1223455" y="386207"/>
                  <a:pt x="1233911" y="391087"/>
                </a:cubicBezTo>
                <a:cubicBezTo>
                  <a:pt x="1246072" y="396819"/>
                  <a:pt x="1261022" y="399685"/>
                  <a:pt x="1278295" y="399685"/>
                </a:cubicBezTo>
                <a:cubicBezTo>
                  <a:pt x="1298744" y="399685"/>
                  <a:pt x="1313539" y="397129"/>
                  <a:pt x="1322059" y="392171"/>
                </a:cubicBezTo>
                <a:cubicBezTo>
                  <a:pt x="1330115" y="387524"/>
                  <a:pt x="1333988" y="380088"/>
                  <a:pt x="1333988" y="369398"/>
                </a:cubicBezTo>
                <a:cubicBezTo>
                  <a:pt x="1333988" y="361808"/>
                  <a:pt x="1331509" y="355224"/>
                  <a:pt x="1326319" y="349492"/>
                </a:cubicBezTo>
                <a:cubicBezTo>
                  <a:pt x="1321207" y="343760"/>
                  <a:pt x="1310828" y="339654"/>
                  <a:pt x="1295568" y="337253"/>
                </a:cubicBezTo>
                <a:lnTo>
                  <a:pt x="1247467" y="329585"/>
                </a:lnTo>
                <a:cubicBezTo>
                  <a:pt x="1206723" y="323156"/>
                  <a:pt x="1175818" y="311847"/>
                  <a:pt x="1155678" y="296045"/>
                </a:cubicBezTo>
                <a:cubicBezTo>
                  <a:pt x="1135152" y="279934"/>
                  <a:pt x="1124695" y="255302"/>
                  <a:pt x="1124695" y="222847"/>
                </a:cubicBezTo>
                <a:cubicBezTo>
                  <a:pt x="1124695" y="206194"/>
                  <a:pt x="1128336" y="191089"/>
                  <a:pt x="1135617" y="177844"/>
                </a:cubicBezTo>
                <a:cubicBezTo>
                  <a:pt x="1142820" y="164676"/>
                  <a:pt x="1153122" y="153367"/>
                  <a:pt x="1166290" y="144150"/>
                </a:cubicBezTo>
                <a:cubicBezTo>
                  <a:pt x="1179303" y="135010"/>
                  <a:pt x="1194950" y="127883"/>
                  <a:pt x="1212920" y="122926"/>
                </a:cubicBezTo>
                <a:cubicBezTo>
                  <a:pt x="1230813" y="117969"/>
                  <a:pt x="1250720" y="115490"/>
                  <a:pt x="1272176" y="115490"/>
                </a:cubicBezTo>
                <a:close/>
                <a:moveTo>
                  <a:pt x="1629957" y="115335"/>
                </a:moveTo>
                <a:cubicBezTo>
                  <a:pt x="1681776" y="115335"/>
                  <a:pt x="1721358" y="130517"/>
                  <a:pt x="1747616" y="160493"/>
                </a:cubicBezTo>
                <a:cubicBezTo>
                  <a:pt x="1773797" y="190315"/>
                  <a:pt x="1787043" y="230980"/>
                  <a:pt x="1787043" y="281328"/>
                </a:cubicBezTo>
                <a:lnTo>
                  <a:pt x="1787043" y="320522"/>
                </a:lnTo>
                <a:lnTo>
                  <a:pt x="1556526" y="320522"/>
                </a:lnTo>
                <a:cubicBezTo>
                  <a:pt x="1557843" y="344612"/>
                  <a:pt x="1564350" y="363744"/>
                  <a:pt x="1575968" y="377454"/>
                </a:cubicBezTo>
                <a:cubicBezTo>
                  <a:pt x="1587974" y="391629"/>
                  <a:pt x="1606332" y="398833"/>
                  <a:pt x="1630654" y="398833"/>
                </a:cubicBezTo>
                <a:cubicBezTo>
                  <a:pt x="1662954" y="398833"/>
                  <a:pt x="1682009" y="386207"/>
                  <a:pt x="1688825" y="360181"/>
                </a:cubicBezTo>
                <a:lnTo>
                  <a:pt x="1688903" y="360181"/>
                </a:lnTo>
                <a:lnTo>
                  <a:pt x="1782937" y="360181"/>
                </a:lnTo>
                <a:cubicBezTo>
                  <a:pt x="1776663" y="397361"/>
                  <a:pt x="1761249" y="426098"/>
                  <a:pt x="1737082" y="445540"/>
                </a:cubicBezTo>
                <a:cubicBezTo>
                  <a:pt x="1712527" y="465292"/>
                  <a:pt x="1676509" y="475284"/>
                  <a:pt x="1630034" y="475284"/>
                </a:cubicBezTo>
                <a:cubicBezTo>
                  <a:pt x="1574032" y="475284"/>
                  <a:pt x="1531197" y="459482"/>
                  <a:pt x="1502848" y="428267"/>
                </a:cubicBezTo>
                <a:cubicBezTo>
                  <a:pt x="1474498" y="397129"/>
                  <a:pt x="1460168" y="352590"/>
                  <a:pt x="1460168" y="295890"/>
                </a:cubicBezTo>
                <a:cubicBezTo>
                  <a:pt x="1460168" y="267618"/>
                  <a:pt x="1464273" y="241979"/>
                  <a:pt x="1472484" y="219826"/>
                </a:cubicBezTo>
                <a:cubicBezTo>
                  <a:pt x="1480695" y="197673"/>
                  <a:pt x="1492391" y="178464"/>
                  <a:pt x="1507340" y="162894"/>
                </a:cubicBezTo>
                <a:cubicBezTo>
                  <a:pt x="1522290" y="147325"/>
                  <a:pt x="1540415" y="135397"/>
                  <a:pt x="1561174" y="127341"/>
                </a:cubicBezTo>
                <a:cubicBezTo>
                  <a:pt x="1581855" y="119363"/>
                  <a:pt x="1605015" y="115335"/>
                  <a:pt x="1629957" y="115335"/>
                </a:cubicBezTo>
                <a:close/>
                <a:moveTo>
                  <a:pt x="784576" y="115335"/>
                </a:moveTo>
                <a:cubicBezTo>
                  <a:pt x="836395" y="115335"/>
                  <a:pt x="875977" y="130517"/>
                  <a:pt x="902235" y="160493"/>
                </a:cubicBezTo>
                <a:cubicBezTo>
                  <a:pt x="928416" y="190315"/>
                  <a:pt x="941661" y="230980"/>
                  <a:pt x="941661" y="281328"/>
                </a:cubicBezTo>
                <a:lnTo>
                  <a:pt x="941661" y="320522"/>
                </a:lnTo>
                <a:lnTo>
                  <a:pt x="711145" y="320522"/>
                </a:lnTo>
                <a:cubicBezTo>
                  <a:pt x="712462" y="344612"/>
                  <a:pt x="718969" y="363744"/>
                  <a:pt x="730587" y="377454"/>
                </a:cubicBezTo>
                <a:cubicBezTo>
                  <a:pt x="742593" y="391629"/>
                  <a:pt x="760951" y="398833"/>
                  <a:pt x="785273" y="398833"/>
                </a:cubicBezTo>
                <a:cubicBezTo>
                  <a:pt x="817573" y="398833"/>
                  <a:pt x="836628" y="386207"/>
                  <a:pt x="843444" y="360181"/>
                </a:cubicBezTo>
                <a:lnTo>
                  <a:pt x="843522" y="360181"/>
                </a:lnTo>
                <a:lnTo>
                  <a:pt x="937556" y="360181"/>
                </a:lnTo>
                <a:cubicBezTo>
                  <a:pt x="931282" y="397361"/>
                  <a:pt x="915868" y="426098"/>
                  <a:pt x="891701" y="445540"/>
                </a:cubicBezTo>
                <a:cubicBezTo>
                  <a:pt x="867146" y="465292"/>
                  <a:pt x="831128" y="475284"/>
                  <a:pt x="784653" y="475284"/>
                </a:cubicBezTo>
                <a:cubicBezTo>
                  <a:pt x="728651" y="475284"/>
                  <a:pt x="685816" y="459482"/>
                  <a:pt x="657467" y="428267"/>
                </a:cubicBezTo>
                <a:cubicBezTo>
                  <a:pt x="629117" y="397129"/>
                  <a:pt x="614787" y="352590"/>
                  <a:pt x="614787" y="295890"/>
                </a:cubicBezTo>
                <a:cubicBezTo>
                  <a:pt x="614787" y="267618"/>
                  <a:pt x="618892" y="241979"/>
                  <a:pt x="627103" y="219826"/>
                </a:cubicBezTo>
                <a:cubicBezTo>
                  <a:pt x="635313" y="197673"/>
                  <a:pt x="647010" y="178464"/>
                  <a:pt x="661959" y="162894"/>
                </a:cubicBezTo>
                <a:cubicBezTo>
                  <a:pt x="676909" y="147325"/>
                  <a:pt x="695034" y="135397"/>
                  <a:pt x="715793" y="127341"/>
                </a:cubicBezTo>
                <a:cubicBezTo>
                  <a:pt x="736474" y="119363"/>
                  <a:pt x="759634" y="115335"/>
                  <a:pt x="784576" y="115335"/>
                </a:cubicBezTo>
                <a:close/>
                <a:moveTo>
                  <a:pt x="2576886" y="97288"/>
                </a:moveTo>
                <a:cubicBezTo>
                  <a:pt x="2499118" y="97288"/>
                  <a:pt x="2435834" y="160571"/>
                  <a:pt x="2435834" y="238339"/>
                </a:cubicBezTo>
                <a:cubicBezTo>
                  <a:pt x="2435834" y="316108"/>
                  <a:pt x="2499118" y="379391"/>
                  <a:pt x="2576886" y="379391"/>
                </a:cubicBezTo>
                <a:cubicBezTo>
                  <a:pt x="2654654" y="379391"/>
                  <a:pt x="2717938" y="316108"/>
                  <a:pt x="2717938" y="238339"/>
                </a:cubicBezTo>
                <a:cubicBezTo>
                  <a:pt x="2717938" y="160571"/>
                  <a:pt x="2654654" y="97288"/>
                  <a:pt x="2576886" y="97288"/>
                </a:cubicBezTo>
                <a:close/>
                <a:moveTo>
                  <a:pt x="2196642" y="10456"/>
                </a:moveTo>
                <a:lnTo>
                  <a:pt x="2290522" y="10456"/>
                </a:lnTo>
                <a:lnTo>
                  <a:pt x="2290522" y="466298"/>
                </a:lnTo>
                <a:lnTo>
                  <a:pt x="2196642" y="466298"/>
                </a:lnTo>
                <a:close/>
                <a:moveTo>
                  <a:pt x="986665" y="10456"/>
                </a:moveTo>
                <a:lnTo>
                  <a:pt x="1080545" y="10456"/>
                </a:lnTo>
                <a:lnTo>
                  <a:pt x="1080545" y="475593"/>
                </a:lnTo>
                <a:lnTo>
                  <a:pt x="1065905" y="475593"/>
                </a:lnTo>
                <a:cubicBezTo>
                  <a:pt x="1022063" y="475129"/>
                  <a:pt x="986665" y="438878"/>
                  <a:pt x="986665" y="394107"/>
                </a:cubicBezTo>
                <a:close/>
                <a:moveTo>
                  <a:pt x="476601" y="10456"/>
                </a:moveTo>
                <a:lnTo>
                  <a:pt x="480087" y="10456"/>
                </a:lnTo>
                <a:lnTo>
                  <a:pt x="569319" y="10456"/>
                </a:lnTo>
                <a:lnTo>
                  <a:pt x="572882" y="10456"/>
                </a:lnTo>
                <a:lnTo>
                  <a:pt x="572882" y="81330"/>
                </a:lnTo>
                <a:lnTo>
                  <a:pt x="572882" y="84893"/>
                </a:lnTo>
                <a:lnTo>
                  <a:pt x="569319" y="84893"/>
                </a:lnTo>
                <a:lnTo>
                  <a:pt x="480087" y="84893"/>
                </a:lnTo>
                <a:lnTo>
                  <a:pt x="476601" y="84893"/>
                </a:lnTo>
                <a:lnTo>
                  <a:pt x="476601" y="81330"/>
                </a:lnTo>
                <a:close/>
                <a:moveTo>
                  <a:pt x="58559" y="6331"/>
                </a:moveTo>
                <a:cubicBezTo>
                  <a:pt x="67660" y="8597"/>
                  <a:pt x="76103" y="13593"/>
                  <a:pt x="82648" y="20990"/>
                </a:cubicBezTo>
                <a:lnTo>
                  <a:pt x="326565" y="298911"/>
                </a:lnTo>
                <a:lnTo>
                  <a:pt x="326565" y="10456"/>
                </a:lnTo>
                <a:lnTo>
                  <a:pt x="421064" y="10456"/>
                </a:lnTo>
                <a:lnTo>
                  <a:pt x="421064" y="424781"/>
                </a:lnTo>
                <a:cubicBezTo>
                  <a:pt x="421064" y="444610"/>
                  <a:pt x="408903" y="462348"/>
                  <a:pt x="390545" y="469397"/>
                </a:cubicBezTo>
                <a:cubicBezTo>
                  <a:pt x="385123" y="471488"/>
                  <a:pt x="379391" y="472495"/>
                  <a:pt x="373814" y="472495"/>
                </a:cubicBezTo>
                <a:cubicBezTo>
                  <a:pt x="360491" y="472495"/>
                  <a:pt x="347556" y="466918"/>
                  <a:pt x="338416" y="456461"/>
                </a:cubicBezTo>
                <a:lnTo>
                  <a:pt x="94499" y="178541"/>
                </a:lnTo>
                <a:lnTo>
                  <a:pt x="94499" y="466298"/>
                </a:lnTo>
                <a:lnTo>
                  <a:pt x="0" y="466298"/>
                </a:lnTo>
                <a:lnTo>
                  <a:pt x="0" y="52748"/>
                </a:lnTo>
                <a:cubicBezTo>
                  <a:pt x="0" y="32841"/>
                  <a:pt x="12161" y="15103"/>
                  <a:pt x="30519" y="8055"/>
                </a:cubicBezTo>
                <a:cubicBezTo>
                  <a:pt x="39698" y="4530"/>
                  <a:pt x="49457" y="4066"/>
                  <a:pt x="58559" y="6331"/>
                </a:cubicBezTo>
                <a:close/>
                <a:moveTo>
                  <a:pt x="2576886" y="0"/>
                </a:moveTo>
                <a:cubicBezTo>
                  <a:pt x="2708333" y="0"/>
                  <a:pt x="2815303" y="106970"/>
                  <a:pt x="2815303" y="238417"/>
                </a:cubicBezTo>
                <a:cubicBezTo>
                  <a:pt x="2815303" y="287061"/>
                  <a:pt x="2800586" y="332296"/>
                  <a:pt x="2775489" y="370096"/>
                </a:cubicBezTo>
                <a:lnTo>
                  <a:pt x="2775412" y="370096"/>
                </a:lnTo>
                <a:lnTo>
                  <a:pt x="2855736" y="450420"/>
                </a:lnTo>
                <a:lnTo>
                  <a:pt x="2789354" y="516802"/>
                </a:lnTo>
                <a:lnTo>
                  <a:pt x="2709108" y="436555"/>
                </a:lnTo>
                <a:cubicBezTo>
                  <a:pt x="2671230" y="461962"/>
                  <a:pt x="2625762" y="476756"/>
                  <a:pt x="2576886" y="476756"/>
                </a:cubicBezTo>
                <a:cubicBezTo>
                  <a:pt x="2445439" y="476756"/>
                  <a:pt x="2338469" y="369864"/>
                  <a:pt x="2338469" y="238417"/>
                </a:cubicBezTo>
                <a:cubicBezTo>
                  <a:pt x="2338469" y="106970"/>
                  <a:pt x="2445439" y="0"/>
                  <a:pt x="2576886" y="0"/>
                </a:cubicBezTo>
                <a:close/>
              </a:path>
            </a:pathLst>
          </a:custGeom>
          <a:solidFill>
            <a:srgbClr val="EF5F17"/>
          </a:solidFill>
          <a:ln w="774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Nielsen wordmark">
            <a:extLst>
              <a:ext uri="{FF2B5EF4-FFF2-40B4-BE49-F238E27FC236}">
                <a16:creationId xmlns:a16="http://schemas.microsoft.com/office/drawing/2014/main" id="{114DF69D-7EB6-203C-43F0-B2D46A94C4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95274" y="443155"/>
            <a:ext cx="2855736" cy="516802"/>
          </a:xfrm>
          <a:custGeom>
            <a:avLst/>
            <a:gdLst>
              <a:gd name="connsiteX0" fmla="*/ 1628098 w 2855736"/>
              <a:gd name="connsiteY0" fmla="*/ 189308 h 516802"/>
              <a:gd name="connsiteX1" fmla="*/ 1598276 w 2855736"/>
              <a:gd name="connsiteY1" fmla="*/ 194730 h 516802"/>
              <a:gd name="connsiteX2" fmla="*/ 1576820 w 2855736"/>
              <a:gd name="connsiteY2" fmla="*/ 209524 h 516802"/>
              <a:gd name="connsiteX3" fmla="*/ 1563188 w 2855736"/>
              <a:gd name="connsiteY3" fmla="*/ 231368 h 516802"/>
              <a:gd name="connsiteX4" fmla="*/ 1563188 w 2855736"/>
              <a:gd name="connsiteY4" fmla="*/ 231290 h 516802"/>
              <a:gd name="connsiteX5" fmla="*/ 1557921 w 2855736"/>
              <a:gd name="connsiteY5" fmla="*/ 254838 h 516802"/>
              <a:gd name="connsiteX6" fmla="*/ 1694015 w 2855736"/>
              <a:gd name="connsiteY6" fmla="*/ 254838 h 516802"/>
              <a:gd name="connsiteX7" fmla="*/ 1678059 w 2855736"/>
              <a:gd name="connsiteY7" fmla="*/ 207201 h 516802"/>
              <a:gd name="connsiteX8" fmla="*/ 1628098 w 2855736"/>
              <a:gd name="connsiteY8" fmla="*/ 189308 h 516802"/>
              <a:gd name="connsiteX9" fmla="*/ 782717 w 2855736"/>
              <a:gd name="connsiteY9" fmla="*/ 189308 h 516802"/>
              <a:gd name="connsiteX10" fmla="*/ 752895 w 2855736"/>
              <a:gd name="connsiteY10" fmla="*/ 194730 h 516802"/>
              <a:gd name="connsiteX11" fmla="*/ 731439 w 2855736"/>
              <a:gd name="connsiteY11" fmla="*/ 209524 h 516802"/>
              <a:gd name="connsiteX12" fmla="*/ 717807 w 2855736"/>
              <a:gd name="connsiteY12" fmla="*/ 231368 h 516802"/>
              <a:gd name="connsiteX13" fmla="*/ 717807 w 2855736"/>
              <a:gd name="connsiteY13" fmla="*/ 231290 h 516802"/>
              <a:gd name="connsiteX14" fmla="*/ 712539 w 2855736"/>
              <a:gd name="connsiteY14" fmla="*/ 254838 h 516802"/>
              <a:gd name="connsiteX15" fmla="*/ 848634 w 2855736"/>
              <a:gd name="connsiteY15" fmla="*/ 254838 h 516802"/>
              <a:gd name="connsiteX16" fmla="*/ 832677 w 2855736"/>
              <a:gd name="connsiteY16" fmla="*/ 207201 h 516802"/>
              <a:gd name="connsiteX17" fmla="*/ 782717 w 2855736"/>
              <a:gd name="connsiteY17" fmla="*/ 189308 h 516802"/>
              <a:gd name="connsiteX18" fmla="*/ 476601 w 2855736"/>
              <a:gd name="connsiteY18" fmla="*/ 124553 h 516802"/>
              <a:gd name="connsiteX19" fmla="*/ 480087 w 2855736"/>
              <a:gd name="connsiteY19" fmla="*/ 124553 h 516802"/>
              <a:gd name="connsiteX20" fmla="*/ 569319 w 2855736"/>
              <a:gd name="connsiteY20" fmla="*/ 124553 h 516802"/>
              <a:gd name="connsiteX21" fmla="*/ 572882 w 2855736"/>
              <a:gd name="connsiteY21" fmla="*/ 124553 h 516802"/>
              <a:gd name="connsiteX22" fmla="*/ 572882 w 2855736"/>
              <a:gd name="connsiteY22" fmla="*/ 128116 h 516802"/>
              <a:gd name="connsiteX23" fmla="*/ 572804 w 2855736"/>
              <a:gd name="connsiteY23" fmla="*/ 466299 h 516802"/>
              <a:gd name="connsiteX24" fmla="*/ 569319 w 2855736"/>
              <a:gd name="connsiteY24" fmla="*/ 466299 h 516802"/>
              <a:gd name="connsiteX25" fmla="*/ 480087 w 2855736"/>
              <a:gd name="connsiteY25" fmla="*/ 466299 h 516802"/>
              <a:gd name="connsiteX26" fmla="*/ 476601 w 2855736"/>
              <a:gd name="connsiteY26" fmla="*/ 466299 h 516802"/>
              <a:gd name="connsiteX27" fmla="*/ 476601 w 2855736"/>
              <a:gd name="connsiteY27" fmla="*/ 127496 h 516802"/>
              <a:gd name="connsiteX28" fmla="*/ 2026544 w 2855736"/>
              <a:gd name="connsiteY28" fmla="*/ 116342 h 516802"/>
              <a:gd name="connsiteX29" fmla="*/ 2113220 w 2855736"/>
              <a:gd name="connsiteY29" fmla="*/ 147093 h 516802"/>
              <a:gd name="connsiteX30" fmla="*/ 2141569 w 2855736"/>
              <a:gd name="connsiteY30" fmla="*/ 242832 h 516802"/>
              <a:gd name="connsiteX31" fmla="*/ 2141569 w 2855736"/>
              <a:gd name="connsiteY31" fmla="*/ 466376 h 516802"/>
              <a:gd name="connsiteX32" fmla="*/ 2045366 w 2855736"/>
              <a:gd name="connsiteY32" fmla="*/ 466376 h 516802"/>
              <a:gd name="connsiteX33" fmla="*/ 2045366 w 2855736"/>
              <a:gd name="connsiteY33" fmla="*/ 254992 h 516802"/>
              <a:gd name="connsiteX34" fmla="*/ 2033050 w 2855736"/>
              <a:gd name="connsiteY34" fmla="*/ 209757 h 516802"/>
              <a:gd name="connsiteX35" fmla="*/ 1999820 w 2855736"/>
              <a:gd name="connsiteY35" fmla="*/ 197983 h 516802"/>
              <a:gd name="connsiteX36" fmla="*/ 1971548 w 2855736"/>
              <a:gd name="connsiteY36" fmla="*/ 202786 h 516802"/>
              <a:gd name="connsiteX37" fmla="*/ 1949472 w 2855736"/>
              <a:gd name="connsiteY37" fmla="*/ 216651 h 516802"/>
              <a:gd name="connsiteX38" fmla="*/ 1935143 w 2855736"/>
              <a:gd name="connsiteY38" fmla="*/ 237022 h 516802"/>
              <a:gd name="connsiteX39" fmla="*/ 1929411 w 2855736"/>
              <a:gd name="connsiteY39" fmla="*/ 262583 h 516802"/>
              <a:gd name="connsiteX40" fmla="*/ 1929411 w 2855736"/>
              <a:gd name="connsiteY40" fmla="*/ 466299 h 516802"/>
              <a:gd name="connsiteX41" fmla="*/ 1833130 w 2855736"/>
              <a:gd name="connsiteY41" fmla="*/ 466299 h 516802"/>
              <a:gd name="connsiteX42" fmla="*/ 1833130 w 2855736"/>
              <a:gd name="connsiteY42" fmla="*/ 124630 h 516802"/>
              <a:gd name="connsiteX43" fmla="*/ 1926855 w 2855736"/>
              <a:gd name="connsiteY43" fmla="*/ 124630 h 516802"/>
              <a:gd name="connsiteX44" fmla="*/ 1926855 w 2855736"/>
              <a:gd name="connsiteY44" fmla="*/ 165063 h 516802"/>
              <a:gd name="connsiteX45" fmla="*/ 1968605 w 2855736"/>
              <a:gd name="connsiteY45" fmla="*/ 130052 h 516802"/>
              <a:gd name="connsiteX46" fmla="*/ 2026544 w 2855736"/>
              <a:gd name="connsiteY46" fmla="*/ 116342 h 516802"/>
              <a:gd name="connsiteX47" fmla="*/ 1272176 w 2855736"/>
              <a:gd name="connsiteY47" fmla="*/ 115490 h 516802"/>
              <a:gd name="connsiteX48" fmla="*/ 1339410 w 2855736"/>
              <a:gd name="connsiteY48" fmla="*/ 123623 h 516802"/>
              <a:gd name="connsiteX49" fmla="*/ 1384258 w 2855736"/>
              <a:gd name="connsiteY49" fmla="*/ 145544 h 516802"/>
              <a:gd name="connsiteX50" fmla="*/ 1397194 w 2855736"/>
              <a:gd name="connsiteY50" fmla="*/ 157860 h 516802"/>
              <a:gd name="connsiteX51" fmla="*/ 1410749 w 2855736"/>
              <a:gd name="connsiteY51" fmla="*/ 178696 h 516802"/>
              <a:gd name="connsiteX52" fmla="*/ 1415319 w 2855736"/>
              <a:gd name="connsiteY52" fmla="*/ 189695 h 516802"/>
              <a:gd name="connsiteX53" fmla="*/ 1416171 w 2855736"/>
              <a:gd name="connsiteY53" fmla="*/ 192174 h 516802"/>
              <a:gd name="connsiteX54" fmla="*/ 1422755 w 2855736"/>
              <a:gd name="connsiteY54" fmla="*/ 222847 h 516802"/>
              <a:gd name="connsiteX55" fmla="*/ 1423065 w 2855736"/>
              <a:gd name="connsiteY55" fmla="*/ 226643 h 516802"/>
              <a:gd name="connsiteX56" fmla="*/ 1335382 w 2855736"/>
              <a:gd name="connsiteY56" fmla="*/ 226643 h 516802"/>
              <a:gd name="connsiteX57" fmla="*/ 1333058 w 2855736"/>
              <a:gd name="connsiteY57" fmla="*/ 218432 h 516802"/>
              <a:gd name="connsiteX58" fmla="*/ 1318109 w 2855736"/>
              <a:gd name="connsiteY58" fmla="*/ 198835 h 516802"/>
              <a:gd name="connsiteX59" fmla="*/ 1274035 w 2855736"/>
              <a:gd name="connsiteY59" fmla="*/ 188688 h 516802"/>
              <a:gd name="connsiteX60" fmla="*/ 1245220 w 2855736"/>
              <a:gd name="connsiteY60" fmla="*/ 191477 h 516802"/>
              <a:gd name="connsiteX61" fmla="*/ 1227870 w 2855736"/>
              <a:gd name="connsiteY61" fmla="*/ 198293 h 516802"/>
              <a:gd name="connsiteX62" fmla="*/ 1219504 w 2855736"/>
              <a:gd name="connsiteY62" fmla="*/ 207123 h 516802"/>
              <a:gd name="connsiteX63" fmla="*/ 1217025 w 2855736"/>
              <a:gd name="connsiteY63" fmla="*/ 216418 h 516802"/>
              <a:gd name="connsiteX64" fmla="*/ 1225469 w 2855736"/>
              <a:gd name="connsiteY64" fmla="*/ 236867 h 516802"/>
              <a:gd name="connsiteX65" fmla="*/ 1262494 w 2855736"/>
              <a:gd name="connsiteY65" fmla="*/ 248641 h 516802"/>
              <a:gd name="connsiteX66" fmla="*/ 1304553 w 2855736"/>
              <a:gd name="connsiteY66" fmla="*/ 255612 h 516802"/>
              <a:gd name="connsiteX67" fmla="*/ 1365513 w 2855736"/>
              <a:gd name="connsiteY67" fmla="*/ 270484 h 516802"/>
              <a:gd name="connsiteX68" fmla="*/ 1403313 w 2855736"/>
              <a:gd name="connsiteY68" fmla="*/ 293179 h 516802"/>
              <a:gd name="connsiteX69" fmla="*/ 1423375 w 2855736"/>
              <a:gd name="connsiteY69" fmla="*/ 325635 h 516802"/>
              <a:gd name="connsiteX70" fmla="*/ 1423375 w 2855736"/>
              <a:gd name="connsiteY70" fmla="*/ 325712 h 516802"/>
              <a:gd name="connsiteX71" fmla="*/ 1428952 w 2855736"/>
              <a:gd name="connsiteY71" fmla="*/ 368159 h 516802"/>
              <a:gd name="connsiteX72" fmla="*/ 1391927 w 2855736"/>
              <a:gd name="connsiteY72" fmla="*/ 446392 h 516802"/>
              <a:gd name="connsiteX73" fmla="*/ 1279534 w 2855736"/>
              <a:gd name="connsiteY73" fmla="*/ 475516 h 516802"/>
              <a:gd name="connsiteX74" fmla="*/ 1221828 w 2855736"/>
              <a:gd name="connsiteY74" fmla="*/ 470017 h 516802"/>
              <a:gd name="connsiteX75" fmla="*/ 1172255 w 2855736"/>
              <a:gd name="connsiteY75" fmla="*/ 450730 h 516802"/>
              <a:gd name="connsiteX76" fmla="*/ 1136081 w 2855736"/>
              <a:gd name="connsiteY76" fmla="*/ 413937 h 516802"/>
              <a:gd name="connsiteX77" fmla="*/ 1120280 w 2855736"/>
              <a:gd name="connsiteY77" fmla="*/ 360336 h 516802"/>
              <a:gd name="connsiteX78" fmla="*/ 1213230 w 2855736"/>
              <a:gd name="connsiteY78" fmla="*/ 360336 h 516802"/>
              <a:gd name="connsiteX79" fmla="*/ 1233911 w 2855736"/>
              <a:gd name="connsiteY79" fmla="*/ 391087 h 516802"/>
              <a:gd name="connsiteX80" fmla="*/ 1278295 w 2855736"/>
              <a:gd name="connsiteY80" fmla="*/ 399685 h 516802"/>
              <a:gd name="connsiteX81" fmla="*/ 1322059 w 2855736"/>
              <a:gd name="connsiteY81" fmla="*/ 392171 h 516802"/>
              <a:gd name="connsiteX82" fmla="*/ 1333988 w 2855736"/>
              <a:gd name="connsiteY82" fmla="*/ 369398 h 516802"/>
              <a:gd name="connsiteX83" fmla="*/ 1326319 w 2855736"/>
              <a:gd name="connsiteY83" fmla="*/ 349492 h 516802"/>
              <a:gd name="connsiteX84" fmla="*/ 1295568 w 2855736"/>
              <a:gd name="connsiteY84" fmla="*/ 337253 h 516802"/>
              <a:gd name="connsiteX85" fmla="*/ 1247467 w 2855736"/>
              <a:gd name="connsiteY85" fmla="*/ 329585 h 516802"/>
              <a:gd name="connsiteX86" fmla="*/ 1155678 w 2855736"/>
              <a:gd name="connsiteY86" fmla="*/ 296045 h 516802"/>
              <a:gd name="connsiteX87" fmla="*/ 1124695 w 2855736"/>
              <a:gd name="connsiteY87" fmla="*/ 222847 h 516802"/>
              <a:gd name="connsiteX88" fmla="*/ 1135617 w 2855736"/>
              <a:gd name="connsiteY88" fmla="*/ 177844 h 516802"/>
              <a:gd name="connsiteX89" fmla="*/ 1166290 w 2855736"/>
              <a:gd name="connsiteY89" fmla="*/ 144150 h 516802"/>
              <a:gd name="connsiteX90" fmla="*/ 1212920 w 2855736"/>
              <a:gd name="connsiteY90" fmla="*/ 122926 h 516802"/>
              <a:gd name="connsiteX91" fmla="*/ 1272176 w 2855736"/>
              <a:gd name="connsiteY91" fmla="*/ 115490 h 516802"/>
              <a:gd name="connsiteX92" fmla="*/ 1629957 w 2855736"/>
              <a:gd name="connsiteY92" fmla="*/ 115335 h 516802"/>
              <a:gd name="connsiteX93" fmla="*/ 1747616 w 2855736"/>
              <a:gd name="connsiteY93" fmla="*/ 160493 h 516802"/>
              <a:gd name="connsiteX94" fmla="*/ 1787043 w 2855736"/>
              <a:gd name="connsiteY94" fmla="*/ 281328 h 516802"/>
              <a:gd name="connsiteX95" fmla="*/ 1787043 w 2855736"/>
              <a:gd name="connsiteY95" fmla="*/ 320522 h 516802"/>
              <a:gd name="connsiteX96" fmla="*/ 1556526 w 2855736"/>
              <a:gd name="connsiteY96" fmla="*/ 320522 h 516802"/>
              <a:gd name="connsiteX97" fmla="*/ 1575968 w 2855736"/>
              <a:gd name="connsiteY97" fmla="*/ 377454 h 516802"/>
              <a:gd name="connsiteX98" fmla="*/ 1630654 w 2855736"/>
              <a:gd name="connsiteY98" fmla="*/ 398833 h 516802"/>
              <a:gd name="connsiteX99" fmla="*/ 1688825 w 2855736"/>
              <a:gd name="connsiteY99" fmla="*/ 360181 h 516802"/>
              <a:gd name="connsiteX100" fmla="*/ 1688903 w 2855736"/>
              <a:gd name="connsiteY100" fmla="*/ 360181 h 516802"/>
              <a:gd name="connsiteX101" fmla="*/ 1782937 w 2855736"/>
              <a:gd name="connsiteY101" fmla="*/ 360181 h 516802"/>
              <a:gd name="connsiteX102" fmla="*/ 1737082 w 2855736"/>
              <a:gd name="connsiteY102" fmla="*/ 445540 h 516802"/>
              <a:gd name="connsiteX103" fmla="*/ 1630034 w 2855736"/>
              <a:gd name="connsiteY103" fmla="*/ 475284 h 516802"/>
              <a:gd name="connsiteX104" fmla="*/ 1502848 w 2855736"/>
              <a:gd name="connsiteY104" fmla="*/ 428267 h 516802"/>
              <a:gd name="connsiteX105" fmla="*/ 1460168 w 2855736"/>
              <a:gd name="connsiteY105" fmla="*/ 295890 h 516802"/>
              <a:gd name="connsiteX106" fmla="*/ 1472484 w 2855736"/>
              <a:gd name="connsiteY106" fmla="*/ 219826 h 516802"/>
              <a:gd name="connsiteX107" fmla="*/ 1507340 w 2855736"/>
              <a:gd name="connsiteY107" fmla="*/ 162894 h 516802"/>
              <a:gd name="connsiteX108" fmla="*/ 1561174 w 2855736"/>
              <a:gd name="connsiteY108" fmla="*/ 127341 h 516802"/>
              <a:gd name="connsiteX109" fmla="*/ 1629957 w 2855736"/>
              <a:gd name="connsiteY109" fmla="*/ 115335 h 516802"/>
              <a:gd name="connsiteX110" fmla="*/ 784576 w 2855736"/>
              <a:gd name="connsiteY110" fmla="*/ 115335 h 516802"/>
              <a:gd name="connsiteX111" fmla="*/ 902235 w 2855736"/>
              <a:gd name="connsiteY111" fmla="*/ 160493 h 516802"/>
              <a:gd name="connsiteX112" fmla="*/ 941661 w 2855736"/>
              <a:gd name="connsiteY112" fmla="*/ 281328 h 516802"/>
              <a:gd name="connsiteX113" fmla="*/ 941661 w 2855736"/>
              <a:gd name="connsiteY113" fmla="*/ 320522 h 516802"/>
              <a:gd name="connsiteX114" fmla="*/ 711145 w 2855736"/>
              <a:gd name="connsiteY114" fmla="*/ 320522 h 516802"/>
              <a:gd name="connsiteX115" fmla="*/ 730587 w 2855736"/>
              <a:gd name="connsiteY115" fmla="*/ 377454 h 516802"/>
              <a:gd name="connsiteX116" fmla="*/ 785273 w 2855736"/>
              <a:gd name="connsiteY116" fmla="*/ 398833 h 516802"/>
              <a:gd name="connsiteX117" fmla="*/ 843444 w 2855736"/>
              <a:gd name="connsiteY117" fmla="*/ 360181 h 516802"/>
              <a:gd name="connsiteX118" fmla="*/ 843522 w 2855736"/>
              <a:gd name="connsiteY118" fmla="*/ 360181 h 516802"/>
              <a:gd name="connsiteX119" fmla="*/ 937556 w 2855736"/>
              <a:gd name="connsiteY119" fmla="*/ 360181 h 516802"/>
              <a:gd name="connsiteX120" fmla="*/ 891701 w 2855736"/>
              <a:gd name="connsiteY120" fmla="*/ 445540 h 516802"/>
              <a:gd name="connsiteX121" fmla="*/ 784653 w 2855736"/>
              <a:gd name="connsiteY121" fmla="*/ 475284 h 516802"/>
              <a:gd name="connsiteX122" fmla="*/ 657467 w 2855736"/>
              <a:gd name="connsiteY122" fmla="*/ 428267 h 516802"/>
              <a:gd name="connsiteX123" fmla="*/ 614787 w 2855736"/>
              <a:gd name="connsiteY123" fmla="*/ 295890 h 516802"/>
              <a:gd name="connsiteX124" fmla="*/ 627103 w 2855736"/>
              <a:gd name="connsiteY124" fmla="*/ 219826 h 516802"/>
              <a:gd name="connsiteX125" fmla="*/ 661959 w 2855736"/>
              <a:gd name="connsiteY125" fmla="*/ 162894 h 516802"/>
              <a:gd name="connsiteX126" fmla="*/ 715793 w 2855736"/>
              <a:gd name="connsiteY126" fmla="*/ 127341 h 516802"/>
              <a:gd name="connsiteX127" fmla="*/ 784576 w 2855736"/>
              <a:gd name="connsiteY127" fmla="*/ 115335 h 516802"/>
              <a:gd name="connsiteX128" fmla="*/ 2576886 w 2855736"/>
              <a:gd name="connsiteY128" fmla="*/ 97288 h 516802"/>
              <a:gd name="connsiteX129" fmla="*/ 2435834 w 2855736"/>
              <a:gd name="connsiteY129" fmla="*/ 238339 h 516802"/>
              <a:gd name="connsiteX130" fmla="*/ 2576886 w 2855736"/>
              <a:gd name="connsiteY130" fmla="*/ 379391 h 516802"/>
              <a:gd name="connsiteX131" fmla="*/ 2717938 w 2855736"/>
              <a:gd name="connsiteY131" fmla="*/ 238339 h 516802"/>
              <a:gd name="connsiteX132" fmla="*/ 2576886 w 2855736"/>
              <a:gd name="connsiteY132" fmla="*/ 97288 h 516802"/>
              <a:gd name="connsiteX133" fmla="*/ 2196642 w 2855736"/>
              <a:gd name="connsiteY133" fmla="*/ 10456 h 516802"/>
              <a:gd name="connsiteX134" fmla="*/ 2290522 w 2855736"/>
              <a:gd name="connsiteY134" fmla="*/ 10456 h 516802"/>
              <a:gd name="connsiteX135" fmla="*/ 2290522 w 2855736"/>
              <a:gd name="connsiteY135" fmla="*/ 466298 h 516802"/>
              <a:gd name="connsiteX136" fmla="*/ 2196642 w 2855736"/>
              <a:gd name="connsiteY136" fmla="*/ 466298 h 516802"/>
              <a:gd name="connsiteX137" fmla="*/ 986665 w 2855736"/>
              <a:gd name="connsiteY137" fmla="*/ 10456 h 516802"/>
              <a:gd name="connsiteX138" fmla="*/ 1080545 w 2855736"/>
              <a:gd name="connsiteY138" fmla="*/ 10456 h 516802"/>
              <a:gd name="connsiteX139" fmla="*/ 1080545 w 2855736"/>
              <a:gd name="connsiteY139" fmla="*/ 475593 h 516802"/>
              <a:gd name="connsiteX140" fmla="*/ 1065905 w 2855736"/>
              <a:gd name="connsiteY140" fmla="*/ 475593 h 516802"/>
              <a:gd name="connsiteX141" fmla="*/ 986665 w 2855736"/>
              <a:gd name="connsiteY141" fmla="*/ 394107 h 516802"/>
              <a:gd name="connsiteX142" fmla="*/ 476601 w 2855736"/>
              <a:gd name="connsiteY142" fmla="*/ 10456 h 516802"/>
              <a:gd name="connsiteX143" fmla="*/ 480087 w 2855736"/>
              <a:gd name="connsiteY143" fmla="*/ 10456 h 516802"/>
              <a:gd name="connsiteX144" fmla="*/ 569319 w 2855736"/>
              <a:gd name="connsiteY144" fmla="*/ 10456 h 516802"/>
              <a:gd name="connsiteX145" fmla="*/ 572882 w 2855736"/>
              <a:gd name="connsiteY145" fmla="*/ 10456 h 516802"/>
              <a:gd name="connsiteX146" fmla="*/ 572882 w 2855736"/>
              <a:gd name="connsiteY146" fmla="*/ 81330 h 516802"/>
              <a:gd name="connsiteX147" fmla="*/ 572882 w 2855736"/>
              <a:gd name="connsiteY147" fmla="*/ 84893 h 516802"/>
              <a:gd name="connsiteX148" fmla="*/ 569319 w 2855736"/>
              <a:gd name="connsiteY148" fmla="*/ 84893 h 516802"/>
              <a:gd name="connsiteX149" fmla="*/ 480087 w 2855736"/>
              <a:gd name="connsiteY149" fmla="*/ 84893 h 516802"/>
              <a:gd name="connsiteX150" fmla="*/ 476601 w 2855736"/>
              <a:gd name="connsiteY150" fmla="*/ 84893 h 516802"/>
              <a:gd name="connsiteX151" fmla="*/ 476601 w 2855736"/>
              <a:gd name="connsiteY151" fmla="*/ 81330 h 516802"/>
              <a:gd name="connsiteX152" fmla="*/ 58559 w 2855736"/>
              <a:gd name="connsiteY152" fmla="*/ 6331 h 516802"/>
              <a:gd name="connsiteX153" fmla="*/ 82648 w 2855736"/>
              <a:gd name="connsiteY153" fmla="*/ 20990 h 516802"/>
              <a:gd name="connsiteX154" fmla="*/ 326565 w 2855736"/>
              <a:gd name="connsiteY154" fmla="*/ 298911 h 516802"/>
              <a:gd name="connsiteX155" fmla="*/ 326565 w 2855736"/>
              <a:gd name="connsiteY155" fmla="*/ 10456 h 516802"/>
              <a:gd name="connsiteX156" fmla="*/ 421064 w 2855736"/>
              <a:gd name="connsiteY156" fmla="*/ 10456 h 516802"/>
              <a:gd name="connsiteX157" fmla="*/ 421064 w 2855736"/>
              <a:gd name="connsiteY157" fmla="*/ 424781 h 516802"/>
              <a:gd name="connsiteX158" fmla="*/ 390545 w 2855736"/>
              <a:gd name="connsiteY158" fmla="*/ 469397 h 516802"/>
              <a:gd name="connsiteX159" fmla="*/ 373814 w 2855736"/>
              <a:gd name="connsiteY159" fmla="*/ 472495 h 516802"/>
              <a:gd name="connsiteX160" fmla="*/ 338416 w 2855736"/>
              <a:gd name="connsiteY160" fmla="*/ 456461 h 516802"/>
              <a:gd name="connsiteX161" fmla="*/ 94499 w 2855736"/>
              <a:gd name="connsiteY161" fmla="*/ 178541 h 516802"/>
              <a:gd name="connsiteX162" fmla="*/ 94499 w 2855736"/>
              <a:gd name="connsiteY162" fmla="*/ 466298 h 516802"/>
              <a:gd name="connsiteX163" fmla="*/ 0 w 2855736"/>
              <a:gd name="connsiteY163" fmla="*/ 466298 h 516802"/>
              <a:gd name="connsiteX164" fmla="*/ 0 w 2855736"/>
              <a:gd name="connsiteY164" fmla="*/ 52748 h 516802"/>
              <a:gd name="connsiteX165" fmla="*/ 30519 w 2855736"/>
              <a:gd name="connsiteY165" fmla="*/ 8055 h 516802"/>
              <a:gd name="connsiteX166" fmla="*/ 58559 w 2855736"/>
              <a:gd name="connsiteY166" fmla="*/ 6331 h 516802"/>
              <a:gd name="connsiteX167" fmla="*/ 2576886 w 2855736"/>
              <a:gd name="connsiteY167" fmla="*/ 0 h 516802"/>
              <a:gd name="connsiteX168" fmla="*/ 2815303 w 2855736"/>
              <a:gd name="connsiteY168" fmla="*/ 238417 h 516802"/>
              <a:gd name="connsiteX169" fmla="*/ 2775489 w 2855736"/>
              <a:gd name="connsiteY169" fmla="*/ 370096 h 516802"/>
              <a:gd name="connsiteX170" fmla="*/ 2775412 w 2855736"/>
              <a:gd name="connsiteY170" fmla="*/ 370096 h 516802"/>
              <a:gd name="connsiteX171" fmla="*/ 2855736 w 2855736"/>
              <a:gd name="connsiteY171" fmla="*/ 450420 h 516802"/>
              <a:gd name="connsiteX172" fmla="*/ 2789354 w 2855736"/>
              <a:gd name="connsiteY172" fmla="*/ 516802 h 516802"/>
              <a:gd name="connsiteX173" fmla="*/ 2709108 w 2855736"/>
              <a:gd name="connsiteY173" fmla="*/ 436555 h 516802"/>
              <a:gd name="connsiteX174" fmla="*/ 2576886 w 2855736"/>
              <a:gd name="connsiteY174" fmla="*/ 476756 h 516802"/>
              <a:gd name="connsiteX175" fmla="*/ 2338469 w 2855736"/>
              <a:gd name="connsiteY175" fmla="*/ 238417 h 516802"/>
              <a:gd name="connsiteX176" fmla="*/ 2576886 w 2855736"/>
              <a:gd name="connsiteY176" fmla="*/ 0 h 516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</a:cxnLst>
            <a:rect l="l" t="t" r="r" b="b"/>
            <a:pathLst>
              <a:path w="2855736" h="516802">
                <a:moveTo>
                  <a:pt x="1628098" y="189308"/>
                </a:moveTo>
                <a:cubicBezTo>
                  <a:pt x="1616711" y="189308"/>
                  <a:pt x="1606719" y="191089"/>
                  <a:pt x="1598276" y="194730"/>
                </a:cubicBezTo>
                <a:cubicBezTo>
                  <a:pt x="1589833" y="198370"/>
                  <a:pt x="1582630" y="203328"/>
                  <a:pt x="1576820" y="209524"/>
                </a:cubicBezTo>
                <a:cubicBezTo>
                  <a:pt x="1571011" y="215798"/>
                  <a:pt x="1566441" y="223157"/>
                  <a:pt x="1563188" y="231368"/>
                </a:cubicBezTo>
                <a:lnTo>
                  <a:pt x="1563188" y="231290"/>
                </a:lnTo>
                <a:cubicBezTo>
                  <a:pt x="1560399" y="238571"/>
                  <a:pt x="1558618" y="246472"/>
                  <a:pt x="1557921" y="254838"/>
                </a:cubicBezTo>
                <a:lnTo>
                  <a:pt x="1694015" y="254838"/>
                </a:lnTo>
                <a:cubicBezTo>
                  <a:pt x="1693473" y="234621"/>
                  <a:pt x="1688128" y="218587"/>
                  <a:pt x="1678059" y="207201"/>
                </a:cubicBezTo>
                <a:cubicBezTo>
                  <a:pt x="1667524" y="195349"/>
                  <a:pt x="1650716" y="189308"/>
                  <a:pt x="1628098" y="189308"/>
                </a:cubicBezTo>
                <a:close/>
                <a:moveTo>
                  <a:pt x="782717" y="189308"/>
                </a:moveTo>
                <a:cubicBezTo>
                  <a:pt x="771330" y="189308"/>
                  <a:pt x="761338" y="191089"/>
                  <a:pt x="752895" y="194730"/>
                </a:cubicBezTo>
                <a:cubicBezTo>
                  <a:pt x="744452" y="198370"/>
                  <a:pt x="737249" y="203328"/>
                  <a:pt x="731439" y="209524"/>
                </a:cubicBezTo>
                <a:cubicBezTo>
                  <a:pt x="725630" y="215798"/>
                  <a:pt x="721060" y="223157"/>
                  <a:pt x="717807" y="231368"/>
                </a:cubicBezTo>
                <a:lnTo>
                  <a:pt x="717807" y="231290"/>
                </a:lnTo>
                <a:cubicBezTo>
                  <a:pt x="715018" y="238571"/>
                  <a:pt x="713237" y="246472"/>
                  <a:pt x="712539" y="254838"/>
                </a:cubicBezTo>
                <a:lnTo>
                  <a:pt x="848634" y="254838"/>
                </a:lnTo>
                <a:cubicBezTo>
                  <a:pt x="848092" y="234621"/>
                  <a:pt x="842747" y="218587"/>
                  <a:pt x="832677" y="207201"/>
                </a:cubicBezTo>
                <a:cubicBezTo>
                  <a:pt x="822143" y="195349"/>
                  <a:pt x="805335" y="189308"/>
                  <a:pt x="782717" y="189308"/>
                </a:cubicBezTo>
                <a:close/>
                <a:moveTo>
                  <a:pt x="476601" y="124553"/>
                </a:moveTo>
                <a:lnTo>
                  <a:pt x="480087" y="124553"/>
                </a:lnTo>
                <a:lnTo>
                  <a:pt x="569319" y="124553"/>
                </a:lnTo>
                <a:lnTo>
                  <a:pt x="572882" y="124553"/>
                </a:lnTo>
                <a:lnTo>
                  <a:pt x="572882" y="128116"/>
                </a:lnTo>
                <a:lnTo>
                  <a:pt x="572804" y="466299"/>
                </a:lnTo>
                <a:lnTo>
                  <a:pt x="569319" y="466299"/>
                </a:lnTo>
                <a:lnTo>
                  <a:pt x="480087" y="466299"/>
                </a:lnTo>
                <a:lnTo>
                  <a:pt x="476601" y="466299"/>
                </a:lnTo>
                <a:lnTo>
                  <a:pt x="476601" y="127496"/>
                </a:lnTo>
                <a:close/>
                <a:moveTo>
                  <a:pt x="2026544" y="116342"/>
                </a:moveTo>
                <a:cubicBezTo>
                  <a:pt x="2065195" y="116342"/>
                  <a:pt x="2094320" y="126721"/>
                  <a:pt x="2113220" y="147093"/>
                </a:cubicBezTo>
                <a:cubicBezTo>
                  <a:pt x="2132042" y="167465"/>
                  <a:pt x="2141569" y="199687"/>
                  <a:pt x="2141569" y="242832"/>
                </a:cubicBezTo>
                <a:lnTo>
                  <a:pt x="2141569" y="466376"/>
                </a:lnTo>
                <a:lnTo>
                  <a:pt x="2045366" y="466376"/>
                </a:lnTo>
                <a:lnTo>
                  <a:pt x="2045366" y="254992"/>
                </a:lnTo>
                <a:cubicBezTo>
                  <a:pt x="2045366" y="232762"/>
                  <a:pt x="2041183" y="217503"/>
                  <a:pt x="2033050" y="209757"/>
                </a:cubicBezTo>
                <a:cubicBezTo>
                  <a:pt x="2024840" y="201933"/>
                  <a:pt x="2013686" y="197983"/>
                  <a:pt x="1999820" y="197983"/>
                </a:cubicBezTo>
                <a:cubicBezTo>
                  <a:pt x="1988899" y="197983"/>
                  <a:pt x="1979371" y="199610"/>
                  <a:pt x="1971548" y="202786"/>
                </a:cubicBezTo>
                <a:cubicBezTo>
                  <a:pt x="1963647" y="205961"/>
                  <a:pt x="1956211" y="210764"/>
                  <a:pt x="1949472" y="216651"/>
                </a:cubicBezTo>
                <a:cubicBezTo>
                  <a:pt x="1943818" y="222305"/>
                  <a:pt x="1938938" y="229121"/>
                  <a:pt x="1935143" y="237022"/>
                </a:cubicBezTo>
                <a:cubicBezTo>
                  <a:pt x="1931347" y="244768"/>
                  <a:pt x="1929411" y="253366"/>
                  <a:pt x="1929411" y="262583"/>
                </a:cubicBezTo>
                <a:lnTo>
                  <a:pt x="1929411" y="466299"/>
                </a:lnTo>
                <a:lnTo>
                  <a:pt x="1833130" y="466299"/>
                </a:lnTo>
                <a:lnTo>
                  <a:pt x="1833130" y="124630"/>
                </a:lnTo>
                <a:lnTo>
                  <a:pt x="1926855" y="124630"/>
                </a:lnTo>
                <a:lnTo>
                  <a:pt x="1926855" y="165063"/>
                </a:lnTo>
                <a:cubicBezTo>
                  <a:pt x="1938938" y="149494"/>
                  <a:pt x="1952958" y="137798"/>
                  <a:pt x="1968605" y="130052"/>
                </a:cubicBezTo>
                <a:cubicBezTo>
                  <a:pt x="1987040" y="120989"/>
                  <a:pt x="2006559" y="116342"/>
                  <a:pt x="2026544" y="116342"/>
                </a:cubicBezTo>
                <a:close/>
                <a:moveTo>
                  <a:pt x="1272176" y="115490"/>
                </a:moveTo>
                <a:cubicBezTo>
                  <a:pt x="1298667" y="115490"/>
                  <a:pt x="1321285" y="118279"/>
                  <a:pt x="1339410" y="123623"/>
                </a:cubicBezTo>
                <a:cubicBezTo>
                  <a:pt x="1357613" y="129045"/>
                  <a:pt x="1372717" y="136404"/>
                  <a:pt x="1384258" y="145544"/>
                </a:cubicBezTo>
                <a:cubicBezTo>
                  <a:pt x="1389061" y="149339"/>
                  <a:pt x="1393321" y="153445"/>
                  <a:pt x="1397194" y="157860"/>
                </a:cubicBezTo>
                <a:cubicBezTo>
                  <a:pt x="1402693" y="164211"/>
                  <a:pt x="1407263" y="171183"/>
                  <a:pt x="1410749" y="178696"/>
                </a:cubicBezTo>
                <a:cubicBezTo>
                  <a:pt x="1412376" y="182259"/>
                  <a:pt x="1413925" y="185977"/>
                  <a:pt x="1415319" y="189695"/>
                </a:cubicBezTo>
                <a:cubicBezTo>
                  <a:pt x="1415629" y="190547"/>
                  <a:pt x="1415861" y="191322"/>
                  <a:pt x="1416171" y="192174"/>
                </a:cubicBezTo>
                <a:cubicBezTo>
                  <a:pt x="1419347" y="201934"/>
                  <a:pt x="1421516" y="212235"/>
                  <a:pt x="1422755" y="222847"/>
                </a:cubicBezTo>
                <a:cubicBezTo>
                  <a:pt x="1422910" y="224087"/>
                  <a:pt x="1422910" y="225403"/>
                  <a:pt x="1423065" y="226643"/>
                </a:cubicBezTo>
                <a:lnTo>
                  <a:pt x="1335382" y="226643"/>
                </a:lnTo>
                <a:cubicBezTo>
                  <a:pt x="1334762" y="223699"/>
                  <a:pt x="1333988" y="220988"/>
                  <a:pt x="1333058" y="218432"/>
                </a:cubicBezTo>
                <a:cubicBezTo>
                  <a:pt x="1329263" y="208905"/>
                  <a:pt x="1324615" y="203793"/>
                  <a:pt x="1318109" y="198835"/>
                </a:cubicBezTo>
                <a:cubicBezTo>
                  <a:pt x="1309201" y="192096"/>
                  <a:pt x="1294406" y="188688"/>
                  <a:pt x="1274035" y="188688"/>
                </a:cubicBezTo>
                <a:cubicBezTo>
                  <a:pt x="1262494" y="188688"/>
                  <a:pt x="1252734" y="189618"/>
                  <a:pt x="1245220" y="191477"/>
                </a:cubicBezTo>
                <a:cubicBezTo>
                  <a:pt x="1237784" y="193258"/>
                  <a:pt x="1231975" y="195582"/>
                  <a:pt x="1227870" y="198293"/>
                </a:cubicBezTo>
                <a:cubicBezTo>
                  <a:pt x="1223919" y="200927"/>
                  <a:pt x="1221131" y="203870"/>
                  <a:pt x="1219504" y="207123"/>
                </a:cubicBezTo>
                <a:cubicBezTo>
                  <a:pt x="1217878" y="210454"/>
                  <a:pt x="1217025" y="213630"/>
                  <a:pt x="1217025" y="216418"/>
                </a:cubicBezTo>
                <a:cubicBezTo>
                  <a:pt x="1217025" y="225946"/>
                  <a:pt x="1219814" y="232685"/>
                  <a:pt x="1225469" y="236867"/>
                </a:cubicBezTo>
                <a:cubicBezTo>
                  <a:pt x="1231588" y="241437"/>
                  <a:pt x="1244058" y="245388"/>
                  <a:pt x="1262494" y="248641"/>
                </a:cubicBezTo>
                <a:lnTo>
                  <a:pt x="1304553" y="255612"/>
                </a:lnTo>
                <a:cubicBezTo>
                  <a:pt x="1328023" y="259485"/>
                  <a:pt x="1350022" y="264442"/>
                  <a:pt x="1365513" y="270484"/>
                </a:cubicBezTo>
                <a:cubicBezTo>
                  <a:pt x="1381160" y="276526"/>
                  <a:pt x="1393863" y="284194"/>
                  <a:pt x="1403313" y="293179"/>
                </a:cubicBezTo>
                <a:cubicBezTo>
                  <a:pt x="1412840" y="302320"/>
                  <a:pt x="1419579" y="313241"/>
                  <a:pt x="1423375" y="325635"/>
                </a:cubicBezTo>
                <a:lnTo>
                  <a:pt x="1423375" y="325712"/>
                </a:lnTo>
                <a:cubicBezTo>
                  <a:pt x="1427093" y="337950"/>
                  <a:pt x="1428952" y="352203"/>
                  <a:pt x="1428952" y="368159"/>
                </a:cubicBezTo>
                <a:cubicBezTo>
                  <a:pt x="1428952" y="400537"/>
                  <a:pt x="1416481" y="426873"/>
                  <a:pt x="1391927" y="446392"/>
                </a:cubicBezTo>
                <a:cubicBezTo>
                  <a:pt x="1367605" y="465757"/>
                  <a:pt x="1329805" y="475516"/>
                  <a:pt x="1279534" y="475516"/>
                </a:cubicBezTo>
                <a:cubicBezTo>
                  <a:pt x="1259473" y="475516"/>
                  <a:pt x="1240031" y="473657"/>
                  <a:pt x="1221828" y="470017"/>
                </a:cubicBezTo>
                <a:cubicBezTo>
                  <a:pt x="1203470" y="466299"/>
                  <a:pt x="1186739" y="459870"/>
                  <a:pt x="1172255" y="450730"/>
                </a:cubicBezTo>
                <a:cubicBezTo>
                  <a:pt x="1157615" y="441590"/>
                  <a:pt x="1145454" y="429196"/>
                  <a:pt x="1136081" y="413937"/>
                </a:cubicBezTo>
                <a:cubicBezTo>
                  <a:pt x="1127251" y="399607"/>
                  <a:pt x="1121984" y="381559"/>
                  <a:pt x="1120280" y="360336"/>
                </a:cubicBezTo>
                <a:lnTo>
                  <a:pt x="1213230" y="360336"/>
                </a:lnTo>
                <a:cubicBezTo>
                  <a:pt x="1216561" y="375828"/>
                  <a:pt x="1223455" y="386207"/>
                  <a:pt x="1233911" y="391087"/>
                </a:cubicBezTo>
                <a:cubicBezTo>
                  <a:pt x="1246072" y="396819"/>
                  <a:pt x="1261022" y="399685"/>
                  <a:pt x="1278295" y="399685"/>
                </a:cubicBezTo>
                <a:cubicBezTo>
                  <a:pt x="1298744" y="399685"/>
                  <a:pt x="1313539" y="397129"/>
                  <a:pt x="1322059" y="392171"/>
                </a:cubicBezTo>
                <a:cubicBezTo>
                  <a:pt x="1330115" y="387524"/>
                  <a:pt x="1333988" y="380088"/>
                  <a:pt x="1333988" y="369398"/>
                </a:cubicBezTo>
                <a:cubicBezTo>
                  <a:pt x="1333988" y="361808"/>
                  <a:pt x="1331509" y="355224"/>
                  <a:pt x="1326319" y="349492"/>
                </a:cubicBezTo>
                <a:cubicBezTo>
                  <a:pt x="1321207" y="343760"/>
                  <a:pt x="1310828" y="339654"/>
                  <a:pt x="1295568" y="337253"/>
                </a:cubicBezTo>
                <a:lnTo>
                  <a:pt x="1247467" y="329585"/>
                </a:lnTo>
                <a:cubicBezTo>
                  <a:pt x="1206723" y="323156"/>
                  <a:pt x="1175818" y="311847"/>
                  <a:pt x="1155678" y="296045"/>
                </a:cubicBezTo>
                <a:cubicBezTo>
                  <a:pt x="1135152" y="279934"/>
                  <a:pt x="1124695" y="255302"/>
                  <a:pt x="1124695" y="222847"/>
                </a:cubicBezTo>
                <a:cubicBezTo>
                  <a:pt x="1124695" y="206194"/>
                  <a:pt x="1128336" y="191089"/>
                  <a:pt x="1135617" y="177844"/>
                </a:cubicBezTo>
                <a:cubicBezTo>
                  <a:pt x="1142820" y="164676"/>
                  <a:pt x="1153122" y="153367"/>
                  <a:pt x="1166290" y="144150"/>
                </a:cubicBezTo>
                <a:cubicBezTo>
                  <a:pt x="1179303" y="135010"/>
                  <a:pt x="1194950" y="127883"/>
                  <a:pt x="1212920" y="122926"/>
                </a:cubicBezTo>
                <a:cubicBezTo>
                  <a:pt x="1230813" y="117969"/>
                  <a:pt x="1250720" y="115490"/>
                  <a:pt x="1272176" y="115490"/>
                </a:cubicBezTo>
                <a:close/>
                <a:moveTo>
                  <a:pt x="1629957" y="115335"/>
                </a:moveTo>
                <a:cubicBezTo>
                  <a:pt x="1681776" y="115335"/>
                  <a:pt x="1721358" y="130517"/>
                  <a:pt x="1747616" y="160493"/>
                </a:cubicBezTo>
                <a:cubicBezTo>
                  <a:pt x="1773797" y="190315"/>
                  <a:pt x="1787043" y="230980"/>
                  <a:pt x="1787043" y="281328"/>
                </a:cubicBezTo>
                <a:lnTo>
                  <a:pt x="1787043" y="320522"/>
                </a:lnTo>
                <a:lnTo>
                  <a:pt x="1556526" y="320522"/>
                </a:lnTo>
                <a:cubicBezTo>
                  <a:pt x="1557843" y="344612"/>
                  <a:pt x="1564350" y="363744"/>
                  <a:pt x="1575968" y="377454"/>
                </a:cubicBezTo>
                <a:cubicBezTo>
                  <a:pt x="1587974" y="391629"/>
                  <a:pt x="1606332" y="398833"/>
                  <a:pt x="1630654" y="398833"/>
                </a:cubicBezTo>
                <a:cubicBezTo>
                  <a:pt x="1662954" y="398833"/>
                  <a:pt x="1682009" y="386207"/>
                  <a:pt x="1688825" y="360181"/>
                </a:cubicBezTo>
                <a:lnTo>
                  <a:pt x="1688903" y="360181"/>
                </a:lnTo>
                <a:lnTo>
                  <a:pt x="1782937" y="360181"/>
                </a:lnTo>
                <a:cubicBezTo>
                  <a:pt x="1776663" y="397361"/>
                  <a:pt x="1761249" y="426098"/>
                  <a:pt x="1737082" y="445540"/>
                </a:cubicBezTo>
                <a:cubicBezTo>
                  <a:pt x="1712527" y="465292"/>
                  <a:pt x="1676509" y="475284"/>
                  <a:pt x="1630034" y="475284"/>
                </a:cubicBezTo>
                <a:cubicBezTo>
                  <a:pt x="1574032" y="475284"/>
                  <a:pt x="1531197" y="459482"/>
                  <a:pt x="1502848" y="428267"/>
                </a:cubicBezTo>
                <a:cubicBezTo>
                  <a:pt x="1474498" y="397129"/>
                  <a:pt x="1460168" y="352590"/>
                  <a:pt x="1460168" y="295890"/>
                </a:cubicBezTo>
                <a:cubicBezTo>
                  <a:pt x="1460168" y="267618"/>
                  <a:pt x="1464273" y="241979"/>
                  <a:pt x="1472484" y="219826"/>
                </a:cubicBezTo>
                <a:cubicBezTo>
                  <a:pt x="1480695" y="197673"/>
                  <a:pt x="1492391" y="178464"/>
                  <a:pt x="1507340" y="162894"/>
                </a:cubicBezTo>
                <a:cubicBezTo>
                  <a:pt x="1522290" y="147325"/>
                  <a:pt x="1540415" y="135397"/>
                  <a:pt x="1561174" y="127341"/>
                </a:cubicBezTo>
                <a:cubicBezTo>
                  <a:pt x="1581855" y="119363"/>
                  <a:pt x="1605015" y="115335"/>
                  <a:pt x="1629957" y="115335"/>
                </a:cubicBezTo>
                <a:close/>
                <a:moveTo>
                  <a:pt x="784576" y="115335"/>
                </a:moveTo>
                <a:cubicBezTo>
                  <a:pt x="836395" y="115335"/>
                  <a:pt x="875977" y="130517"/>
                  <a:pt x="902235" y="160493"/>
                </a:cubicBezTo>
                <a:cubicBezTo>
                  <a:pt x="928416" y="190315"/>
                  <a:pt x="941661" y="230980"/>
                  <a:pt x="941661" y="281328"/>
                </a:cubicBezTo>
                <a:lnTo>
                  <a:pt x="941661" y="320522"/>
                </a:lnTo>
                <a:lnTo>
                  <a:pt x="711145" y="320522"/>
                </a:lnTo>
                <a:cubicBezTo>
                  <a:pt x="712462" y="344612"/>
                  <a:pt x="718969" y="363744"/>
                  <a:pt x="730587" y="377454"/>
                </a:cubicBezTo>
                <a:cubicBezTo>
                  <a:pt x="742593" y="391629"/>
                  <a:pt x="760951" y="398833"/>
                  <a:pt x="785273" y="398833"/>
                </a:cubicBezTo>
                <a:cubicBezTo>
                  <a:pt x="817573" y="398833"/>
                  <a:pt x="836628" y="386207"/>
                  <a:pt x="843444" y="360181"/>
                </a:cubicBezTo>
                <a:lnTo>
                  <a:pt x="843522" y="360181"/>
                </a:lnTo>
                <a:lnTo>
                  <a:pt x="937556" y="360181"/>
                </a:lnTo>
                <a:cubicBezTo>
                  <a:pt x="931282" y="397361"/>
                  <a:pt x="915868" y="426098"/>
                  <a:pt x="891701" y="445540"/>
                </a:cubicBezTo>
                <a:cubicBezTo>
                  <a:pt x="867146" y="465292"/>
                  <a:pt x="831128" y="475284"/>
                  <a:pt x="784653" y="475284"/>
                </a:cubicBezTo>
                <a:cubicBezTo>
                  <a:pt x="728651" y="475284"/>
                  <a:pt x="685816" y="459482"/>
                  <a:pt x="657467" y="428267"/>
                </a:cubicBezTo>
                <a:cubicBezTo>
                  <a:pt x="629117" y="397129"/>
                  <a:pt x="614787" y="352590"/>
                  <a:pt x="614787" y="295890"/>
                </a:cubicBezTo>
                <a:cubicBezTo>
                  <a:pt x="614787" y="267618"/>
                  <a:pt x="618892" y="241979"/>
                  <a:pt x="627103" y="219826"/>
                </a:cubicBezTo>
                <a:cubicBezTo>
                  <a:pt x="635313" y="197673"/>
                  <a:pt x="647010" y="178464"/>
                  <a:pt x="661959" y="162894"/>
                </a:cubicBezTo>
                <a:cubicBezTo>
                  <a:pt x="676909" y="147325"/>
                  <a:pt x="695034" y="135397"/>
                  <a:pt x="715793" y="127341"/>
                </a:cubicBezTo>
                <a:cubicBezTo>
                  <a:pt x="736474" y="119363"/>
                  <a:pt x="759634" y="115335"/>
                  <a:pt x="784576" y="115335"/>
                </a:cubicBezTo>
                <a:close/>
                <a:moveTo>
                  <a:pt x="2576886" y="97288"/>
                </a:moveTo>
                <a:cubicBezTo>
                  <a:pt x="2499118" y="97288"/>
                  <a:pt x="2435834" y="160571"/>
                  <a:pt x="2435834" y="238339"/>
                </a:cubicBezTo>
                <a:cubicBezTo>
                  <a:pt x="2435834" y="316108"/>
                  <a:pt x="2499118" y="379391"/>
                  <a:pt x="2576886" y="379391"/>
                </a:cubicBezTo>
                <a:cubicBezTo>
                  <a:pt x="2654654" y="379391"/>
                  <a:pt x="2717938" y="316108"/>
                  <a:pt x="2717938" y="238339"/>
                </a:cubicBezTo>
                <a:cubicBezTo>
                  <a:pt x="2717938" y="160571"/>
                  <a:pt x="2654654" y="97288"/>
                  <a:pt x="2576886" y="97288"/>
                </a:cubicBezTo>
                <a:close/>
                <a:moveTo>
                  <a:pt x="2196642" y="10456"/>
                </a:moveTo>
                <a:lnTo>
                  <a:pt x="2290522" y="10456"/>
                </a:lnTo>
                <a:lnTo>
                  <a:pt x="2290522" y="466298"/>
                </a:lnTo>
                <a:lnTo>
                  <a:pt x="2196642" y="466298"/>
                </a:lnTo>
                <a:close/>
                <a:moveTo>
                  <a:pt x="986665" y="10456"/>
                </a:moveTo>
                <a:lnTo>
                  <a:pt x="1080545" y="10456"/>
                </a:lnTo>
                <a:lnTo>
                  <a:pt x="1080545" y="475593"/>
                </a:lnTo>
                <a:lnTo>
                  <a:pt x="1065905" y="475593"/>
                </a:lnTo>
                <a:cubicBezTo>
                  <a:pt x="1022063" y="475129"/>
                  <a:pt x="986665" y="438878"/>
                  <a:pt x="986665" y="394107"/>
                </a:cubicBezTo>
                <a:close/>
                <a:moveTo>
                  <a:pt x="476601" y="10456"/>
                </a:moveTo>
                <a:lnTo>
                  <a:pt x="480087" y="10456"/>
                </a:lnTo>
                <a:lnTo>
                  <a:pt x="569319" y="10456"/>
                </a:lnTo>
                <a:lnTo>
                  <a:pt x="572882" y="10456"/>
                </a:lnTo>
                <a:lnTo>
                  <a:pt x="572882" y="81330"/>
                </a:lnTo>
                <a:lnTo>
                  <a:pt x="572882" y="84893"/>
                </a:lnTo>
                <a:lnTo>
                  <a:pt x="569319" y="84893"/>
                </a:lnTo>
                <a:lnTo>
                  <a:pt x="480087" y="84893"/>
                </a:lnTo>
                <a:lnTo>
                  <a:pt x="476601" y="84893"/>
                </a:lnTo>
                <a:lnTo>
                  <a:pt x="476601" y="81330"/>
                </a:lnTo>
                <a:close/>
                <a:moveTo>
                  <a:pt x="58559" y="6331"/>
                </a:moveTo>
                <a:cubicBezTo>
                  <a:pt x="67660" y="8597"/>
                  <a:pt x="76103" y="13593"/>
                  <a:pt x="82648" y="20990"/>
                </a:cubicBezTo>
                <a:lnTo>
                  <a:pt x="326565" y="298911"/>
                </a:lnTo>
                <a:lnTo>
                  <a:pt x="326565" y="10456"/>
                </a:lnTo>
                <a:lnTo>
                  <a:pt x="421064" y="10456"/>
                </a:lnTo>
                <a:lnTo>
                  <a:pt x="421064" y="424781"/>
                </a:lnTo>
                <a:cubicBezTo>
                  <a:pt x="421064" y="444610"/>
                  <a:pt x="408903" y="462348"/>
                  <a:pt x="390545" y="469397"/>
                </a:cubicBezTo>
                <a:cubicBezTo>
                  <a:pt x="385123" y="471488"/>
                  <a:pt x="379391" y="472495"/>
                  <a:pt x="373814" y="472495"/>
                </a:cubicBezTo>
                <a:cubicBezTo>
                  <a:pt x="360491" y="472495"/>
                  <a:pt x="347556" y="466918"/>
                  <a:pt x="338416" y="456461"/>
                </a:cubicBezTo>
                <a:lnTo>
                  <a:pt x="94499" y="178541"/>
                </a:lnTo>
                <a:lnTo>
                  <a:pt x="94499" y="466298"/>
                </a:lnTo>
                <a:lnTo>
                  <a:pt x="0" y="466298"/>
                </a:lnTo>
                <a:lnTo>
                  <a:pt x="0" y="52748"/>
                </a:lnTo>
                <a:cubicBezTo>
                  <a:pt x="0" y="32841"/>
                  <a:pt x="12161" y="15103"/>
                  <a:pt x="30519" y="8055"/>
                </a:cubicBezTo>
                <a:cubicBezTo>
                  <a:pt x="39698" y="4530"/>
                  <a:pt x="49457" y="4066"/>
                  <a:pt x="58559" y="6331"/>
                </a:cubicBezTo>
                <a:close/>
                <a:moveTo>
                  <a:pt x="2576886" y="0"/>
                </a:moveTo>
                <a:cubicBezTo>
                  <a:pt x="2708333" y="0"/>
                  <a:pt x="2815303" y="106970"/>
                  <a:pt x="2815303" y="238417"/>
                </a:cubicBezTo>
                <a:cubicBezTo>
                  <a:pt x="2815303" y="287061"/>
                  <a:pt x="2800586" y="332296"/>
                  <a:pt x="2775489" y="370096"/>
                </a:cubicBezTo>
                <a:lnTo>
                  <a:pt x="2775412" y="370096"/>
                </a:lnTo>
                <a:lnTo>
                  <a:pt x="2855736" y="450420"/>
                </a:lnTo>
                <a:lnTo>
                  <a:pt x="2789354" y="516802"/>
                </a:lnTo>
                <a:lnTo>
                  <a:pt x="2709108" y="436555"/>
                </a:lnTo>
                <a:cubicBezTo>
                  <a:pt x="2671230" y="461962"/>
                  <a:pt x="2625762" y="476756"/>
                  <a:pt x="2576886" y="476756"/>
                </a:cubicBezTo>
                <a:cubicBezTo>
                  <a:pt x="2445439" y="476756"/>
                  <a:pt x="2338469" y="369864"/>
                  <a:pt x="2338469" y="238417"/>
                </a:cubicBezTo>
                <a:cubicBezTo>
                  <a:pt x="2338469" y="106970"/>
                  <a:pt x="2445439" y="0"/>
                  <a:pt x="2576886" y="0"/>
                </a:cubicBezTo>
                <a:close/>
              </a:path>
            </a:pathLst>
          </a:custGeom>
          <a:solidFill>
            <a:schemeClr val="accent1"/>
          </a:solidFill>
          <a:ln w="774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11" name="NielsenIQ GFK lockup" hidden="1">
            <a:extLst>
              <a:ext uri="{FF2B5EF4-FFF2-40B4-BE49-F238E27FC236}">
                <a16:creationId xmlns:a16="http://schemas.microsoft.com/office/drawing/2014/main" id="{7D277D99-518B-9609-51D0-587AB5DBF23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6122" y="321743"/>
            <a:ext cx="3377876" cy="753596"/>
          </a:xfrm>
          <a:prstGeom prst="rect">
            <a:avLst/>
          </a:prstGeom>
        </p:spPr>
      </p:pic>
      <p:pic>
        <p:nvPicPr>
          <p:cNvPr id="7" name="NielsenIQ logo+wordmark (Orange)" descr="A black and orange sign with white text&#10;&#10;AI-generated content may be incorrect." hidden="1">
            <a:extLst>
              <a:ext uri="{FF2B5EF4-FFF2-40B4-BE49-F238E27FC236}">
                <a16:creationId xmlns:a16="http://schemas.microsoft.com/office/drawing/2014/main" id="{4D106D5B-56B7-0533-DA99-2220DBD2F8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58" y="305205"/>
            <a:ext cx="2113544" cy="768096"/>
          </a:xfrm>
          <a:prstGeom prst="rect">
            <a:avLst/>
          </a:prstGeom>
        </p:spPr>
      </p:pic>
      <p:pic>
        <p:nvPicPr>
          <p:cNvPr id="5" name="NielsenIQ logo+wordmark" descr="A blue text on a black background&#10;&#10;Description automatically generated" hidden="1">
            <a:extLst>
              <a:ext uri="{FF2B5EF4-FFF2-40B4-BE49-F238E27FC236}">
                <a16:creationId xmlns:a16="http://schemas.microsoft.com/office/drawing/2014/main" id="{9851AB56-8AE6-EEF1-0330-E0C0C6360BE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58" y="305205"/>
            <a:ext cx="2211998" cy="763139"/>
          </a:xfrm>
          <a:prstGeom prst="rect">
            <a:avLst/>
          </a:prstGeom>
        </p:spPr>
      </p:pic>
      <p:pic>
        <p:nvPicPr>
          <p:cNvPr id="12" name="powered by GfK intelligence" hidden="1">
            <a:extLst>
              <a:ext uri="{FF2B5EF4-FFF2-40B4-BE49-F238E27FC236}">
                <a16:creationId xmlns:a16="http://schemas.microsoft.com/office/drawing/2014/main" id="{7B59B40E-462E-8C9B-361A-0A34D502F1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14" y="491055"/>
            <a:ext cx="2752712" cy="42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6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tatic Dark Bkgd">
            <a:extLst>
              <a:ext uri="{FF2B5EF4-FFF2-40B4-BE49-F238E27FC236}">
                <a16:creationId xmlns:a16="http://schemas.microsoft.com/office/drawing/2014/main" id="{C44FA2BA-550D-EDA0-ABAB-D662C16F13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Horizontal Rule">
            <a:extLst>
              <a:ext uri="{FF2B5EF4-FFF2-40B4-BE49-F238E27FC236}">
                <a16:creationId xmlns:a16="http://schemas.microsoft.com/office/drawing/2014/main" id="{429C2072-EE2B-A064-5CA2-6097546F935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292100" y="1364752"/>
            <a:ext cx="116078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fidential disclaimer">
            <a:extLst>
              <a:ext uri="{FF2B5EF4-FFF2-40B4-BE49-F238E27FC236}">
                <a16:creationId xmlns:a16="http://schemas.microsoft.com/office/drawing/2014/main" id="{0CFED10E-E876-D584-0DE6-56605800FA6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798636" y="6573016"/>
            <a:ext cx="1101264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Confidential and proprietary</a:t>
            </a:r>
          </a:p>
        </p:txBody>
      </p:sp>
      <p:sp>
        <p:nvSpPr>
          <p:cNvPr id="15" name="Copyright Line">
            <a:extLst>
              <a:ext uri="{FF2B5EF4-FFF2-40B4-BE49-F238E27FC236}">
                <a16:creationId xmlns:a16="http://schemas.microsoft.com/office/drawing/2014/main" id="{D439B148-E719-27C3-3403-978BEDC13EC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88558" y="6536553"/>
            <a:ext cx="2458455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>
                <a:solidFill>
                  <a:srgbClr val="BBBBBB"/>
                </a:solidFill>
                <a:latin typeface="+mn-lt"/>
                <a:ea typeface="+mn-ea"/>
                <a:cs typeface="+mn-cs"/>
              </a:rPr>
              <a:t>© </a:t>
            </a:r>
            <a:fld id="{8BFAE56B-6D08-4B3F-AB76-3783A8251C9C}" type="datetimeyyyy">
              <a:rPr lang="en-US" sz="700" kern="1200" smtClean="0">
                <a:solidFill>
                  <a:srgbClr val="BBBBBB"/>
                </a:solidFill>
                <a:latin typeface="+mn-lt"/>
                <a:ea typeface="+mn-ea"/>
                <a:cs typeface="+mn-cs"/>
              </a:rPr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</a:t>
            </a:fld>
            <a:r>
              <a:rPr lang="en-US" sz="700" kern="1200">
                <a:solidFill>
                  <a:srgbClr val="BBBBBB"/>
                </a:solidFill>
                <a:latin typeface="+mn-lt"/>
                <a:ea typeface="+mn-ea"/>
                <a:cs typeface="+mn-cs"/>
              </a:rPr>
              <a:t> Nielsen Consumer LLC. All Rights Reserved.</a:t>
            </a:r>
          </a:p>
        </p:txBody>
      </p:sp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671A6FA9-FE3E-4211-C84B-88F574FE85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3"/>
          </p:nvPr>
        </p:nvSpPr>
        <p:spPr>
          <a:xfrm>
            <a:off x="3251200" y="6485399"/>
            <a:ext cx="3716336" cy="282957"/>
          </a:xfrm>
          <a:noFill/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Date Placeholder">
            <a:extLst>
              <a:ext uri="{FF2B5EF4-FFF2-40B4-BE49-F238E27FC236}">
                <a16:creationId xmlns:a16="http://schemas.microsoft.com/office/drawing/2014/main" id="{34C6756D-B2C7-2A2B-E9A7-BB5F5972C7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2"/>
          </p:nvPr>
        </p:nvSpPr>
        <p:spPr>
          <a:xfrm>
            <a:off x="292100" y="6073688"/>
            <a:ext cx="1744664" cy="282957"/>
          </a:xfrm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19" name="Title/Dept Placeholder">
            <a:extLst>
              <a:ext uri="{FF2B5EF4-FFF2-40B4-BE49-F238E27FC236}">
                <a16:creationId xmlns:a16="http://schemas.microsoft.com/office/drawing/2014/main" id="{6942A971-1821-DF95-6B7B-A7991E06FA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 hasCustomPrompt="1"/>
          </p:nvPr>
        </p:nvSpPr>
        <p:spPr>
          <a:xfrm>
            <a:off x="292100" y="5562225"/>
            <a:ext cx="8625842" cy="344385"/>
          </a:xfrm>
        </p:spPr>
        <p:txBody>
          <a:bodyPr t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FFFFFF"/>
                </a:solidFill>
              </a:defRPr>
            </a:lvl1pPr>
            <a:lvl2pPr marL="457200" indent="0">
              <a:buNone/>
              <a:defRPr sz="1200" b="1">
                <a:solidFill>
                  <a:schemeClr val="bg1"/>
                </a:solidFill>
              </a:defRPr>
            </a:lvl2pPr>
            <a:lvl3pPr marL="914400" indent="0">
              <a:buNone/>
              <a:defRPr sz="1200" b="1">
                <a:solidFill>
                  <a:schemeClr val="bg1"/>
                </a:solidFill>
              </a:defRPr>
            </a:lvl3pPr>
            <a:lvl4pPr marL="1371600" indent="0">
              <a:buNone/>
              <a:defRPr sz="1200" b="1">
                <a:solidFill>
                  <a:schemeClr val="bg1"/>
                </a:solidFill>
              </a:defRPr>
            </a:lvl4pPr>
            <a:lvl5pPr marL="1828800" indent="0">
              <a:buNone/>
              <a:defRPr sz="1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Title/Department</a:t>
            </a:r>
          </a:p>
        </p:txBody>
      </p:sp>
      <p:sp>
        <p:nvSpPr>
          <p:cNvPr id="18" name="Presenter Name Placeholder">
            <a:extLst>
              <a:ext uri="{FF2B5EF4-FFF2-40B4-BE49-F238E27FC236}">
                <a16:creationId xmlns:a16="http://schemas.microsoft.com/office/drawing/2014/main" id="{4D8E56BE-097F-EB4E-3287-BD1DCBFF48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292100" y="5194091"/>
            <a:ext cx="8625841" cy="344384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FFFFF"/>
                </a:solidFill>
              </a:defRPr>
            </a:lvl1pPr>
            <a:lvl2pPr marL="457200" indent="0">
              <a:buNone/>
              <a:defRPr sz="1200" b="1">
                <a:solidFill>
                  <a:schemeClr val="bg1"/>
                </a:solidFill>
              </a:defRPr>
            </a:lvl2pPr>
            <a:lvl3pPr marL="914400" indent="0">
              <a:buNone/>
              <a:defRPr sz="1200" b="1">
                <a:solidFill>
                  <a:schemeClr val="bg1"/>
                </a:solidFill>
              </a:defRPr>
            </a:lvl3pPr>
            <a:lvl4pPr marL="1371600" indent="0">
              <a:buNone/>
              <a:defRPr sz="1200" b="1">
                <a:solidFill>
                  <a:schemeClr val="bg1"/>
                </a:solidFill>
              </a:defRPr>
            </a:lvl4pPr>
            <a:lvl5pPr marL="1828800" indent="0">
              <a:buNone/>
              <a:defRPr sz="1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name Last name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D952C9CE-AA03-A24B-BBD9-8EA2482DC5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>
            <a:off x="292100" y="4151030"/>
            <a:ext cx="8625840" cy="83788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5F151AF7-737A-1648-9BC4-B9D881179F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292100" y="1671355"/>
            <a:ext cx="8625840" cy="23876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5400">
                <a:solidFill>
                  <a:srgbClr val="FFFFFF"/>
                </a:solidFill>
              </a:defRPr>
            </a:lvl1pPr>
          </a:lstStyle>
          <a:p>
            <a:r>
              <a:rPr lang="en-US"/>
              <a:t>Insert your presentation title here maximum of three lines</a:t>
            </a:r>
          </a:p>
        </p:txBody>
      </p:sp>
      <p:sp>
        <p:nvSpPr>
          <p:cNvPr id="23" name="Nielsen wordmark">
            <a:extLst>
              <a:ext uri="{FF2B5EF4-FFF2-40B4-BE49-F238E27FC236}">
                <a16:creationId xmlns:a16="http://schemas.microsoft.com/office/drawing/2014/main" id="{A534929D-2AB3-3703-CE21-C24AAF5B90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95274" y="443155"/>
            <a:ext cx="2855736" cy="516802"/>
          </a:xfrm>
          <a:custGeom>
            <a:avLst/>
            <a:gdLst>
              <a:gd name="connsiteX0" fmla="*/ 1628098 w 2855736"/>
              <a:gd name="connsiteY0" fmla="*/ 189308 h 516802"/>
              <a:gd name="connsiteX1" fmla="*/ 1598276 w 2855736"/>
              <a:gd name="connsiteY1" fmla="*/ 194730 h 516802"/>
              <a:gd name="connsiteX2" fmla="*/ 1576820 w 2855736"/>
              <a:gd name="connsiteY2" fmla="*/ 209524 h 516802"/>
              <a:gd name="connsiteX3" fmla="*/ 1563188 w 2855736"/>
              <a:gd name="connsiteY3" fmla="*/ 231368 h 516802"/>
              <a:gd name="connsiteX4" fmla="*/ 1563188 w 2855736"/>
              <a:gd name="connsiteY4" fmla="*/ 231290 h 516802"/>
              <a:gd name="connsiteX5" fmla="*/ 1557921 w 2855736"/>
              <a:gd name="connsiteY5" fmla="*/ 254838 h 516802"/>
              <a:gd name="connsiteX6" fmla="*/ 1694015 w 2855736"/>
              <a:gd name="connsiteY6" fmla="*/ 254838 h 516802"/>
              <a:gd name="connsiteX7" fmla="*/ 1678059 w 2855736"/>
              <a:gd name="connsiteY7" fmla="*/ 207201 h 516802"/>
              <a:gd name="connsiteX8" fmla="*/ 1628098 w 2855736"/>
              <a:gd name="connsiteY8" fmla="*/ 189308 h 516802"/>
              <a:gd name="connsiteX9" fmla="*/ 782717 w 2855736"/>
              <a:gd name="connsiteY9" fmla="*/ 189308 h 516802"/>
              <a:gd name="connsiteX10" fmla="*/ 752895 w 2855736"/>
              <a:gd name="connsiteY10" fmla="*/ 194730 h 516802"/>
              <a:gd name="connsiteX11" fmla="*/ 731439 w 2855736"/>
              <a:gd name="connsiteY11" fmla="*/ 209524 h 516802"/>
              <a:gd name="connsiteX12" fmla="*/ 717807 w 2855736"/>
              <a:gd name="connsiteY12" fmla="*/ 231368 h 516802"/>
              <a:gd name="connsiteX13" fmla="*/ 717807 w 2855736"/>
              <a:gd name="connsiteY13" fmla="*/ 231290 h 516802"/>
              <a:gd name="connsiteX14" fmla="*/ 712539 w 2855736"/>
              <a:gd name="connsiteY14" fmla="*/ 254838 h 516802"/>
              <a:gd name="connsiteX15" fmla="*/ 848634 w 2855736"/>
              <a:gd name="connsiteY15" fmla="*/ 254838 h 516802"/>
              <a:gd name="connsiteX16" fmla="*/ 832677 w 2855736"/>
              <a:gd name="connsiteY16" fmla="*/ 207201 h 516802"/>
              <a:gd name="connsiteX17" fmla="*/ 782717 w 2855736"/>
              <a:gd name="connsiteY17" fmla="*/ 189308 h 516802"/>
              <a:gd name="connsiteX18" fmla="*/ 476601 w 2855736"/>
              <a:gd name="connsiteY18" fmla="*/ 124553 h 516802"/>
              <a:gd name="connsiteX19" fmla="*/ 480087 w 2855736"/>
              <a:gd name="connsiteY19" fmla="*/ 124553 h 516802"/>
              <a:gd name="connsiteX20" fmla="*/ 569319 w 2855736"/>
              <a:gd name="connsiteY20" fmla="*/ 124553 h 516802"/>
              <a:gd name="connsiteX21" fmla="*/ 572882 w 2855736"/>
              <a:gd name="connsiteY21" fmla="*/ 124553 h 516802"/>
              <a:gd name="connsiteX22" fmla="*/ 572882 w 2855736"/>
              <a:gd name="connsiteY22" fmla="*/ 128116 h 516802"/>
              <a:gd name="connsiteX23" fmla="*/ 572804 w 2855736"/>
              <a:gd name="connsiteY23" fmla="*/ 466299 h 516802"/>
              <a:gd name="connsiteX24" fmla="*/ 569319 w 2855736"/>
              <a:gd name="connsiteY24" fmla="*/ 466299 h 516802"/>
              <a:gd name="connsiteX25" fmla="*/ 480087 w 2855736"/>
              <a:gd name="connsiteY25" fmla="*/ 466299 h 516802"/>
              <a:gd name="connsiteX26" fmla="*/ 476601 w 2855736"/>
              <a:gd name="connsiteY26" fmla="*/ 466299 h 516802"/>
              <a:gd name="connsiteX27" fmla="*/ 476601 w 2855736"/>
              <a:gd name="connsiteY27" fmla="*/ 127496 h 516802"/>
              <a:gd name="connsiteX28" fmla="*/ 2026544 w 2855736"/>
              <a:gd name="connsiteY28" fmla="*/ 116342 h 516802"/>
              <a:gd name="connsiteX29" fmla="*/ 2113220 w 2855736"/>
              <a:gd name="connsiteY29" fmla="*/ 147093 h 516802"/>
              <a:gd name="connsiteX30" fmla="*/ 2141569 w 2855736"/>
              <a:gd name="connsiteY30" fmla="*/ 242832 h 516802"/>
              <a:gd name="connsiteX31" fmla="*/ 2141569 w 2855736"/>
              <a:gd name="connsiteY31" fmla="*/ 466376 h 516802"/>
              <a:gd name="connsiteX32" fmla="*/ 2045366 w 2855736"/>
              <a:gd name="connsiteY32" fmla="*/ 466376 h 516802"/>
              <a:gd name="connsiteX33" fmla="*/ 2045366 w 2855736"/>
              <a:gd name="connsiteY33" fmla="*/ 254992 h 516802"/>
              <a:gd name="connsiteX34" fmla="*/ 2033050 w 2855736"/>
              <a:gd name="connsiteY34" fmla="*/ 209757 h 516802"/>
              <a:gd name="connsiteX35" fmla="*/ 1999820 w 2855736"/>
              <a:gd name="connsiteY35" fmla="*/ 197983 h 516802"/>
              <a:gd name="connsiteX36" fmla="*/ 1971548 w 2855736"/>
              <a:gd name="connsiteY36" fmla="*/ 202786 h 516802"/>
              <a:gd name="connsiteX37" fmla="*/ 1949472 w 2855736"/>
              <a:gd name="connsiteY37" fmla="*/ 216651 h 516802"/>
              <a:gd name="connsiteX38" fmla="*/ 1935143 w 2855736"/>
              <a:gd name="connsiteY38" fmla="*/ 237022 h 516802"/>
              <a:gd name="connsiteX39" fmla="*/ 1929411 w 2855736"/>
              <a:gd name="connsiteY39" fmla="*/ 262583 h 516802"/>
              <a:gd name="connsiteX40" fmla="*/ 1929411 w 2855736"/>
              <a:gd name="connsiteY40" fmla="*/ 466299 h 516802"/>
              <a:gd name="connsiteX41" fmla="*/ 1833130 w 2855736"/>
              <a:gd name="connsiteY41" fmla="*/ 466299 h 516802"/>
              <a:gd name="connsiteX42" fmla="*/ 1833130 w 2855736"/>
              <a:gd name="connsiteY42" fmla="*/ 124630 h 516802"/>
              <a:gd name="connsiteX43" fmla="*/ 1926855 w 2855736"/>
              <a:gd name="connsiteY43" fmla="*/ 124630 h 516802"/>
              <a:gd name="connsiteX44" fmla="*/ 1926855 w 2855736"/>
              <a:gd name="connsiteY44" fmla="*/ 165063 h 516802"/>
              <a:gd name="connsiteX45" fmla="*/ 1968605 w 2855736"/>
              <a:gd name="connsiteY45" fmla="*/ 130052 h 516802"/>
              <a:gd name="connsiteX46" fmla="*/ 2026544 w 2855736"/>
              <a:gd name="connsiteY46" fmla="*/ 116342 h 516802"/>
              <a:gd name="connsiteX47" fmla="*/ 1272176 w 2855736"/>
              <a:gd name="connsiteY47" fmla="*/ 115490 h 516802"/>
              <a:gd name="connsiteX48" fmla="*/ 1339410 w 2855736"/>
              <a:gd name="connsiteY48" fmla="*/ 123623 h 516802"/>
              <a:gd name="connsiteX49" fmla="*/ 1384258 w 2855736"/>
              <a:gd name="connsiteY49" fmla="*/ 145544 h 516802"/>
              <a:gd name="connsiteX50" fmla="*/ 1397194 w 2855736"/>
              <a:gd name="connsiteY50" fmla="*/ 157860 h 516802"/>
              <a:gd name="connsiteX51" fmla="*/ 1410749 w 2855736"/>
              <a:gd name="connsiteY51" fmla="*/ 178696 h 516802"/>
              <a:gd name="connsiteX52" fmla="*/ 1415319 w 2855736"/>
              <a:gd name="connsiteY52" fmla="*/ 189695 h 516802"/>
              <a:gd name="connsiteX53" fmla="*/ 1416171 w 2855736"/>
              <a:gd name="connsiteY53" fmla="*/ 192174 h 516802"/>
              <a:gd name="connsiteX54" fmla="*/ 1422755 w 2855736"/>
              <a:gd name="connsiteY54" fmla="*/ 222847 h 516802"/>
              <a:gd name="connsiteX55" fmla="*/ 1423065 w 2855736"/>
              <a:gd name="connsiteY55" fmla="*/ 226643 h 516802"/>
              <a:gd name="connsiteX56" fmla="*/ 1335382 w 2855736"/>
              <a:gd name="connsiteY56" fmla="*/ 226643 h 516802"/>
              <a:gd name="connsiteX57" fmla="*/ 1333058 w 2855736"/>
              <a:gd name="connsiteY57" fmla="*/ 218432 h 516802"/>
              <a:gd name="connsiteX58" fmla="*/ 1318109 w 2855736"/>
              <a:gd name="connsiteY58" fmla="*/ 198835 h 516802"/>
              <a:gd name="connsiteX59" fmla="*/ 1274035 w 2855736"/>
              <a:gd name="connsiteY59" fmla="*/ 188688 h 516802"/>
              <a:gd name="connsiteX60" fmla="*/ 1245220 w 2855736"/>
              <a:gd name="connsiteY60" fmla="*/ 191477 h 516802"/>
              <a:gd name="connsiteX61" fmla="*/ 1227870 w 2855736"/>
              <a:gd name="connsiteY61" fmla="*/ 198293 h 516802"/>
              <a:gd name="connsiteX62" fmla="*/ 1219504 w 2855736"/>
              <a:gd name="connsiteY62" fmla="*/ 207123 h 516802"/>
              <a:gd name="connsiteX63" fmla="*/ 1217025 w 2855736"/>
              <a:gd name="connsiteY63" fmla="*/ 216418 h 516802"/>
              <a:gd name="connsiteX64" fmla="*/ 1225469 w 2855736"/>
              <a:gd name="connsiteY64" fmla="*/ 236867 h 516802"/>
              <a:gd name="connsiteX65" fmla="*/ 1262494 w 2855736"/>
              <a:gd name="connsiteY65" fmla="*/ 248641 h 516802"/>
              <a:gd name="connsiteX66" fmla="*/ 1304553 w 2855736"/>
              <a:gd name="connsiteY66" fmla="*/ 255612 h 516802"/>
              <a:gd name="connsiteX67" fmla="*/ 1365513 w 2855736"/>
              <a:gd name="connsiteY67" fmla="*/ 270484 h 516802"/>
              <a:gd name="connsiteX68" fmla="*/ 1403313 w 2855736"/>
              <a:gd name="connsiteY68" fmla="*/ 293179 h 516802"/>
              <a:gd name="connsiteX69" fmla="*/ 1423375 w 2855736"/>
              <a:gd name="connsiteY69" fmla="*/ 325635 h 516802"/>
              <a:gd name="connsiteX70" fmla="*/ 1423375 w 2855736"/>
              <a:gd name="connsiteY70" fmla="*/ 325712 h 516802"/>
              <a:gd name="connsiteX71" fmla="*/ 1428952 w 2855736"/>
              <a:gd name="connsiteY71" fmla="*/ 368159 h 516802"/>
              <a:gd name="connsiteX72" fmla="*/ 1391927 w 2855736"/>
              <a:gd name="connsiteY72" fmla="*/ 446392 h 516802"/>
              <a:gd name="connsiteX73" fmla="*/ 1279534 w 2855736"/>
              <a:gd name="connsiteY73" fmla="*/ 475516 h 516802"/>
              <a:gd name="connsiteX74" fmla="*/ 1221828 w 2855736"/>
              <a:gd name="connsiteY74" fmla="*/ 470017 h 516802"/>
              <a:gd name="connsiteX75" fmla="*/ 1172255 w 2855736"/>
              <a:gd name="connsiteY75" fmla="*/ 450730 h 516802"/>
              <a:gd name="connsiteX76" fmla="*/ 1136081 w 2855736"/>
              <a:gd name="connsiteY76" fmla="*/ 413937 h 516802"/>
              <a:gd name="connsiteX77" fmla="*/ 1120280 w 2855736"/>
              <a:gd name="connsiteY77" fmla="*/ 360336 h 516802"/>
              <a:gd name="connsiteX78" fmla="*/ 1213230 w 2855736"/>
              <a:gd name="connsiteY78" fmla="*/ 360336 h 516802"/>
              <a:gd name="connsiteX79" fmla="*/ 1233911 w 2855736"/>
              <a:gd name="connsiteY79" fmla="*/ 391087 h 516802"/>
              <a:gd name="connsiteX80" fmla="*/ 1278295 w 2855736"/>
              <a:gd name="connsiteY80" fmla="*/ 399685 h 516802"/>
              <a:gd name="connsiteX81" fmla="*/ 1322059 w 2855736"/>
              <a:gd name="connsiteY81" fmla="*/ 392171 h 516802"/>
              <a:gd name="connsiteX82" fmla="*/ 1333988 w 2855736"/>
              <a:gd name="connsiteY82" fmla="*/ 369398 h 516802"/>
              <a:gd name="connsiteX83" fmla="*/ 1326319 w 2855736"/>
              <a:gd name="connsiteY83" fmla="*/ 349492 h 516802"/>
              <a:gd name="connsiteX84" fmla="*/ 1295568 w 2855736"/>
              <a:gd name="connsiteY84" fmla="*/ 337253 h 516802"/>
              <a:gd name="connsiteX85" fmla="*/ 1247467 w 2855736"/>
              <a:gd name="connsiteY85" fmla="*/ 329585 h 516802"/>
              <a:gd name="connsiteX86" fmla="*/ 1155678 w 2855736"/>
              <a:gd name="connsiteY86" fmla="*/ 296045 h 516802"/>
              <a:gd name="connsiteX87" fmla="*/ 1124695 w 2855736"/>
              <a:gd name="connsiteY87" fmla="*/ 222847 h 516802"/>
              <a:gd name="connsiteX88" fmla="*/ 1135617 w 2855736"/>
              <a:gd name="connsiteY88" fmla="*/ 177844 h 516802"/>
              <a:gd name="connsiteX89" fmla="*/ 1166290 w 2855736"/>
              <a:gd name="connsiteY89" fmla="*/ 144150 h 516802"/>
              <a:gd name="connsiteX90" fmla="*/ 1212920 w 2855736"/>
              <a:gd name="connsiteY90" fmla="*/ 122926 h 516802"/>
              <a:gd name="connsiteX91" fmla="*/ 1272176 w 2855736"/>
              <a:gd name="connsiteY91" fmla="*/ 115490 h 516802"/>
              <a:gd name="connsiteX92" fmla="*/ 1629957 w 2855736"/>
              <a:gd name="connsiteY92" fmla="*/ 115335 h 516802"/>
              <a:gd name="connsiteX93" fmla="*/ 1747616 w 2855736"/>
              <a:gd name="connsiteY93" fmla="*/ 160493 h 516802"/>
              <a:gd name="connsiteX94" fmla="*/ 1787043 w 2855736"/>
              <a:gd name="connsiteY94" fmla="*/ 281328 h 516802"/>
              <a:gd name="connsiteX95" fmla="*/ 1787043 w 2855736"/>
              <a:gd name="connsiteY95" fmla="*/ 320522 h 516802"/>
              <a:gd name="connsiteX96" fmla="*/ 1556526 w 2855736"/>
              <a:gd name="connsiteY96" fmla="*/ 320522 h 516802"/>
              <a:gd name="connsiteX97" fmla="*/ 1575968 w 2855736"/>
              <a:gd name="connsiteY97" fmla="*/ 377454 h 516802"/>
              <a:gd name="connsiteX98" fmla="*/ 1630654 w 2855736"/>
              <a:gd name="connsiteY98" fmla="*/ 398833 h 516802"/>
              <a:gd name="connsiteX99" fmla="*/ 1688825 w 2855736"/>
              <a:gd name="connsiteY99" fmla="*/ 360181 h 516802"/>
              <a:gd name="connsiteX100" fmla="*/ 1688903 w 2855736"/>
              <a:gd name="connsiteY100" fmla="*/ 360181 h 516802"/>
              <a:gd name="connsiteX101" fmla="*/ 1782937 w 2855736"/>
              <a:gd name="connsiteY101" fmla="*/ 360181 h 516802"/>
              <a:gd name="connsiteX102" fmla="*/ 1737082 w 2855736"/>
              <a:gd name="connsiteY102" fmla="*/ 445540 h 516802"/>
              <a:gd name="connsiteX103" fmla="*/ 1630034 w 2855736"/>
              <a:gd name="connsiteY103" fmla="*/ 475284 h 516802"/>
              <a:gd name="connsiteX104" fmla="*/ 1502848 w 2855736"/>
              <a:gd name="connsiteY104" fmla="*/ 428267 h 516802"/>
              <a:gd name="connsiteX105" fmla="*/ 1460168 w 2855736"/>
              <a:gd name="connsiteY105" fmla="*/ 295890 h 516802"/>
              <a:gd name="connsiteX106" fmla="*/ 1472484 w 2855736"/>
              <a:gd name="connsiteY106" fmla="*/ 219826 h 516802"/>
              <a:gd name="connsiteX107" fmla="*/ 1507340 w 2855736"/>
              <a:gd name="connsiteY107" fmla="*/ 162894 h 516802"/>
              <a:gd name="connsiteX108" fmla="*/ 1561174 w 2855736"/>
              <a:gd name="connsiteY108" fmla="*/ 127341 h 516802"/>
              <a:gd name="connsiteX109" fmla="*/ 1629957 w 2855736"/>
              <a:gd name="connsiteY109" fmla="*/ 115335 h 516802"/>
              <a:gd name="connsiteX110" fmla="*/ 784576 w 2855736"/>
              <a:gd name="connsiteY110" fmla="*/ 115335 h 516802"/>
              <a:gd name="connsiteX111" fmla="*/ 902235 w 2855736"/>
              <a:gd name="connsiteY111" fmla="*/ 160493 h 516802"/>
              <a:gd name="connsiteX112" fmla="*/ 941661 w 2855736"/>
              <a:gd name="connsiteY112" fmla="*/ 281328 h 516802"/>
              <a:gd name="connsiteX113" fmla="*/ 941661 w 2855736"/>
              <a:gd name="connsiteY113" fmla="*/ 320522 h 516802"/>
              <a:gd name="connsiteX114" fmla="*/ 711145 w 2855736"/>
              <a:gd name="connsiteY114" fmla="*/ 320522 h 516802"/>
              <a:gd name="connsiteX115" fmla="*/ 730587 w 2855736"/>
              <a:gd name="connsiteY115" fmla="*/ 377454 h 516802"/>
              <a:gd name="connsiteX116" fmla="*/ 785273 w 2855736"/>
              <a:gd name="connsiteY116" fmla="*/ 398833 h 516802"/>
              <a:gd name="connsiteX117" fmla="*/ 843444 w 2855736"/>
              <a:gd name="connsiteY117" fmla="*/ 360181 h 516802"/>
              <a:gd name="connsiteX118" fmla="*/ 843522 w 2855736"/>
              <a:gd name="connsiteY118" fmla="*/ 360181 h 516802"/>
              <a:gd name="connsiteX119" fmla="*/ 937556 w 2855736"/>
              <a:gd name="connsiteY119" fmla="*/ 360181 h 516802"/>
              <a:gd name="connsiteX120" fmla="*/ 891701 w 2855736"/>
              <a:gd name="connsiteY120" fmla="*/ 445540 h 516802"/>
              <a:gd name="connsiteX121" fmla="*/ 784653 w 2855736"/>
              <a:gd name="connsiteY121" fmla="*/ 475284 h 516802"/>
              <a:gd name="connsiteX122" fmla="*/ 657467 w 2855736"/>
              <a:gd name="connsiteY122" fmla="*/ 428267 h 516802"/>
              <a:gd name="connsiteX123" fmla="*/ 614787 w 2855736"/>
              <a:gd name="connsiteY123" fmla="*/ 295890 h 516802"/>
              <a:gd name="connsiteX124" fmla="*/ 627103 w 2855736"/>
              <a:gd name="connsiteY124" fmla="*/ 219826 h 516802"/>
              <a:gd name="connsiteX125" fmla="*/ 661959 w 2855736"/>
              <a:gd name="connsiteY125" fmla="*/ 162894 h 516802"/>
              <a:gd name="connsiteX126" fmla="*/ 715793 w 2855736"/>
              <a:gd name="connsiteY126" fmla="*/ 127341 h 516802"/>
              <a:gd name="connsiteX127" fmla="*/ 784576 w 2855736"/>
              <a:gd name="connsiteY127" fmla="*/ 115335 h 516802"/>
              <a:gd name="connsiteX128" fmla="*/ 2576886 w 2855736"/>
              <a:gd name="connsiteY128" fmla="*/ 97288 h 516802"/>
              <a:gd name="connsiteX129" fmla="*/ 2435834 w 2855736"/>
              <a:gd name="connsiteY129" fmla="*/ 238339 h 516802"/>
              <a:gd name="connsiteX130" fmla="*/ 2576886 w 2855736"/>
              <a:gd name="connsiteY130" fmla="*/ 379391 h 516802"/>
              <a:gd name="connsiteX131" fmla="*/ 2717938 w 2855736"/>
              <a:gd name="connsiteY131" fmla="*/ 238339 h 516802"/>
              <a:gd name="connsiteX132" fmla="*/ 2576886 w 2855736"/>
              <a:gd name="connsiteY132" fmla="*/ 97288 h 516802"/>
              <a:gd name="connsiteX133" fmla="*/ 2196642 w 2855736"/>
              <a:gd name="connsiteY133" fmla="*/ 10456 h 516802"/>
              <a:gd name="connsiteX134" fmla="*/ 2290522 w 2855736"/>
              <a:gd name="connsiteY134" fmla="*/ 10456 h 516802"/>
              <a:gd name="connsiteX135" fmla="*/ 2290522 w 2855736"/>
              <a:gd name="connsiteY135" fmla="*/ 466298 h 516802"/>
              <a:gd name="connsiteX136" fmla="*/ 2196642 w 2855736"/>
              <a:gd name="connsiteY136" fmla="*/ 466298 h 516802"/>
              <a:gd name="connsiteX137" fmla="*/ 986665 w 2855736"/>
              <a:gd name="connsiteY137" fmla="*/ 10456 h 516802"/>
              <a:gd name="connsiteX138" fmla="*/ 1080545 w 2855736"/>
              <a:gd name="connsiteY138" fmla="*/ 10456 h 516802"/>
              <a:gd name="connsiteX139" fmla="*/ 1080545 w 2855736"/>
              <a:gd name="connsiteY139" fmla="*/ 475593 h 516802"/>
              <a:gd name="connsiteX140" fmla="*/ 1065905 w 2855736"/>
              <a:gd name="connsiteY140" fmla="*/ 475593 h 516802"/>
              <a:gd name="connsiteX141" fmla="*/ 986665 w 2855736"/>
              <a:gd name="connsiteY141" fmla="*/ 394107 h 516802"/>
              <a:gd name="connsiteX142" fmla="*/ 476601 w 2855736"/>
              <a:gd name="connsiteY142" fmla="*/ 10456 h 516802"/>
              <a:gd name="connsiteX143" fmla="*/ 480087 w 2855736"/>
              <a:gd name="connsiteY143" fmla="*/ 10456 h 516802"/>
              <a:gd name="connsiteX144" fmla="*/ 569319 w 2855736"/>
              <a:gd name="connsiteY144" fmla="*/ 10456 h 516802"/>
              <a:gd name="connsiteX145" fmla="*/ 572882 w 2855736"/>
              <a:gd name="connsiteY145" fmla="*/ 10456 h 516802"/>
              <a:gd name="connsiteX146" fmla="*/ 572882 w 2855736"/>
              <a:gd name="connsiteY146" fmla="*/ 81330 h 516802"/>
              <a:gd name="connsiteX147" fmla="*/ 572882 w 2855736"/>
              <a:gd name="connsiteY147" fmla="*/ 84893 h 516802"/>
              <a:gd name="connsiteX148" fmla="*/ 569319 w 2855736"/>
              <a:gd name="connsiteY148" fmla="*/ 84893 h 516802"/>
              <a:gd name="connsiteX149" fmla="*/ 480087 w 2855736"/>
              <a:gd name="connsiteY149" fmla="*/ 84893 h 516802"/>
              <a:gd name="connsiteX150" fmla="*/ 476601 w 2855736"/>
              <a:gd name="connsiteY150" fmla="*/ 84893 h 516802"/>
              <a:gd name="connsiteX151" fmla="*/ 476601 w 2855736"/>
              <a:gd name="connsiteY151" fmla="*/ 81330 h 516802"/>
              <a:gd name="connsiteX152" fmla="*/ 58559 w 2855736"/>
              <a:gd name="connsiteY152" fmla="*/ 6331 h 516802"/>
              <a:gd name="connsiteX153" fmla="*/ 82648 w 2855736"/>
              <a:gd name="connsiteY153" fmla="*/ 20990 h 516802"/>
              <a:gd name="connsiteX154" fmla="*/ 326565 w 2855736"/>
              <a:gd name="connsiteY154" fmla="*/ 298911 h 516802"/>
              <a:gd name="connsiteX155" fmla="*/ 326565 w 2855736"/>
              <a:gd name="connsiteY155" fmla="*/ 10456 h 516802"/>
              <a:gd name="connsiteX156" fmla="*/ 421064 w 2855736"/>
              <a:gd name="connsiteY156" fmla="*/ 10456 h 516802"/>
              <a:gd name="connsiteX157" fmla="*/ 421064 w 2855736"/>
              <a:gd name="connsiteY157" fmla="*/ 424781 h 516802"/>
              <a:gd name="connsiteX158" fmla="*/ 390545 w 2855736"/>
              <a:gd name="connsiteY158" fmla="*/ 469397 h 516802"/>
              <a:gd name="connsiteX159" fmla="*/ 373814 w 2855736"/>
              <a:gd name="connsiteY159" fmla="*/ 472495 h 516802"/>
              <a:gd name="connsiteX160" fmla="*/ 338416 w 2855736"/>
              <a:gd name="connsiteY160" fmla="*/ 456461 h 516802"/>
              <a:gd name="connsiteX161" fmla="*/ 94499 w 2855736"/>
              <a:gd name="connsiteY161" fmla="*/ 178541 h 516802"/>
              <a:gd name="connsiteX162" fmla="*/ 94499 w 2855736"/>
              <a:gd name="connsiteY162" fmla="*/ 466298 h 516802"/>
              <a:gd name="connsiteX163" fmla="*/ 0 w 2855736"/>
              <a:gd name="connsiteY163" fmla="*/ 466298 h 516802"/>
              <a:gd name="connsiteX164" fmla="*/ 0 w 2855736"/>
              <a:gd name="connsiteY164" fmla="*/ 52748 h 516802"/>
              <a:gd name="connsiteX165" fmla="*/ 30519 w 2855736"/>
              <a:gd name="connsiteY165" fmla="*/ 8055 h 516802"/>
              <a:gd name="connsiteX166" fmla="*/ 58559 w 2855736"/>
              <a:gd name="connsiteY166" fmla="*/ 6331 h 516802"/>
              <a:gd name="connsiteX167" fmla="*/ 2576886 w 2855736"/>
              <a:gd name="connsiteY167" fmla="*/ 0 h 516802"/>
              <a:gd name="connsiteX168" fmla="*/ 2815303 w 2855736"/>
              <a:gd name="connsiteY168" fmla="*/ 238417 h 516802"/>
              <a:gd name="connsiteX169" fmla="*/ 2775489 w 2855736"/>
              <a:gd name="connsiteY169" fmla="*/ 370096 h 516802"/>
              <a:gd name="connsiteX170" fmla="*/ 2775412 w 2855736"/>
              <a:gd name="connsiteY170" fmla="*/ 370096 h 516802"/>
              <a:gd name="connsiteX171" fmla="*/ 2855736 w 2855736"/>
              <a:gd name="connsiteY171" fmla="*/ 450420 h 516802"/>
              <a:gd name="connsiteX172" fmla="*/ 2789354 w 2855736"/>
              <a:gd name="connsiteY172" fmla="*/ 516802 h 516802"/>
              <a:gd name="connsiteX173" fmla="*/ 2709108 w 2855736"/>
              <a:gd name="connsiteY173" fmla="*/ 436555 h 516802"/>
              <a:gd name="connsiteX174" fmla="*/ 2576886 w 2855736"/>
              <a:gd name="connsiteY174" fmla="*/ 476756 h 516802"/>
              <a:gd name="connsiteX175" fmla="*/ 2338469 w 2855736"/>
              <a:gd name="connsiteY175" fmla="*/ 238417 h 516802"/>
              <a:gd name="connsiteX176" fmla="*/ 2576886 w 2855736"/>
              <a:gd name="connsiteY176" fmla="*/ 0 h 516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</a:cxnLst>
            <a:rect l="l" t="t" r="r" b="b"/>
            <a:pathLst>
              <a:path w="2855736" h="516802">
                <a:moveTo>
                  <a:pt x="1628098" y="189308"/>
                </a:moveTo>
                <a:cubicBezTo>
                  <a:pt x="1616711" y="189308"/>
                  <a:pt x="1606719" y="191089"/>
                  <a:pt x="1598276" y="194730"/>
                </a:cubicBezTo>
                <a:cubicBezTo>
                  <a:pt x="1589833" y="198370"/>
                  <a:pt x="1582630" y="203328"/>
                  <a:pt x="1576820" y="209524"/>
                </a:cubicBezTo>
                <a:cubicBezTo>
                  <a:pt x="1571011" y="215798"/>
                  <a:pt x="1566441" y="223157"/>
                  <a:pt x="1563188" y="231368"/>
                </a:cubicBezTo>
                <a:lnTo>
                  <a:pt x="1563188" y="231290"/>
                </a:lnTo>
                <a:cubicBezTo>
                  <a:pt x="1560399" y="238571"/>
                  <a:pt x="1558618" y="246472"/>
                  <a:pt x="1557921" y="254838"/>
                </a:cubicBezTo>
                <a:lnTo>
                  <a:pt x="1694015" y="254838"/>
                </a:lnTo>
                <a:cubicBezTo>
                  <a:pt x="1693473" y="234621"/>
                  <a:pt x="1688128" y="218587"/>
                  <a:pt x="1678059" y="207201"/>
                </a:cubicBezTo>
                <a:cubicBezTo>
                  <a:pt x="1667524" y="195349"/>
                  <a:pt x="1650716" y="189308"/>
                  <a:pt x="1628098" y="189308"/>
                </a:cubicBezTo>
                <a:close/>
                <a:moveTo>
                  <a:pt x="782717" y="189308"/>
                </a:moveTo>
                <a:cubicBezTo>
                  <a:pt x="771330" y="189308"/>
                  <a:pt x="761338" y="191089"/>
                  <a:pt x="752895" y="194730"/>
                </a:cubicBezTo>
                <a:cubicBezTo>
                  <a:pt x="744452" y="198370"/>
                  <a:pt x="737249" y="203328"/>
                  <a:pt x="731439" y="209524"/>
                </a:cubicBezTo>
                <a:cubicBezTo>
                  <a:pt x="725630" y="215798"/>
                  <a:pt x="721060" y="223157"/>
                  <a:pt x="717807" y="231368"/>
                </a:cubicBezTo>
                <a:lnTo>
                  <a:pt x="717807" y="231290"/>
                </a:lnTo>
                <a:cubicBezTo>
                  <a:pt x="715018" y="238571"/>
                  <a:pt x="713237" y="246472"/>
                  <a:pt x="712539" y="254838"/>
                </a:cubicBezTo>
                <a:lnTo>
                  <a:pt x="848634" y="254838"/>
                </a:lnTo>
                <a:cubicBezTo>
                  <a:pt x="848092" y="234621"/>
                  <a:pt x="842747" y="218587"/>
                  <a:pt x="832677" y="207201"/>
                </a:cubicBezTo>
                <a:cubicBezTo>
                  <a:pt x="822143" y="195349"/>
                  <a:pt x="805335" y="189308"/>
                  <a:pt x="782717" y="189308"/>
                </a:cubicBezTo>
                <a:close/>
                <a:moveTo>
                  <a:pt x="476601" y="124553"/>
                </a:moveTo>
                <a:lnTo>
                  <a:pt x="480087" y="124553"/>
                </a:lnTo>
                <a:lnTo>
                  <a:pt x="569319" y="124553"/>
                </a:lnTo>
                <a:lnTo>
                  <a:pt x="572882" y="124553"/>
                </a:lnTo>
                <a:lnTo>
                  <a:pt x="572882" y="128116"/>
                </a:lnTo>
                <a:lnTo>
                  <a:pt x="572804" y="466299"/>
                </a:lnTo>
                <a:lnTo>
                  <a:pt x="569319" y="466299"/>
                </a:lnTo>
                <a:lnTo>
                  <a:pt x="480087" y="466299"/>
                </a:lnTo>
                <a:lnTo>
                  <a:pt x="476601" y="466299"/>
                </a:lnTo>
                <a:lnTo>
                  <a:pt x="476601" y="127496"/>
                </a:lnTo>
                <a:close/>
                <a:moveTo>
                  <a:pt x="2026544" y="116342"/>
                </a:moveTo>
                <a:cubicBezTo>
                  <a:pt x="2065195" y="116342"/>
                  <a:pt x="2094320" y="126721"/>
                  <a:pt x="2113220" y="147093"/>
                </a:cubicBezTo>
                <a:cubicBezTo>
                  <a:pt x="2132042" y="167465"/>
                  <a:pt x="2141569" y="199687"/>
                  <a:pt x="2141569" y="242832"/>
                </a:cubicBezTo>
                <a:lnTo>
                  <a:pt x="2141569" y="466376"/>
                </a:lnTo>
                <a:lnTo>
                  <a:pt x="2045366" y="466376"/>
                </a:lnTo>
                <a:lnTo>
                  <a:pt x="2045366" y="254992"/>
                </a:lnTo>
                <a:cubicBezTo>
                  <a:pt x="2045366" y="232762"/>
                  <a:pt x="2041183" y="217503"/>
                  <a:pt x="2033050" y="209757"/>
                </a:cubicBezTo>
                <a:cubicBezTo>
                  <a:pt x="2024840" y="201933"/>
                  <a:pt x="2013686" y="197983"/>
                  <a:pt x="1999820" y="197983"/>
                </a:cubicBezTo>
                <a:cubicBezTo>
                  <a:pt x="1988899" y="197983"/>
                  <a:pt x="1979371" y="199610"/>
                  <a:pt x="1971548" y="202786"/>
                </a:cubicBezTo>
                <a:cubicBezTo>
                  <a:pt x="1963647" y="205961"/>
                  <a:pt x="1956211" y="210764"/>
                  <a:pt x="1949472" y="216651"/>
                </a:cubicBezTo>
                <a:cubicBezTo>
                  <a:pt x="1943818" y="222305"/>
                  <a:pt x="1938938" y="229121"/>
                  <a:pt x="1935143" y="237022"/>
                </a:cubicBezTo>
                <a:cubicBezTo>
                  <a:pt x="1931347" y="244768"/>
                  <a:pt x="1929411" y="253366"/>
                  <a:pt x="1929411" y="262583"/>
                </a:cubicBezTo>
                <a:lnTo>
                  <a:pt x="1929411" y="466299"/>
                </a:lnTo>
                <a:lnTo>
                  <a:pt x="1833130" y="466299"/>
                </a:lnTo>
                <a:lnTo>
                  <a:pt x="1833130" y="124630"/>
                </a:lnTo>
                <a:lnTo>
                  <a:pt x="1926855" y="124630"/>
                </a:lnTo>
                <a:lnTo>
                  <a:pt x="1926855" y="165063"/>
                </a:lnTo>
                <a:cubicBezTo>
                  <a:pt x="1938938" y="149494"/>
                  <a:pt x="1952958" y="137798"/>
                  <a:pt x="1968605" y="130052"/>
                </a:cubicBezTo>
                <a:cubicBezTo>
                  <a:pt x="1987040" y="120989"/>
                  <a:pt x="2006559" y="116342"/>
                  <a:pt x="2026544" y="116342"/>
                </a:cubicBezTo>
                <a:close/>
                <a:moveTo>
                  <a:pt x="1272176" y="115490"/>
                </a:moveTo>
                <a:cubicBezTo>
                  <a:pt x="1298667" y="115490"/>
                  <a:pt x="1321285" y="118279"/>
                  <a:pt x="1339410" y="123623"/>
                </a:cubicBezTo>
                <a:cubicBezTo>
                  <a:pt x="1357613" y="129045"/>
                  <a:pt x="1372717" y="136404"/>
                  <a:pt x="1384258" y="145544"/>
                </a:cubicBezTo>
                <a:cubicBezTo>
                  <a:pt x="1389061" y="149339"/>
                  <a:pt x="1393321" y="153445"/>
                  <a:pt x="1397194" y="157860"/>
                </a:cubicBezTo>
                <a:cubicBezTo>
                  <a:pt x="1402693" y="164211"/>
                  <a:pt x="1407263" y="171183"/>
                  <a:pt x="1410749" y="178696"/>
                </a:cubicBezTo>
                <a:cubicBezTo>
                  <a:pt x="1412376" y="182259"/>
                  <a:pt x="1413925" y="185977"/>
                  <a:pt x="1415319" y="189695"/>
                </a:cubicBezTo>
                <a:cubicBezTo>
                  <a:pt x="1415629" y="190547"/>
                  <a:pt x="1415861" y="191322"/>
                  <a:pt x="1416171" y="192174"/>
                </a:cubicBezTo>
                <a:cubicBezTo>
                  <a:pt x="1419347" y="201934"/>
                  <a:pt x="1421516" y="212235"/>
                  <a:pt x="1422755" y="222847"/>
                </a:cubicBezTo>
                <a:cubicBezTo>
                  <a:pt x="1422910" y="224087"/>
                  <a:pt x="1422910" y="225403"/>
                  <a:pt x="1423065" y="226643"/>
                </a:cubicBezTo>
                <a:lnTo>
                  <a:pt x="1335382" y="226643"/>
                </a:lnTo>
                <a:cubicBezTo>
                  <a:pt x="1334762" y="223699"/>
                  <a:pt x="1333988" y="220988"/>
                  <a:pt x="1333058" y="218432"/>
                </a:cubicBezTo>
                <a:cubicBezTo>
                  <a:pt x="1329263" y="208905"/>
                  <a:pt x="1324615" y="203793"/>
                  <a:pt x="1318109" y="198835"/>
                </a:cubicBezTo>
                <a:cubicBezTo>
                  <a:pt x="1309201" y="192096"/>
                  <a:pt x="1294406" y="188688"/>
                  <a:pt x="1274035" y="188688"/>
                </a:cubicBezTo>
                <a:cubicBezTo>
                  <a:pt x="1262494" y="188688"/>
                  <a:pt x="1252734" y="189618"/>
                  <a:pt x="1245220" y="191477"/>
                </a:cubicBezTo>
                <a:cubicBezTo>
                  <a:pt x="1237784" y="193258"/>
                  <a:pt x="1231975" y="195582"/>
                  <a:pt x="1227870" y="198293"/>
                </a:cubicBezTo>
                <a:cubicBezTo>
                  <a:pt x="1223919" y="200927"/>
                  <a:pt x="1221131" y="203870"/>
                  <a:pt x="1219504" y="207123"/>
                </a:cubicBezTo>
                <a:cubicBezTo>
                  <a:pt x="1217878" y="210454"/>
                  <a:pt x="1217025" y="213630"/>
                  <a:pt x="1217025" y="216418"/>
                </a:cubicBezTo>
                <a:cubicBezTo>
                  <a:pt x="1217025" y="225946"/>
                  <a:pt x="1219814" y="232685"/>
                  <a:pt x="1225469" y="236867"/>
                </a:cubicBezTo>
                <a:cubicBezTo>
                  <a:pt x="1231588" y="241437"/>
                  <a:pt x="1244058" y="245388"/>
                  <a:pt x="1262494" y="248641"/>
                </a:cubicBezTo>
                <a:lnTo>
                  <a:pt x="1304553" y="255612"/>
                </a:lnTo>
                <a:cubicBezTo>
                  <a:pt x="1328023" y="259485"/>
                  <a:pt x="1350022" y="264442"/>
                  <a:pt x="1365513" y="270484"/>
                </a:cubicBezTo>
                <a:cubicBezTo>
                  <a:pt x="1381160" y="276526"/>
                  <a:pt x="1393863" y="284194"/>
                  <a:pt x="1403313" y="293179"/>
                </a:cubicBezTo>
                <a:cubicBezTo>
                  <a:pt x="1412840" y="302320"/>
                  <a:pt x="1419579" y="313241"/>
                  <a:pt x="1423375" y="325635"/>
                </a:cubicBezTo>
                <a:lnTo>
                  <a:pt x="1423375" y="325712"/>
                </a:lnTo>
                <a:cubicBezTo>
                  <a:pt x="1427093" y="337950"/>
                  <a:pt x="1428952" y="352203"/>
                  <a:pt x="1428952" y="368159"/>
                </a:cubicBezTo>
                <a:cubicBezTo>
                  <a:pt x="1428952" y="400537"/>
                  <a:pt x="1416481" y="426873"/>
                  <a:pt x="1391927" y="446392"/>
                </a:cubicBezTo>
                <a:cubicBezTo>
                  <a:pt x="1367605" y="465757"/>
                  <a:pt x="1329805" y="475516"/>
                  <a:pt x="1279534" y="475516"/>
                </a:cubicBezTo>
                <a:cubicBezTo>
                  <a:pt x="1259473" y="475516"/>
                  <a:pt x="1240031" y="473657"/>
                  <a:pt x="1221828" y="470017"/>
                </a:cubicBezTo>
                <a:cubicBezTo>
                  <a:pt x="1203470" y="466299"/>
                  <a:pt x="1186739" y="459870"/>
                  <a:pt x="1172255" y="450730"/>
                </a:cubicBezTo>
                <a:cubicBezTo>
                  <a:pt x="1157615" y="441590"/>
                  <a:pt x="1145454" y="429196"/>
                  <a:pt x="1136081" y="413937"/>
                </a:cubicBezTo>
                <a:cubicBezTo>
                  <a:pt x="1127251" y="399607"/>
                  <a:pt x="1121984" y="381559"/>
                  <a:pt x="1120280" y="360336"/>
                </a:cubicBezTo>
                <a:lnTo>
                  <a:pt x="1213230" y="360336"/>
                </a:lnTo>
                <a:cubicBezTo>
                  <a:pt x="1216561" y="375828"/>
                  <a:pt x="1223455" y="386207"/>
                  <a:pt x="1233911" y="391087"/>
                </a:cubicBezTo>
                <a:cubicBezTo>
                  <a:pt x="1246072" y="396819"/>
                  <a:pt x="1261022" y="399685"/>
                  <a:pt x="1278295" y="399685"/>
                </a:cubicBezTo>
                <a:cubicBezTo>
                  <a:pt x="1298744" y="399685"/>
                  <a:pt x="1313539" y="397129"/>
                  <a:pt x="1322059" y="392171"/>
                </a:cubicBezTo>
                <a:cubicBezTo>
                  <a:pt x="1330115" y="387524"/>
                  <a:pt x="1333988" y="380088"/>
                  <a:pt x="1333988" y="369398"/>
                </a:cubicBezTo>
                <a:cubicBezTo>
                  <a:pt x="1333988" y="361808"/>
                  <a:pt x="1331509" y="355224"/>
                  <a:pt x="1326319" y="349492"/>
                </a:cubicBezTo>
                <a:cubicBezTo>
                  <a:pt x="1321207" y="343760"/>
                  <a:pt x="1310828" y="339654"/>
                  <a:pt x="1295568" y="337253"/>
                </a:cubicBezTo>
                <a:lnTo>
                  <a:pt x="1247467" y="329585"/>
                </a:lnTo>
                <a:cubicBezTo>
                  <a:pt x="1206723" y="323156"/>
                  <a:pt x="1175818" y="311847"/>
                  <a:pt x="1155678" y="296045"/>
                </a:cubicBezTo>
                <a:cubicBezTo>
                  <a:pt x="1135152" y="279934"/>
                  <a:pt x="1124695" y="255302"/>
                  <a:pt x="1124695" y="222847"/>
                </a:cubicBezTo>
                <a:cubicBezTo>
                  <a:pt x="1124695" y="206194"/>
                  <a:pt x="1128336" y="191089"/>
                  <a:pt x="1135617" y="177844"/>
                </a:cubicBezTo>
                <a:cubicBezTo>
                  <a:pt x="1142820" y="164676"/>
                  <a:pt x="1153122" y="153367"/>
                  <a:pt x="1166290" y="144150"/>
                </a:cubicBezTo>
                <a:cubicBezTo>
                  <a:pt x="1179303" y="135010"/>
                  <a:pt x="1194950" y="127883"/>
                  <a:pt x="1212920" y="122926"/>
                </a:cubicBezTo>
                <a:cubicBezTo>
                  <a:pt x="1230813" y="117969"/>
                  <a:pt x="1250720" y="115490"/>
                  <a:pt x="1272176" y="115490"/>
                </a:cubicBezTo>
                <a:close/>
                <a:moveTo>
                  <a:pt x="1629957" y="115335"/>
                </a:moveTo>
                <a:cubicBezTo>
                  <a:pt x="1681776" y="115335"/>
                  <a:pt x="1721358" y="130517"/>
                  <a:pt x="1747616" y="160493"/>
                </a:cubicBezTo>
                <a:cubicBezTo>
                  <a:pt x="1773797" y="190315"/>
                  <a:pt x="1787043" y="230980"/>
                  <a:pt x="1787043" y="281328"/>
                </a:cubicBezTo>
                <a:lnTo>
                  <a:pt x="1787043" y="320522"/>
                </a:lnTo>
                <a:lnTo>
                  <a:pt x="1556526" y="320522"/>
                </a:lnTo>
                <a:cubicBezTo>
                  <a:pt x="1557843" y="344612"/>
                  <a:pt x="1564350" y="363744"/>
                  <a:pt x="1575968" y="377454"/>
                </a:cubicBezTo>
                <a:cubicBezTo>
                  <a:pt x="1587974" y="391629"/>
                  <a:pt x="1606332" y="398833"/>
                  <a:pt x="1630654" y="398833"/>
                </a:cubicBezTo>
                <a:cubicBezTo>
                  <a:pt x="1662954" y="398833"/>
                  <a:pt x="1682009" y="386207"/>
                  <a:pt x="1688825" y="360181"/>
                </a:cubicBezTo>
                <a:lnTo>
                  <a:pt x="1688903" y="360181"/>
                </a:lnTo>
                <a:lnTo>
                  <a:pt x="1782937" y="360181"/>
                </a:lnTo>
                <a:cubicBezTo>
                  <a:pt x="1776663" y="397361"/>
                  <a:pt x="1761249" y="426098"/>
                  <a:pt x="1737082" y="445540"/>
                </a:cubicBezTo>
                <a:cubicBezTo>
                  <a:pt x="1712527" y="465292"/>
                  <a:pt x="1676509" y="475284"/>
                  <a:pt x="1630034" y="475284"/>
                </a:cubicBezTo>
                <a:cubicBezTo>
                  <a:pt x="1574032" y="475284"/>
                  <a:pt x="1531197" y="459482"/>
                  <a:pt x="1502848" y="428267"/>
                </a:cubicBezTo>
                <a:cubicBezTo>
                  <a:pt x="1474498" y="397129"/>
                  <a:pt x="1460168" y="352590"/>
                  <a:pt x="1460168" y="295890"/>
                </a:cubicBezTo>
                <a:cubicBezTo>
                  <a:pt x="1460168" y="267618"/>
                  <a:pt x="1464273" y="241979"/>
                  <a:pt x="1472484" y="219826"/>
                </a:cubicBezTo>
                <a:cubicBezTo>
                  <a:pt x="1480695" y="197673"/>
                  <a:pt x="1492391" y="178464"/>
                  <a:pt x="1507340" y="162894"/>
                </a:cubicBezTo>
                <a:cubicBezTo>
                  <a:pt x="1522290" y="147325"/>
                  <a:pt x="1540415" y="135397"/>
                  <a:pt x="1561174" y="127341"/>
                </a:cubicBezTo>
                <a:cubicBezTo>
                  <a:pt x="1581855" y="119363"/>
                  <a:pt x="1605015" y="115335"/>
                  <a:pt x="1629957" y="115335"/>
                </a:cubicBezTo>
                <a:close/>
                <a:moveTo>
                  <a:pt x="784576" y="115335"/>
                </a:moveTo>
                <a:cubicBezTo>
                  <a:pt x="836395" y="115335"/>
                  <a:pt x="875977" y="130517"/>
                  <a:pt x="902235" y="160493"/>
                </a:cubicBezTo>
                <a:cubicBezTo>
                  <a:pt x="928416" y="190315"/>
                  <a:pt x="941661" y="230980"/>
                  <a:pt x="941661" y="281328"/>
                </a:cubicBezTo>
                <a:lnTo>
                  <a:pt x="941661" y="320522"/>
                </a:lnTo>
                <a:lnTo>
                  <a:pt x="711145" y="320522"/>
                </a:lnTo>
                <a:cubicBezTo>
                  <a:pt x="712462" y="344612"/>
                  <a:pt x="718969" y="363744"/>
                  <a:pt x="730587" y="377454"/>
                </a:cubicBezTo>
                <a:cubicBezTo>
                  <a:pt x="742593" y="391629"/>
                  <a:pt x="760951" y="398833"/>
                  <a:pt x="785273" y="398833"/>
                </a:cubicBezTo>
                <a:cubicBezTo>
                  <a:pt x="817573" y="398833"/>
                  <a:pt x="836628" y="386207"/>
                  <a:pt x="843444" y="360181"/>
                </a:cubicBezTo>
                <a:lnTo>
                  <a:pt x="843522" y="360181"/>
                </a:lnTo>
                <a:lnTo>
                  <a:pt x="937556" y="360181"/>
                </a:lnTo>
                <a:cubicBezTo>
                  <a:pt x="931282" y="397361"/>
                  <a:pt x="915868" y="426098"/>
                  <a:pt x="891701" y="445540"/>
                </a:cubicBezTo>
                <a:cubicBezTo>
                  <a:pt x="867146" y="465292"/>
                  <a:pt x="831128" y="475284"/>
                  <a:pt x="784653" y="475284"/>
                </a:cubicBezTo>
                <a:cubicBezTo>
                  <a:pt x="728651" y="475284"/>
                  <a:pt x="685816" y="459482"/>
                  <a:pt x="657467" y="428267"/>
                </a:cubicBezTo>
                <a:cubicBezTo>
                  <a:pt x="629117" y="397129"/>
                  <a:pt x="614787" y="352590"/>
                  <a:pt x="614787" y="295890"/>
                </a:cubicBezTo>
                <a:cubicBezTo>
                  <a:pt x="614787" y="267618"/>
                  <a:pt x="618892" y="241979"/>
                  <a:pt x="627103" y="219826"/>
                </a:cubicBezTo>
                <a:cubicBezTo>
                  <a:pt x="635313" y="197673"/>
                  <a:pt x="647010" y="178464"/>
                  <a:pt x="661959" y="162894"/>
                </a:cubicBezTo>
                <a:cubicBezTo>
                  <a:pt x="676909" y="147325"/>
                  <a:pt x="695034" y="135397"/>
                  <a:pt x="715793" y="127341"/>
                </a:cubicBezTo>
                <a:cubicBezTo>
                  <a:pt x="736474" y="119363"/>
                  <a:pt x="759634" y="115335"/>
                  <a:pt x="784576" y="115335"/>
                </a:cubicBezTo>
                <a:close/>
                <a:moveTo>
                  <a:pt x="2576886" y="97288"/>
                </a:moveTo>
                <a:cubicBezTo>
                  <a:pt x="2499118" y="97288"/>
                  <a:pt x="2435834" y="160571"/>
                  <a:pt x="2435834" y="238339"/>
                </a:cubicBezTo>
                <a:cubicBezTo>
                  <a:pt x="2435834" y="316108"/>
                  <a:pt x="2499118" y="379391"/>
                  <a:pt x="2576886" y="379391"/>
                </a:cubicBezTo>
                <a:cubicBezTo>
                  <a:pt x="2654654" y="379391"/>
                  <a:pt x="2717938" y="316108"/>
                  <a:pt x="2717938" y="238339"/>
                </a:cubicBezTo>
                <a:cubicBezTo>
                  <a:pt x="2717938" y="160571"/>
                  <a:pt x="2654654" y="97288"/>
                  <a:pt x="2576886" y="97288"/>
                </a:cubicBezTo>
                <a:close/>
                <a:moveTo>
                  <a:pt x="2196642" y="10456"/>
                </a:moveTo>
                <a:lnTo>
                  <a:pt x="2290522" y="10456"/>
                </a:lnTo>
                <a:lnTo>
                  <a:pt x="2290522" y="466298"/>
                </a:lnTo>
                <a:lnTo>
                  <a:pt x="2196642" y="466298"/>
                </a:lnTo>
                <a:close/>
                <a:moveTo>
                  <a:pt x="986665" y="10456"/>
                </a:moveTo>
                <a:lnTo>
                  <a:pt x="1080545" y="10456"/>
                </a:lnTo>
                <a:lnTo>
                  <a:pt x="1080545" y="475593"/>
                </a:lnTo>
                <a:lnTo>
                  <a:pt x="1065905" y="475593"/>
                </a:lnTo>
                <a:cubicBezTo>
                  <a:pt x="1022063" y="475129"/>
                  <a:pt x="986665" y="438878"/>
                  <a:pt x="986665" y="394107"/>
                </a:cubicBezTo>
                <a:close/>
                <a:moveTo>
                  <a:pt x="476601" y="10456"/>
                </a:moveTo>
                <a:lnTo>
                  <a:pt x="480087" y="10456"/>
                </a:lnTo>
                <a:lnTo>
                  <a:pt x="569319" y="10456"/>
                </a:lnTo>
                <a:lnTo>
                  <a:pt x="572882" y="10456"/>
                </a:lnTo>
                <a:lnTo>
                  <a:pt x="572882" y="81330"/>
                </a:lnTo>
                <a:lnTo>
                  <a:pt x="572882" y="84893"/>
                </a:lnTo>
                <a:lnTo>
                  <a:pt x="569319" y="84893"/>
                </a:lnTo>
                <a:lnTo>
                  <a:pt x="480087" y="84893"/>
                </a:lnTo>
                <a:lnTo>
                  <a:pt x="476601" y="84893"/>
                </a:lnTo>
                <a:lnTo>
                  <a:pt x="476601" y="81330"/>
                </a:lnTo>
                <a:close/>
                <a:moveTo>
                  <a:pt x="58559" y="6331"/>
                </a:moveTo>
                <a:cubicBezTo>
                  <a:pt x="67660" y="8597"/>
                  <a:pt x="76103" y="13593"/>
                  <a:pt x="82648" y="20990"/>
                </a:cubicBezTo>
                <a:lnTo>
                  <a:pt x="326565" y="298911"/>
                </a:lnTo>
                <a:lnTo>
                  <a:pt x="326565" y="10456"/>
                </a:lnTo>
                <a:lnTo>
                  <a:pt x="421064" y="10456"/>
                </a:lnTo>
                <a:lnTo>
                  <a:pt x="421064" y="424781"/>
                </a:lnTo>
                <a:cubicBezTo>
                  <a:pt x="421064" y="444610"/>
                  <a:pt x="408903" y="462348"/>
                  <a:pt x="390545" y="469397"/>
                </a:cubicBezTo>
                <a:cubicBezTo>
                  <a:pt x="385123" y="471488"/>
                  <a:pt x="379391" y="472495"/>
                  <a:pt x="373814" y="472495"/>
                </a:cubicBezTo>
                <a:cubicBezTo>
                  <a:pt x="360491" y="472495"/>
                  <a:pt x="347556" y="466918"/>
                  <a:pt x="338416" y="456461"/>
                </a:cubicBezTo>
                <a:lnTo>
                  <a:pt x="94499" y="178541"/>
                </a:lnTo>
                <a:lnTo>
                  <a:pt x="94499" y="466298"/>
                </a:lnTo>
                <a:lnTo>
                  <a:pt x="0" y="466298"/>
                </a:lnTo>
                <a:lnTo>
                  <a:pt x="0" y="52748"/>
                </a:lnTo>
                <a:cubicBezTo>
                  <a:pt x="0" y="32841"/>
                  <a:pt x="12161" y="15103"/>
                  <a:pt x="30519" y="8055"/>
                </a:cubicBezTo>
                <a:cubicBezTo>
                  <a:pt x="39698" y="4530"/>
                  <a:pt x="49457" y="4066"/>
                  <a:pt x="58559" y="6331"/>
                </a:cubicBezTo>
                <a:close/>
                <a:moveTo>
                  <a:pt x="2576886" y="0"/>
                </a:moveTo>
                <a:cubicBezTo>
                  <a:pt x="2708333" y="0"/>
                  <a:pt x="2815303" y="106970"/>
                  <a:pt x="2815303" y="238417"/>
                </a:cubicBezTo>
                <a:cubicBezTo>
                  <a:pt x="2815303" y="287061"/>
                  <a:pt x="2800586" y="332296"/>
                  <a:pt x="2775489" y="370096"/>
                </a:cubicBezTo>
                <a:lnTo>
                  <a:pt x="2775412" y="370096"/>
                </a:lnTo>
                <a:lnTo>
                  <a:pt x="2855736" y="450420"/>
                </a:lnTo>
                <a:lnTo>
                  <a:pt x="2789354" y="516802"/>
                </a:lnTo>
                <a:lnTo>
                  <a:pt x="2709108" y="436555"/>
                </a:lnTo>
                <a:cubicBezTo>
                  <a:pt x="2671230" y="461962"/>
                  <a:pt x="2625762" y="476756"/>
                  <a:pt x="2576886" y="476756"/>
                </a:cubicBezTo>
                <a:cubicBezTo>
                  <a:pt x="2445439" y="476756"/>
                  <a:pt x="2338469" y="369864"/>
                  <a:pt x="2338469" y="238417"/>
                </a:cubicBezTo>
                <a:cubicBezTo>
                  <a:pt x="2338469" y="106970"/>
                  <a:pt x="2445439" y="0"/>
                  <a:pt x="2576886" y="0"/>
                </a:cubicBezTo>
                <a:close/>
              </a:path>
            </a:pathLst>
          </a:custGeom>
          <a:solidFill>
            <a:schemeClr val="tx2"/>
          </a:solidFill>
          <a:ln w="774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11" name="NielsenIQ GFK lockup" hidden="1">
            <a:extLst>
              <a:ext uri="{FF2B5EF4-FFF2-40B4-BE49-F238E27FC236}">
                <a16:creationId xmlns:a16="http://schemas.microsoft.com/office/drawing/2014/main" id="{F5A22785-6BE6-D1CC-4D14-4C9F4152DA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86122" y="321743"/>
            <a:ext cx="3377876" cy="753596"/>
          </a:xfrm>
          <a:prstGeom prst="rect">
            <a:avLst/>
          </a:prstGeom>
        </p:spPr>
      </p:pic>
      <p:pic>
        <p:nvPicPr>
          <p:cNvPr id="12" name="NielsenIQ logo+wordmark" hidden="1">
            <a:extLst>
              <a:ext uri="{FF2B5EF4-FFF2-40B4-BE49-F238E27FC236}">
                <a16:creationId xmlns:a16="http://schemas.microsoft.com/office/drawing/2014/main" id="{8189DD20-160D-9FA4-6050-54CA5964479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" r="59"/>
          <a:stretch/>
        </p:blipFill>
        <p:spPr>
          <a:xfrm>
            <a:off x="288558" y="305205"/>
            <a:ext cx="2211753" cy="763139"/>
          </a:xfrm>
          <a:prstGeom prst="rect">
            <a:avLst/>
          </a:prstGeom>
        </p:spPr>
      </p:pic>
      <p:pic>
        <p:nvPicPr>
          <p:cNvPr id="13" name="powered by GfK intelligence" hidden="1">
            <a:extLst>
              <a:ext uri="{FF2B5EF4-FFF2-40B4-BE49-F238E27FC236}">
                <a16:creationId xmlns:a16="http://schemas.microsoft.com/office/drawing/2014/main" id="{94326E94-3473-0A32-8270-85A1BAF14CC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144014" y="491055"/>
            <a:ext cx="2752712" cy="42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048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tatic Dark Bkgd">
            <a:extLst>
              <a:ext uri="{FF2B5EF4-FFF2-40B4-BE49-F238E27FC236}">
                <a16:creationId xmlns:a16="http://schemas.microsoft.com/office/drawing/2014/main" id="{C44FA2BA-550D-EDA0-ABAB-D662C16F13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A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Horizontal Rule">
            <a:extLst>
              <a:ext uri="{FF2B5EF4-FFF2-40B4-BE49-F238E27FC236}">
                <a16:creationId xmlns:a16="http://schemas.microsoft.com/office/drawing/2014/main" id="{429C2072-EE2B-A064-5CA2-6097546F935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292100" y="1364752"/>
            <a:ext cx="116078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fidential disclaimer">
            <a:extLst>
              <a:ext uri="{FF2B5EF4-FFF2-40B4-BE49-F238E27FC236}">
                <a16:creationId xmlns:a16="http://schemas.microsoft.com/office/drawing/2014/main" id="{15979AA9-9DD3-3AAB-213C-8B9A6FF3D1D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798636" y="6573016"/>
            <a:ext cx="1101264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Confidential and proprietary</a:t>
            </a:r>
          </a:p>
        </p:txBody>
      </p:sp>
      <p:sp>
        <p:nvSpPr>
          <p:cNvPr id="15" name="Copyright Line">
            <a:extLst>
              <a:ext uri="{FF2B5EF4-FFF2-40B4-BE49-F238E27FC236}">
                <a16:creationId xmlns:a16="http://schemas.microsoft.com/office/drawing/2014/main" id="{D439B148-E719-27C3-3403-978BEDC13EC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88558" y="6536553"/>
            <a:ext cx="2458455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>
                <a:solidFill>
                  <a:srgbClr val="BBBBBB"/>
                </a:solidFill>
                <a:latin typeface="+mn-lt"/>
                <a:ea typeface="+mn-ea"/>
                <a:cs typeface="+mn-cs"/>
              </a:rPr>
              <a:t>© </a:t>
            </a:r>
            <a:fld id="{8BFAE56B-6D08-4B3F-AB76-3783A8251C9C}" type="datetimeyyyy">
              <a:rPr lang="en-US" sz="700" kern="1200" smtClean="0">
                <a:solidFill>
                  <a:srgbClr val="BBBBBB"/>
                </a:solidFill>
                <a:latin typeface="+mn-lt"/>
                <a:ea typeface="+mn-ea"/>
                <a:cs typeface="+mn-cs"/>
              </a:rPr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</a:t>
            </a:fld>
            <a:r>
              <a:rPr lang="en-US" sz="700" kern="1200">
                <a:solidFill>
                  <a:srgbClr val="BBBBBB"/>
                </a:solidFill>
                <a:latin typeface="+mn-lt"/>
                <a:ea typeface="+mn-ea"/>
                <a:cs typeface="+mn-cs"/>
              </a:rPr>
              <a:t> Nielsen Consumer LLC. All Rights Reserved.</a:t>
            </a:r>
          </a:p>
        </p:txBody>
      </p:sp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671A6FA9-FE3E-4211-C84B-88F574FE85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3"/>
          </p:nvPr>
        </p:nvSpPr>
        <p:spPr>
          <a:xfrm>
            <a:off x="3251200" y="6485399"/>
            <a:ext cx="3716336" cy="282957"/>
          </a:xfrm>
          <a:solidFill>
            <a:schemeClr val="tx2"/>
          </a:solidFill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Date Placeholder">
            <a:extLst>
              <a:ext uri="{FF2B5EF4-FFF2-40B4-BE49-F238E27FC236}">
                <a16:creationId xmlns:a16="http://schemas.microsoft.com/office/drawing/2014/main" id="{34C6756D-B2C7-2A2B-E9A7-BB5F5972C7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2"/>
          </p:nvPr>
        </p:nvSpPr>
        <p:spPr>
          <a:xfrm>
            <a:off x="292100" y="6073688"/>
            <a:ext cx="1744664" cy="282957"/>
          </a:xfrm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19" name="Title/Dept Placeholder">
            <a:extLst>
              <a:ext uri="{FF2B5EF4-FFF2-40B4-BE49-F238E27FC236}">
                <a16:creationId xmlns:a16="http://schemas.microsoft.com/office/drawing/2014/main" id="{6942A971-1821-DF95-6B7B-A7991E06FA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 hasCustomPrompt="1"/>
          </p:nvPr>
        </p:nvSpPr>
        <p:spPr>
          <a:xfrm>
            <a:off x="292100" y="5562225"/>
            <a:ext cx="8625842" cy="344385"/>
          </a:xfrm>
        </p:spPr>
        <p:txBody>
          <a:bodyPr t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FFFFFF"/>
                </a:solidFill>
              </a:defRPr>
            </a:lvl1pPr>
            <a:lvl2pPr marL="457200" indent="0">
              <a:buNone/>
              <a:defRPr sz="1200" b="1">
                <a:solidFill>
                  <a:schemeClr val="bg1"/>
                </a:solidFill>
              </a:defRPr>
            </a:lvl2pPr>
            <a:lvl3pPr marL="914400" indent="0">
              <a:buNone/>
              <a:defRPr sz="1200" b="1">
                <a:solidFill>
                  <a:schemeClr val="bg1"/>
                </a:solidFill>
              </a:defRPr>
            </a:lvl3pPr>
            <a:lvl4pPr marL="1371600" indent="0">
              <a:buNone/>
              <a:defRPr sz="1200" b="1">
                <a:solidFill>
                  <a:schemeClr val="bg1"/>
                </a:solidFill>
              </a:defRPr>
            </a:lvl4pPr>
            <a:lvl5pPr marL="1828800" indent="0">
              <a:buNone/>
              <a:defRPr sz="1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Title/Department</a:t>
            </a:r>
          </a:p>
        </p:txBody>
      </p:sp>
      <p:sp>
        <p:nvSpPr>
          <p:cNvPr id="18" name="Presenter Name Placeholder">
            <a:extLst>
              <a:ext uri="{FF2B5EF4-FFF2-40B4-BE49-F238E27FC236}">
                <a16:creationId xmlns:a16="http://schemas.microsoft.com/office/drawing/2014/main" id="{4D8E56BE-097F-EB4E-3287-BD1DCBFF48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292100" y="5194091"/>
            <a:ext cx="8625841" cy="344384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FFFFF"/>
                </a:solidFill>
              </a:defRPr>
            </a:lvl1pPr>
            <a:lvl2pPr marL="457200" indent="0">
              <a:buNone/>
              <a:defRPr sz="1200" b="1">
                <a:solidFill>
                  <a:schemeClr val="bg1"/>
                </a:solidFill>
              </a:defRPr>
            </a:lvl2pPr>
            <a:lvl3pPr marL="914400" indent="0">
              <a:buNone/>
              <a:defRPr sz="1200" b="1">
                <a:solidFill>
                  <a:schemeClr val="bg1"/>
                </a:solidFill>
              </a:defRPr>
            </a:lvl3pPr>
            <a:lvl4pPr marL="1371600" indent="0">
              <a:buNone/>
              <a:defRPr sz="1200" b="1">
                <a:solidFill>
                  <a:schemeClr val="bg1"/>
                </a:solidFill>
              </a:defRPr>
            </a:lvl4pPr>
            <a:lvl5pPr marL="1828800" indent="0">
              <a:buNone/>
              <a:defRPr sz="1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name Last name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D952C9CE-AA03-A24B-BBD9-8EA2482DC5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>
            <a:off x="292100" y="4151030"/>
            <a:ext cx="8625840" cy="83788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5F151AF7-737A-1648-9BC4-B9D881179F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292100" y="1671355"/>
            <a:ext cx="8625840" cy="23876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5400">
                <a:solidFill>
                  <a:srgbClr val="FFFFFF"/>
                </a:solidFill>
              </a:defRPr>
            </a:lvl1pPr>
          </a:lstStyle>
          <a:p>
            <a:r>
              <a:rPr lang="en-US"/>
              <a:t>Insert your presentation title here maximum of three lines</a:t>
            </a:r>
          </a:p>
        </p:txBody>
      </p:sp>
      <p:sp>
        <p:nvSpPr>
          <p:cNvPr id="29" name="Nielsen wordmark">
            <a:extLst>
              <a:ext uri="{FF2B5EF4-FFF2-40B4-BE49-F238E27FC236}">
                <a16:creationId xmlns:a16="http://schemas.microsoft.com/office/drawing/2014/main" id="{13BABF1A-762D-EA47-F98A-80130C8266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95274" y="443156"/>
            <a:ext cx="2855736" cy="516802"/>
          </a:xfrm>
          <a:custGeom>
            <a:avLst/>
            <a:gdLst>
              <a:gd name="connsiteX0" fmla="*/ 1628098 w 2855736"/>
              <a:gd name="connsiteY0" fmla="*/ 189308 h 516802"/>
              <a:gd name="connsiteX1" fmla="*/ 1598276 w 2855736"/>
              <a:gd name="connsiteY1" fmla="*/ 194730 h 516802"/>
              <a:gd name="connsiteX2" fmla="*/ 1576820 w 2855736"/>
              <a:gd name="connsiteY2" fmla="*/ 209524 h 516802"/>
              <a:gd name="connsiteX3" fmla="*/ 1563188 w 2855736"/>
              <a:gd name="connsiteY3" fmla="*/ 231368 h 516802"/>
              <a:gd name="connsiteX4" fmla="*/ 1563188 w 2855736"/>
              <a:gd name="connsiteY4" fmla="*/ 231290 h 516802"/>
              <a:gd name="connsiteX5" fmla="*/ 1557921 w 2855736"/>
              <a:gd name="connsiteY5" fmla="*/ 254838 h 516802"/>
              <a:gd name="connsiteX6" fmla="*/ 1694015 w 2855736"/>
              <a:gd name="connsiteY6" fmla="*/ 254838 h 516802"/>
              <a:gd name="connsiteX7" fmla="*/ 1678059 w 2855736"/>
              <a:gd name="connsiteY7" fmla="*/ 207201 h 516802"/>
              <a:gd name="connsiteX8" fmla="*/ 1628098 w 2855736"/>
              <a:gd name="connsiteY8" fmla="*/ 189308 h 516802"/>
              <a:gd name="connsiteX9" fmla="*/ 782717 w 2855736"/>
              <a:gd name="connsiteY9" fmla="*/ 189308 h 516802"/>
              <a:gd name="connsiteX10" fmla="*/ 752895 w 2855736"/>
              <a:gd name="connsiteY10" fmla="*/ 194730 h 516802"/>
              <a:gd name="connsiteX11" fmla="*/ 731439 w 2855736"/>
              <a:gd name="connsiteY11" fmla="*/ 209524 h 516802"/>
              <a:gd name="connsiteX12" fmla="*/ 717807 w 2855736"/>
              <a:gd name="connsiteY12" fmla="*/ 231368 h 516802"/>
              <a:gd name="connsiteX13" fmla="*/ 717807 w 2855736"/>
              <a:gd name="connsiteY13" fmla="*/ 231290 h 516802"/>
              <a:gd name="connsiteX14" fmla="*/ 712539 w 2855736"/>
              <a:gd name="connsiteY14" fmla="*/ 254838 h 516802"/>
              <a:gd name="connsiteX15" fmla="*/ 848634 w 2855736"/>
              <a:gd name="connsiteY15" fmla="*/ 254838 h 516802"/>
              <a:gd name="connsiteX16" fmla="*/ 832677 w 2855736"/>
              <a:gd name="connsiteY16" fmla="*/ 207201 h 516802"/>
              <a:gd name="connsiteX17" fmla="*/ 782717 w 2855736"/>
              <a:gd name="connsiteY17" fmla="*/ 189308 h 516802"/>
              <a:gd name="connsiteX18" fmla="*/ 476601 w 2855736"/>
              <a:gd name="connsiteY18" fmla="*/ 124553 h 516802"/>
              <a:gd name="connsiteX19" fmla="*/ 480087 w 2855736"/>
              <a:gd name="connsiteY19" fmla="*/ 124553 h 516802"/>
              <a:gd name="connsiteX20" fmla="*/ 569319 w 2855736"/>
              <a:gd name="connsiteY20" fmla="*/ 124553 h 516802"/>
              <a:gd name="connsiteX21" fmla="*/ 572882 w 2855736"/>
              <a:gd name="connsiteY21" fmla="*/ 124553 h 516802"/>
              <a:gd name="connsiteX22" fmla="*/ 572882 w 2855736"/>
              <a:gd name="connsiteY22" fmla="*/ 128116 h 516802"/>
              <a:gd name="connsiteX23" fmla="*/ 572804 w 2855736"/>
              <a:gd name="connsiteY23" fmla="*/ 466299 h 516802"/>
              <a:gd name="connsiteX24" fmla="*/ 569319 w 2855736"/>
              <a:gd name="connsiteY24" fmla="*/ 466299 h 516802"/>
              <a:gd name="connsiteX25" fmla="*/ 480087 w 2855736"/>
              <a:gd name="connsiteY25" fmla="*/ 466299 h 516802"/>
              <a:gd name="connsiteX26" fmla="*/ 476601 w 2855736"/>
              <a:gd name="connsiteY26" fmla="*/ 466299 h 516802"/>
              <a:gd name="connsiteX27" fmla="*/ 476601 w 2855736"/>
              <a:gd name="connsiteY27" fmla="*/ 127496 h 516802"/>
              <a:gd name="connsiteX28" fmla="*/ 2026544 w 2855736"/>
              <a:gd name="connsiteY28" fmla="*/ 116342 h 516802"/>
              <a:gd name="connsiteX29" fmla="*/ 2113220 w 2855736"/>
              <a:gd name="connsiteY29" fmla="*/ 147093 h 516802"/>
              <a:gd name="connsiteX30" fmla="*/ 2141569 w 2855736"/>
              <a:gd name="connsiteY30" fmla="*/ 242832 h 516802"/>
              <a:gd name="connsiteX31" fmla="*/ 2141569 w 2855736"/>
              <a:gd name="connsiteY31" fmla="*/ 466376 h 516802"/>
              <a:gd name="connsiteX32" fmla="*/ 2045366 w 2855736"/>
              <a:gd name="connsiteY32" fmla="*/ 466376 h 516802"/>
              <a:gd name="connsiteX33" fmla="*/ 2045366 w 2855736"/>
              <a:gd name="connsiteY33" fmla="*/ 254992 h 516802"/>
              <a:gd name="connsiteX34" fmla="*/ 2033050 w 2855736"/>
              <a:gd name="connsiteY34" fmla="*/ 209757 h 516802"/>
              <a:gd name="connsiteX35" fmla="*/ 1999820 w 2855736"/>
              <a:gd name="connsiteY35" fmla="*/ 197983 h 516802"/>
              <a:gd name="connsiteX36" fmla="*/ 1971548 w 2855736"/>
              <a:gd name="connsiteY36" fmla="*/ 202786 h 516802"/>
              <a:gd name="connsiteX37" fmla="*/ 1949472 w 2855736"/>
              <a:gd name="connsiteY37" fmla="*/ 216651 h 516802"/>
              <a:gd name="connsiteX38" fmla="*/ 1935143 w 2855736"/>
              <a:gd name="connsiteY38" fmla="*/ 237022 h 516802"/>
              <a:gd name="connsiteX39" fmla="*/ 1929411 w 2855736"/>
              <a:gd name="connsiteY39" fmla="*/ 262583 h 516802"/>
              <a:gd name="connsiteX40" fmla="*/ 1929411 w 2855736"/>
              <a:gd name="connsiteY40" fmla="*/ 466299 h 516802"/>
              <a:gd name="connsiteX41" fmla="*/ 1833130 w 2855736"/>
              <a:gd name="connsiteY41" fmla="*/ 466299 h 516802"/>
              <a:gd name="connsiteX42" fmla="*/ 1833130 w 2855736"/>
              <a:gd name="connsiteY42" fmla="*/ 124630 h 516802"/>
              <a:gd name="connsiteX43" fmla="*/ 1926855 w 2855736"/>
              <a:gd name="connsiteY43" fmla="*/ 124630 h 516802"/>
              <a:gd name="connsiteX44" fmla="*/ 1926855 w 2855736"/>
              <a:gd name="connsiteY44" fmla="*/ 165063 h 516802"/>
              <a:gd name="connsiteX45" fmla="*/ 1968605 w 2855736"/>
              <a:gd name="connsiteY45" fmla="*/ 130052 h 516802"/>
              <a:gd name="connsiteX46" fmla="*/ 2026544 w 2855736"/>
              <a:gd name="connsiteY46" fmla="*/ 116342 h 516802"/>
              <a:gd name="connsiteX47" fmla="*/ 1272176 w 2855736"/>
              <a:gd name="connsiteY47" fmla="*/ 115490 h 516802"/>
              <a:gd name="connsiteX48" fmla="*/ 1339410 w 2855736"/>
              <a:gd name="connsiteY48" fmla="*/ 123623 h 516802"/>
              <a:gd name="connsiteX49" fmla="*/ 1384258 w 2855736"/>
              <a:gd name="connsiteY49" fmla="*/ 145544 h 516802"/>
              <a:gd name="connsiteX50" fmla="*/ 1397194 w 2855736"/>
              <a:gd name="connsiteY50" fmla="*/ 157860 h 516802"/>
              <a:gd name="connsiteX51" fmla="*/ 1410749 w 2855736"/>
              <a:gd name="connsiteY51" fmla="*/ 178696 h 516802"/>
              <a:gd name="connsiteX52" fmla="*/ 1415319 w 2855736"/>
              <a:gd name="connsiteY52" fmla="*/ 189695 h 516802"/>
              <a:gd name="connsiteX53" fmla="*/ 1416171 w 2855736"/>
              <a:gd name="connsiteY53" fmla="*/ 192174 h 516802"/>
              <a:gd name="connsiteX54" fmla="*/ 1422755 w 2855736"/>
              <a:gd name="connsiteY54" fmla="*/ 222847 h 516802"/>
              <a:gd name="connsiteX55" fmla="*/ 1423065 w 2855736"/>
              <a:gd name="connsiteY55" fmla="*/ 226643 h 516802"/>
              <a:gd name="connsiteX56" fmla="*/ 1335382 w 2855736"/>
              <a:gd name="connsiteY56" fmla="*/ 226643 h 516802"/>
              <a:gd name="connsiteX57" fmla="*/ 1333058 w 2855736"/>
              <a:gd name="connsiteY57" fmla="*/ 218432 h 516802"/>
              <a:gd name="connsiteX58" fmla="*/ 1318109 w 2855736"/>
              <a:gd name="connsiteY58" fmla="*/ 198835 h 516802"/>
              <a:gd name="connsiteX59" fmla="*/ 1274035 w 2855736"/>
              <a:gd name="connsiteY59" fmla="*/ 188688 h 516802"/>
              <a:gd name="connsiteX60" fmla="*/ 1245220 w 2855736"/>
              <a:gd name="connsiteY60" fmla="*/ 191477 h 516802"/>
              <a:gd name="connsiteX61" fmla="*/ 1227870 w 2855736"/>
              <a:gd name="connsiteY61" fmla="*/ 198293 h 516802"/>
              <a:gd name="connsiteX62" fmla="*/ 1219504 w 2855736"/>
              <a:gd name="connsiteY62" fmla="*/ 207123 h 516802"/>
              <a:gd name="connsiteX63" fmla="*/ 1217025 w 2855736"/>
              <a:gd name="connsiteY63" fmla="*/ 216418 h 516802"/>
              <a:gd name="connsiteX64" fmla="*/ 1225469 w 2855736"/>
              <a:gd name="connsiteY64" fmla="*/ 236867 h 516802"/>
              <a:gd name="connsiteX65" fmla="*/ 1262494 w 2855736"/>
              <a:gd name="connsiteY65" fmla="*/ 248641 h 516802"/>
              <a:gd name="connsiteX66" fmla="*/ 1304553 w 2855736"/>
              <a:gd name="connsiteY66" fmla="*/ 255612 h 516802"/>
              <a:gd name="connsiteX67" fmla="*/ 1365513 w 2855736"/>
              <a:gd name="connsiteY67" fmla="*/ 270484 h 516802"/>
              <a:gd name="connsiteX68" fmla="*/ 1403313 w 2855736"/>
              <a:gd name="connsiteY68" fmla="*/ 293179 h 516802"/>
              <a:gd name="connsiteX69" fmla="*/ 1423375 w 2855736"/>
              <a:gd name="connsiteY69" fmla="*/ 325635 h 516802"/>
              <a:gd name="connsiteX70" fmla="*/ 1423375 w 2855736"/>
              <a:gd name="connsiteY70" fmla="*/ 325712 h 516802"/>
              <a:gd name="connsiteX71" fmla="*/ 1428952 w 2855736"/>
              <a:gd name="connsiteY71" fmla="*/ 368159 h 516802"/>
              <a:gd name="connsiteX72" fmla="*/ 1391927 w 2855736"/>
              <a:gd name="connsiteY72" fmla="*/ 446392 h 516802"/>
              <a:gd name="connsiteX73" fmla="*/ 1279534 w 2855736"/>
              <a:gd name="connsiteY73" fmla="*/ 475516 h 516802"/>
              <a:gd name="connsiteX74" fmla="*/ 1221828 w 2855736"/>
              <a:gd name="connsiteY74" fmla="*/ 470017 h 516802"/>
              <a:gd name="connsiteX75" fmla="*/ 1172255 w 2855736"/>
              <a:gd name="connsiteY75" fmla="*/ 450730 h 516802"/>
              <a:gd name="connsiteX76" fmla="*/ 1136081 w 2855736"/>
              <a:gd name="connsiteY76" fmla="*/ 413937 h 516802"/>
              <a:gd name="connsiteX77" fmla="*/ 1120280 w 2855736"/>
              <a:gd name="connsiteY77" fmla="*/ 360336 h 516802"/>
              <a:gd name="connsiteX78" fmla="*/ 1213230 w 2855736"/>
              <a:gd name="connsiteY78" fmla="*/ 360336 h 516802"/>
              <a:gd name="connsiteX79" fmla="*/ 1233911 w 2855736"/>
              <a:gd name="connsiteY79" fmla="*/ 391087 h 516802"/>
              <a:gd name="connsiteX80" fmla="*/ 1278295 w 2855736"/>
              <a:gd name="connsiteY80" fmla="*/ 399685 h 516802"/>
              <a:gd name="connsiteX81" fmla="*/ 1322059 w 2855736"/>
              <a:gd name="connsiteY81" fmla="*/ 392171 h 516802"/>
              <a:gd name="connsiteX82" fmla="*/ 1333988 w 2855736"/>
              <a:gd name="connsiteY82" fmla="*/ 369398 h 516802"/>
              <a:gd name="connsiteX83" fmla="*/ 1326319 w 2855736"/>
              <a:gd name="connsiteY83" fmla="*/ 349492 h 516802"/>
              <a:gd name="connsiteX84" fmla="*/ 1295568 w 2855736"/>
              <a:gd name="connsiteY84" fmla="*/ 337253 h 516802"/>
              <a:gd name="connsiteX85" fmla="*/ 1247467 w 2855736"/>
              <a:gd name="connsiteY85" fmla="*/ 329585 h 516802"/>
              <a:gd name="connsiteX86" fmla="*/ 1155678 w 2855736"/>
              <a:gd name="connsiteY86" fmla="*/ 296045 h 516802"/>
              <a:gd name="connsiteX87" fmla="*/ 1124695 w 2855736"/>
              <a:gd name="connsiteY87" fmla="*/ 222847 h 516802"/>
              <a:gd name="connsiteX88" fmla="*/ 1135617 w 2855736"/>
              <a:gd name="connsiteY88" fmla="*/ 177844 h 516802"/>
              <a:gd name="connsiteX89" fmla="*/ 1166290 w 2855736"/>
              <a:gd name="connsiteY89" fmla="*/ 144150 h 516802"/>
              <a:gd name="connsiteX90" fmla="*/ 1212920 w 2855736"/>
              <a:gd name="connsiteY90" fmla="*/ 122926 h 516802"/>
              <a:gd name="connsiteX91" fmla="*/ 1272176 w 2855736"/>
              <a:gd name="connsiteY91" fmla="*/ 115490 h 516802"/>
              <a:gd name="connsiteX92" fmla="*/ 1629957 w 2855736"/>
              <a:gd name="connsiteY92" fmla="*/ 115335 h 516802"/>
              <a:gd name="connsiteX93" fmla="*/ 1747616 w 2855736"/>
              <a:gd name="connsiteY93" fmla="*/ 160493 h 516802"/>
              <a:gd name="connsiteX94" fmla="*/ 1787043 w 2855736"/>
              <a:gd name="connsiteY94" fmla="*/ 281328 h 516802"/>
              <a:gd name="connsiteX95" fmla="*/ 1787043 w 2855736"/>
              <a:gd name="connsiteY95" fmla="*/ 320522 h 516802"/>
              <a:gd name="connsiteX96" fmla="*/ 1556526 w 2855736"/>
              <a:gd name="connsiteY96" fmla="*/ 320522 h 516802"/>
              <a:gd name="connsiteX97" fmla="*/ 1575968 w 2855736"/>
              <a:gd name="connsiteY97" fmla="*/ 377454 h 516802"/>
              <a:gd name="connsiteX98" fmla="*/ 1630654 w 2855736"/>
              <a:gd name="connsiteY98" fmla="*/ 398833 h 516802"/>
              <a:gd name="connsiteX99" fmla="*/ 1688825 w 2855736"/>
              <a:gd name="connsiteY99" fmla="*/ 360181 h 516802"/>
              <a:gd name="connsiteX100" fmla="*/ 1688903 w 2855736"/>
              <a:gd name="connsiteY100" fmla="*/ 360181 h 516802"/>
              <a:gd name="connsiteX101" fmla="*/ 1782937 w 2855736"/>
              <a:gd name="connsiteY101" fmla="*/ 360181 h 516802"/>
              <a:gd name="connsiteX102" fmla="*/ 1737082 w 2855736"/>
              <a:gd name="connsiteY102" fmla="*/ 445540 h 516802"/>
              <a:gd name="connsiteX103" fmla="*/ 1630034 w 2855736"/>
              <a:gd name="connsiteY103" fmla="*/ 475284 h 516802"/>
              <a:gd name="connsiteX104" fmla="*/ 1502848 w 2855736"/>
              <a:gd name="connsiteY104" fmla="*/ 428267 h 516802"/>
              <a:gd name="connsiteX105" fmla="*/ 1460168 w 2855736"/>
              <a:gd name="connsiteY105" fmla="*/ 295890 h 516802"/>
              <a:gd name="connsiteX106" fmla="*/ 1472484 w 2855736"/>
              <a:gd name="connsiteY106" fmla="*/ 219826 h 516802"/>
              <a:gd name="connsiteX107" fmla="*/ 1507340 w 2855736"/>
              <a:gd name="connsiteY107" fmla="*/ 162894 h 516802"/>
              <a:gd name="connsiteX108" fmla="*/ 1561174 w 2855736"/>
              <a:gd name="connsiteY108" fmla="*/ 127341 h 516802"/>
              <a:gd name="connsiteX109" fmla="*/ 1629957 w 2855736"/>
              <a:gd name="connsiteY109" fmla="*/ 115335 h 516802"/>
              <a:gd name="connsiteX110" fmla="*/ 784576 w 2855736"/>
              <a:gd name="connsiteY110" fmla="*/ 115335 h 516802"/>
              <a:gd name="connsiteX111" fmla="*/ 902235 w 2855736"/>
              <a:gd name="connsiteY111" fmla="*/ 160493 h 516802"/>
              <a:gd name="connsiteX112" fmla="*/ 941661 w 2855736"/>
              <a:gd name="connsiteY112" fmla="*/ 281328 h 516802"/>
              <a:gd name="connsiteX113" fmla="*/ 941661 w 2855736"/>
              <a:gd name="connsiteY113" fmla="*/ 320522 h 516802"/>
              <a:gd name="connsiteX114" fmla="*/ 711145 w 2855736"/>
              <a:gd name="connsiteY114" fmla="*/ 320522 h 516802"/>
              <a:gd name="connsiteX115" fmla="*/ 730587 w 2855736"/>
              <a:gd name="connsiteY115" fmla="*/ 377454 h 516802"/>
              <a:gd name="connsiteX116" fmla="*/ 785273 w 2855736"/>
              <a:gd name="connsiteY116" fmla="*/ 398833 h 516802"/>
              <a:gd name="connsiteX117" fmla="*/ 843444 w 2855736"/>
              <a:gd name="connsiteY117" fmla="*/ 360181 h 516802"/>
              <a:gd name="connsiteX118" fmla="*/ 843522 w 2855736"/>
              <a:gd name="connsiteY118" fmla="*/ 360181 h 516802"/>
              <a:gd name="connsiteX119" fmla="*/ 937556 w 2855736"/>
              <a:gd name="connsiteY119" fmla="*/ 360181 h 516802"/>
              <a:gd name="connsiteX120" fmla="*/ 891701 w 2855736"/>
              <a:gd name="connsiteY120" fmla="*/ 445540 h 516802"/>
              <a:gd name="connsiteX121" fmla="*/ 784653 w 2855736"/>
              <a:gd name="connsiteY121" fmla="*/ 475284 h 516802"/>
              <a:gd name="connsiteX122" fmla="*/ 657467 w 2855736"/>
              <a:gd name="connsiteY122" fmla="*/ 428267 h 516802"/>
              <a:gd name="connsiteX123" fmla="*/ 614787 w 2855736"/>
              <a:gd name="connsiteY123" fmla="*/ 295890 h 516802"/>
              <a:gd name="connsiteX124" fmla="*/ 627103 w 2855736"/>
              <a:gd name="connsiteY124" fmla="*/ 219826 h 516802"/>
              <a:gd name="connsiteX125" fmla="*/ 661959 w 2855736"/>
              <a:gd name="connsiteY125" fmla="*/ 162894 h 516802"/>
              <a:gd name="connsiteX126" fmla="*/ 715793 w 2855736"/>
              <a:gd name="connsiteY126" fmla="*/ 127341 h 516802"/>
              <a:gd name="connsiteX127" fmla="*/ 784576 w 2855736"/>
              <a:gd name="connsiteY127" fmla="*/ 115335 h 516802"/>
              <a:gd name="connsiteX128" fmla="*/ 2576886 w 2855736"/>
              <a:gd name="connsiteY128" fmla="*/ 97288 h 516802"/>
              <a:gd name="connsiteX129" fmla="*/ 2435834 w 2855736"/>
              <a:gd name="connsiteY129" fmla="*/ 238339 h 516802"/>
              <a:gd name="connsiteX130" fmla="*/ 2576886 w 2855736"/>
              <a:gd name="connsiteY130" fmla="*/ 379391 h 516802"/>
              <a:gd name="connsiteX131" fmla="*/ 2717938 w 2855736"/>
              <a:gd name="connsiteY131" fmla="*/ 238339 h 516802"/>
              <a:gd name="connsiteX132" fmla="*/ 2576886 w 2855736"/>
              <a:gd name="connsiteY132" fmla="*/ 97288 h 516802"/>
              <a:gd name="connsiteX133" fmla="*/ 2196642 w 2855736"/>
              <a:gd name="connsiteY133" fmla="*/ 10456 h 516802"/>
              <a:gd name="connsiteX134" fmla="*/ 2290522 w 2855736"/>
              <a:gd name="connsiteY134" fmla="*/ 10456 h 516802"/>
              <a:gd name="connsiteX135" fmla="*/ 2290522 w 2855736"/>
              <a:gd name="connsiteY135" fmla="*/ 466298 h 516802"/>
              <a:gd name="connsiteX136" fmla="*/ 2196642 w 2855736"/>
              <a:gd name="connsiteY136" fmla="*/ 466298 h 516802"/>
              <a:gd name="connsiteX137" fmla="*/ 986665 w 2855736"/>
              <a:gd name="connsiteY137" fmla="*/ 10456 h 516802"/>
              <a:gd name="connsiteX138" fmla="*/ 1080545 w 2855736"/>
              <a:gd name="connsiteY138" fmla="*/ 10456 h 516802"/>
              <a:gd name="connsiteX139" fmla="*/ 1080545 w 2855736"/>
              <a:gd name="connsiteY139" fmla="*/ 475593 h 516802"/>
              <a:gd name="connsiteX140" fmla="*/ 1065905 w 2855736"/>
              <a:gd name="connsiteY140" fmla="*/ 475593 h 516802"/>
              <a:gd name="connsiteX141" fmla="*/ 986665 w 2855736"/>
              <a:gd name="connsiteY141" fmla="*/ 394107 h 516802"/>
              <a:gd name="connsiteX142" fmla="*/ 476601 w 2855736"/>
              <a:gd name="connsiteY142" fmla="*/ 10456 h 516802"/>
              <a:gd name="connsiteX143" fmla="*/ 480087 w 2855736"/>
              <a:gd name="connsiteY143" fmla="*/ 10456 h 516802"/>
              <a:gd name="connsiteX144" fmla="*/ 569319 w 2855736"/>
              <a:gd name="connsiteY144" fmla="*/ 10456 h 516802"/>
              <a:gd name="connsiteX145" fmla="*/ 572882 w 2855736"/>
              <a:gd name="connsiteY145" fmla="*/ 10456 h 516802"/>
              <a:gd name="connsiteX146" fmla="*/ 572882 w 2855736"/>
              <a:gd name="connsiteY146" fmla="*/ 81330 h 516802"/>
              <a:gd name="connsiteX147" fmla="*/ 572882 w 2855736"/>
              <a:gd name="connsiteY147" fmla="*/ 84893 h 516802"/>
              <a:gd name="connsiteX148" fmla="*/ 569319 w 2855736"/>
              <a:gd name="connsiteY148" fmla="*/ 84893 h 516802"/>
              <a:gd name="connsiteX149" fmla="*/ 480087 w 2855736"/>
              <a:gd name="connsiteY149" fmla="*/ 84893 h 516802"/>
              <a:gd name="connsiteX150" fmla="*/ 476601 w 2855736"/>
              <a:gd name="connsiteY150" fmla="*/ 84893 h 516802"/>
              <a:gd name="connsiteX151" fmla="*/ 476601 w 2855736"/>
              <a:gd name="connsiteY151" fmla="*/ 81330 h 516802"/>
              <a:gd name="connsiteX152" fmla="*/ 58559 w 2855736"/>
              <a:gd name="connsiteY152" fmla="*/ 6331 h 516802"/>
              <a:gd name="connsiteX153" fmla="*/ 82648 w 2855736"/>
              <a:gd name="connsiteY153" fmla="*/ 20990 h 516802"/>
              <a:gd name="connsiteX154" fmla="*/ 326565 w 2855736"/>
              <a:gd name="connsiteY154" fmla="*/ 298911 h 516802"/>
              <a:gd name="connsiteX155" fmla="*/ 326565 w 2855736"/>
              <a:gd name="connsiteY155" fmla="*/ 10456 h 516802"/>
              <a:gd name="connsiteX156" fmla="*/ 421064 w 2855736"/>
              <a:gd name="connsiteY156" fmla="*/ 10456 h 516802"/>
              <a:gd name="connsiteX157" fmla="*/ 421064 w 2855736"/>
              <a:gd name="connsiteY157" fmla="*/ 424781 h 516802"/>
              <a:gd name="connsiteX158" fmla="*/ 390545 w 2855736"/>
              <a:gd name="connsiteY158" fmla="*/ 469397 h 516802"/>
              <a:gd name="connsiteX159" fmla="*/ 373814 w 2855736"/>
              <a:gd name="connsiteY159" fmla="*/ 472495 h 516802"/>
              <a:gd name="connsiteX160" fmla="*/ 338416 w 2855736"/>
              <a:gd name="connsiteY160" fmla="*/ 456461 h 516802"/>
              <a:gd name="connsiteX161" fmla="*/ 94499 w 2855736"/>
              <a:gd name="connsiteY161" fmla="*/ 178541 h 516802"/>
              <a:gd name="connsiteX162" fmla="*/ 94499 w 2855736"/>
              <a:gd name="connsiteY162" fmla="*/ 466298 h 516802"/>
              <a:gd name="connsiteX163" fmla="*/ 0 w 2855736"/>
              <a:gd name="connsiteY163" fmla="*/ 466298 h 516802"/>
              <a:gd name="connsiteX164" fmla="*/ 0 w 2855736"/>
              <a:gd name="connsiteY164" fmla="*/ 52748 h 516802"/>
              <a:gd name="connsiteX165" fmla="*/ 30519 w 2855736"/>
              <a:gd name="connsiteY165" fmla="*/ 8055 h 516802"/>
              <a:gd name="connsiteX166" fmla="*/ 58559 w 2855736"/>
              <a:gd name="connsiteY166" fmla="*/ 6331 h 516802"/>
              <a:gd name="connsiteX167" fmla="*/ 2576886 w 2855736"/>
              <a:gd name="connsiteY167" fmla="*/ 0 h 516802"/>
              <a:gd name="connsiteX168" fmla="*/ 2815303 w 2855736"/>
              <a:gd name="connsiteY168" fmla="*/ 238417 h 516802"/>
              <a:gd name="connsiteX169" fmla="*/ 2775489 w 2855736"/>
              <a:gd name="connsiteY169" fmla="*/ 370096 h 516802"/>
              <a:gd name="connsiteX170" fmla="*/ 2775412 w 2855736"/>
              <a:gd name="connsiteY170" fmla="*/ 370096 h 516802"/>
              <a:gd name="connsiteX171" fmla="*/ 2855736 w 2855736"/>
              <a:gd name="connsiteY171" fmla="*/ 450420 h 516802"/>
              <a:gd name="connsiteX172" fmla="*/ 2789354 w 2855736"/>
              <a:gd name="connsiteY172" fmla="*/ 516802 h 516802"/>
              <a:gd name="connsiteX173" fmla="*/ 2709108 w 2855736"/>
              <a:gd name="connsiteY173" fmla="*/ 436555 h 516802"/>
              <a:gd name="connsiteX174" fmla="*/ 2576886 w 2855736"/>
              <a:gd name="connsiteY174" fmla="*/ 476756 h 516802"/>
              <a:gd name="connsiteX175" fmla="*/ 2338469 w 2855736"/>
              <a:gd name="connsiteY175" fmla="*/ 238417 h 516802"/>
              <a:gd name="connsiteX176" fmla="*/ 2576886 w 2855736"/>
              <a:gd name="connsiteY176" fmla="*/ 0 h 516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</a:cxnLst>
            <a:rect l="l" t="t" r="r" b="b"/>
            <a:pathLst>
              <a:path w="2855736" h="516802">
                <a:moveTo>
                  <a:pt x="1628098" y="189308"/>
                </a:moveTo>
                <a:cubicBezTo>
                  <a:pt x="1616711" y="189308"/>
                  <a:pt x="1606719" y="191089"/>
                  <a:pt x="1598276" y="194730"/>
                </a:cubicBezTo>
                <a:cubicBezTo>
                  <a:pt x="1589833" y="198370"/>
                  <a:pt x="1582630" y="203328"/>
                  <a:pt x="1576820" y="209524"/>
                </a:cubicBezTo>
                <a:cubicBezTo>
                  <a:pt x="1571011" y="215798"/>
                  <a:pt x="1566441" y="223157"/>
                  <a:pt x="1563188" y="231368"/>
                </a:cubicBezTo>
                <a:lnTo>
                  <a:pt x="1563188" y="231290"/>
                </a:lnTo>
                <a:cubicBezTo>
                  <a:pt x="1560399" y="238571"/>
                  <a:pt x="1558618" y="246472"/>
                  <a:pt x="1557921" y="254838"/>
                </a:cubicBezTo>
                <a:lnTo>
                  <a:pt x="1694015" y="254838"/>
                </a:lnTo>
                <a:cubicBezTo>
                  <a:pt x="1693473" y="234621"/>
                  <a:pt x="1688128" y="218587"/>
                  <a:pt x="1678059" y="207201"/>
                </a:cubicBezTo>
                <a:cubicBezTo>
                  <a:pt x="1667524" y="195349"/>
                  <a:pt x="1650716" y="189308"/>
                  <a:pt x="1628098" y="189308"/>
                </a:cubicBezTo>
                <a:close/>
                <a:moveTo>
                  <a:pt x="782717" y="189308"/>
                </a:moveTo>
                <a:cubicBezTo>
                  <a:pt x="771330" y="189308"/>
                  <a:pt x="761338" y="191089"/>
                  <a:pt x="752895" y="194730"/>
                </a:cubicBezTo>
                <a:cubicBezTo>
                  <a:pt x="744452" y="198370"/>
                  <a:pt x="737249" y="203328"/>
                  <a:pt x="731439" y="209524"/>
                </a:cubicBezTo>
                <a:cubicBezTo>
                  <a:pt x="725630" y="215798"/>
                  <a:pt x="721060" y="223157"/>
                  <a:pt x="717807" y="231368"/>
                </a:cubicBezTo>
                <a:lnTo>
                  <a:pt x="717807" y="231290"/>
                </a:lnTo>
                <a:cubicBezTo>
                  <a:pt x="715018" y="238571"/>
                  <a:pt x="713237" y="246472"/>
                  <a:pt x="712539" y="254838"/>
                </a:cubicBezTo>
                <a:lnTo>
                  <a:pt x="848634" y="254838"/>
                </a:lnTo>
                <a:cubicBezTo>
                  <a:pt x="848092" y="234621"/>
                  <a:pt x="842747" y="218587"/>
                  <a:pt x="832677" y="207201"/>
                </a:cubicBezTo>
                <a:cubicBezTo>
                  <a:pt x="822143" y="195349"/>
                  <a:pt x="805335" y="189308"/>
                  <a:pt x="782717" y="189308"/>
                </a:cubicBezTo>
                <a:close/>
                <a:moveTo>
                  <a:pt x="476601" y="124553"/>
                </a:moveTo>
                <a:lnTo>
                  <a:pt x="480087" y="124553"/>
                </a:lnTo>
                <a:lnTo>
                  <a:pt x="569319" y="124553"/>
                </a:lnTo>
                <a:lnTo>
                  <a:pt x="572882" y="124553"/>
                </a:lnTo>
                <a:lnTo>
                  <a:pt x="572882" y="128116"/>
                </a:lnTo>
                <a:lnTo>
                  <a:pt x="572804" y="466299"/>
                </a:lnTo>
                <a:lnTo>
                  <a:pt x="569319" y="466299"/>
                </a:lnTo>
                <a:lnTo>
                  <a:pt x="480087" y="466299"/>
                </a:lnTo>
                <a:lnTo>
                  <a:pt x="476601" y="466299"/>
                </a:lnTo>
                <a:lnTo>
                  <a:pt x="476601" y="127496"/>
                </a:lnTo>
                <a:close/>
                <a:moveTo>
                  <a:pt x="2026544" y="116342"/>
                </a:moveTo>
                <a:cubicBezTo>
                  <a:pt x="2065195" y="116342"/>
                  <a:pt x="2094320" y="126721"/>
                  <a:pt x="2113220" y="147093"/>
                </a:cubicBezTo>
                <a:cubicBezTo>
                  <a:pt x="2132042" y="167465"/>
                  <a:pt x="2141569" y="199687"/>
                  <a:pt x="2141569" y="242832"/>
                </a:cubicBezTo>
                <a:lnTo>
                  <a:pt x="2141569" y="466376"/>
                </a:lnTo>
                <a:lnTo>
                  <a:pt x="2045366" y="466376"/>
                </a:lnTo>
                <a:lnTo>
                  <a:pt x="2045366" y="254992"/>
                </a:lnTo>
                <a:cubicBezTo>
                  <a:pt x="2045366" y="232762"/>
                  <a:pt x="2041183" y="217503"/>
                  <a:pt x="2033050" y="209757"/>
                </a:cubicBezTo>
                <a:cubicBezTo>
                  <a:pt x="2024840" y="201933"/>
                  <a:pt x="2013686" y="197983"/>
                  <a:pt x="1999820" y="197983"/>
                </a:cubicBezTo>
                <a:cubicBezTo>
                  <a:pt x="1988899" y="197983"/>
                  <a:pt x="1979371" y="199610"/>
                  <a:pt x="1971548" y="202786"/>
                </a:cubicBezTo>
                <a:cubicBezTo>
                  <a:pt x="1963647" y="205961"/>
                  <a:pt x="1956211" y="210764"/>
                  <a:pt x="1949472" y="216651"/>
                </a:cubicBezTo>
                <a:cubicBezTo>
                  <a:pt x="1943818" y="222305"/>
                  <a:pt x="1938938" y="229121"/>
                  <a:pt x="1935143" y="237022"/>
                </a:cubicBezTo>
                <a:cubicBezTo>
                  <a:pt x="1931347" y="244768"/>
                  <a:pt x="1929411" y="253366"/>
                  <a:pt x="1929411" y="262583"/>
                </a:cubicBezTo>
                <a:lnTo>
                  <a:pt x="1929411" y="466299"/>
                </a:lnTo>
                <a:lnTo>
                  <a:pt x="1833130" y="466299"/>
                </a:lnTo>
                <a:lnTo>
                  <a:pt x="1833130" y="124630"/>
                </a:lnTo>
                <a:lnTo>
                  <a:pt x="1926855" y="124630"/>
                </a:lnTo>
                <a:lnTo>
                  <a:pt x="1926855" y="165063"/>
                </a:lnTo>
                <a:cubicBezTo>
                  <a:pt x="1938938" y="149494"/>
                  <a:pt x="1952958" y="137798"/>
                  <a:pt x="1968605" y="130052"/>
                </a:cubicBezTo>
                <a:cubicBezTo>
                  <a:pt x="1987040" y="120989"/>
                  <a:pt x="2006559" y="116342"/>
                  <a:pt x="2026544" y="116342"/>
                </a:cubicBezTo>
                <a:close/>
                <a:moveTo>
                  <a:pt x="1272176" y="115490"/>
                </a:moveTo>
                <a:cubicBezTo>
                  <a:pt x="1298667" y="115490"/>
                  <a:pt x="1321285" y="118279"/>
                  <a:pt x="1339410" y="123623"/>
                </a:cubicBezTo>
                <a:cubicBezTo>
                  <a:pt x="1357613" y="129045"/>
                  <a:pt x="1372717" y="136404"/>
                  <a:pt x="1384258" y="145544"/>
                </a:cubicBezTo>
                <a:cubicBezTo>
                  <a:pt x="1389061" y="149339"/>
                  <a:pt x="1393321" y="153445"/>
                  <a:pt x="1397194" y="157860"/>
                </a:cubicBezTo>
                <a:cubicBezTo>
                  <a:pt x="1402693" y="164211"/>
                  <a:pt x="1407263" y="171183"/>
                  <a:pt x="1410749" y="178696"/>
                </a:cubicBezTo>
                <a:cubicBezTo>
                  <a:pt x="1412376" y="182259"/>
                  <a:pt x="1413925" y="185977"/>
                  <a:pt x="1415319" y="189695"/>
                </a:cubicBezTo>
                <a:cubicBezTo>
                  <a:pt x="1415629" y="190547"/>
                  <a:pt x="1415861" y="191322"/>
                  <a:pt x="1416171" y="192174"/>
                </a:cubicBezTo>
                <a:cubicBezTo>
                  <a:pt x="1419347" y="201934"/>
                  <a:pt x="1421516" y="212235"/>
                  <a:pt x="1422755" y="222847"/>
                </a:cubicBezTo>
                <a:cubicBezTo>
                  <a:pt x="1422910" y="224087"/>
                  <a:pt x="1422910" y="225403"/>
                  <a:pt x="1423065" y="226643"/>
                </a:cubicBezTo>
                <a:lnTo>
                  <a:pt x="1335382" y="226643"/>
                </a:lnTo>
                <a:cubicBezTo>
                  <a:pt x="1334762" y="223699"/>
                  <a:pt x="1333988" y="220988"/>
                  <a:pt x="1333058" y="218432"/>
                </a:cubicBezTo>
                <a:cubicBezTo>
                  <a:pt x="1329263" y="208905"/>
                  <a:pt x="1324615" y="203793"/>
                  <a:pt x="1318109" y="198835"/>
                </a:cubicBezTo>
                <a:cubicBezTo>
                  <a:pt x="1309201" y="192096"/>
                  <a:pt x="1294406" y="188688"/>
                  <a:pt x="1274035" y="188688"/>
                </a:cubicBezTo>
                <a:cubicBezTo>
                  <a:pt x="1262494" y="188688"/>
                  <a:pt x="1252734" y="189618"/>
                  <a:pt x="1245220" y="191477"/>
                </a:cubicBezTo>
                <a:cubicBezTo>
                  <a:pt x="1237784" y="193258"/>
                  <a:pt x="1231975" y="195582"/>
                  <a:pt x="1227870" y="198293"/>
                </a:cubicBezTo>
                <a:cubicBezTo>
                  <a:pt x="1223919" y="200927"/>
                  <a:pt x="1221131" y="203870"/>
                  <a:pt x="1219504" y="207123"/>
                </a:cubicBezTo>
                <a:cubicBezTo>
                  <a:pt x="1217878" y="210454"/>
                  <a:pt x="1217025" y="213630"/>
                  <a:pt x="1217025" y="216418"/>
                </a:cubicBezTo>
                <a:cubicBezTo>
                  <a:pt x="1217025" y="225946"/>
                  <a:pt x="1219814" y="232685"/>
                  <a:pt x="1225469" y="236867"/>
                </a:cubicBezTo>
                <a:cubicBezTo>
                  <a:pt x="1231588" y="241437"/>
                  <a:pt x="1244058" y="245388"/>
                  <a:pt x="1262494" y="248641"/>
                </a:cubicBezTo>
                <a:lnTo>
                  <a:pt x="1304553" y="255612"/>
                </a:lnTo>
                <a:cubicBezTo>
                  <a:pt x="1328023" y="259485"/>
                  <a:pt x="1350022" y="264442"/>
                  <a:pt x="1365513" y="270484"/>
                </a:cubicBezTo>
                <a:cubicBezTo>
                  <a:pt x="1381160" y="276526"/>
                  <a:pt x="1393863" y="284194"/>
                  <a:pt x="1403313" y="293179"/>
                </a:cubicBezTo>
                <a:cubicBezTo>
                  <a:pt x="1412840" y="302320"/>
                  <a:pt x="1419579" y="313241"/>
                  <a:pt x="1423375" y="325635"/>
                </a:cubicBezTo>
                <a:lnTo>
                  <a:pt x="1423375" y="325712"/>
                </a:lnTo>
                <a:cubicBezTo>
                  <a:pt x="1427093" y="337950"/>
                  <a:pt x="1428952" y="352203"/>
                  <a:pt x="1428952" y="368159"/>
                </a:cubicBezTo>
                <a:cubicBezTo>
                  <a:pt x="1428952" y="400537"/>
                  <a:pt x="1416481" y="426873"/>
                  <a:pt x="1391927" y="446392"/>
                </a:cubicBezTo>
                <a:cubicBezTo>
                  <a:pt x="1367605" y="465757"/>
                  <a:pt x="1329805" y="475516"/>
                  <a:pt x="1279534" y="475516"/>
                </a:cubicBezTo>
                <a:cubicBezTo>
                  <a:pt x="1259473" y="475516"/>
                  <a:pt x="1240031" y="473657"/>
                  <a:pt x="1221828" y="470017"/>
                </a:cubicBezTo>
                <a:cubicBezTo>
                  <a:pt x="1203470" y="466299"/>
                  <a:pt x="1186739" y="459870"/>
                  <a:pt x="1172255" y="450730"/>
                </a:cubicBezTo>
                <a:cubicBezTo>
                  <a:pt x="1157615" y="441590"/>
                  <a:pt x="1145454" y="429196"/>
                  <a:pt x="1136081" y="413937"/>
                </a:cubicBezTo>
                <a:cubicBezTo>
                  <a:pt x="1127251" y="399607"/>
                  <a:pt x="1121984" y="381559"/>
                  <a:pt x="1120280" y="360336"/>
                </a:cubicBezTo>
                <a:lnTo>
                  <a:pt x="1213230" y="360336"/>
                </a:lnTo>
                <a:cubicBezTo>
                  <a:pt x="1216561" y="375828"/>
                  <a:pt x="1223455" y="386207"/>
                  <a:pt x="1233911" y="391087"/>
                </a:cubicBezTo>
                <a:cubicBezTo>
                  <a:pt x="1246072" y="396819"/>
                  <a:pt x="1261022" y="399685"/>
                  <a:pt x="1278295" y="399685"/>
                </a:cubicBezTo>
                <a:cubicBezTo>
                  <a:pt x="1298744" y="399685"/>
                  <a:pt x="1313539" y="397129"/>
                  <a:pt x="1322059" y="392171"/>
                </a:cubicBezTo>
                <a:cubicBezTo>
                  <a:pt x="1330115" y="387524"/>
                  <a:pt x="1333988" y="380088"/>
                  <a:pt x="1333988" y="369398"/>
                </a:cubicBezTo>
                <a:cubicBezTo>
                  <a:pt x="1333988" y="361808"/>
                  <a:pt x="1331509" y="355224"/>
                  <a:pt x="1326319" y="349492"/>
                </a:cubicBezTo>
                <a:cubicBezTo>
                  <a:pt x="1321207" y="343760"/>
                  <a:pt x="1310828" y="339654"/>
                  <a:pt x="1295568" y="337253"/>
                </a:cubicBezTo>
                <a:lnTo>
                  <a:pt x="1247467" y="329585"/>
                </a:lnTo>
                <a:cubicBezTo>
                  <a:pt x="1206723" y="323156"/>
                  <a:pt x="1175818" y="311847"/>
                  <a:pt x="1155678" y="296045"/>
                </a:cubicBezTo>
                <a:cubicBezTo>
                  <a:pt x="1135152" y="279934"/>
                  <a:pt x="1124695" y="255302"/>
                  <a:pt x="1124695" y="222847"/>
                </a:cubicBezTo>
                <a:cubicBezTo>
                  <a:pt x="1124695" y="206194"/>
                  <a:pt x="1128336" y="191089"/>
                  <a:pt x="1135617" y="177844"/>
                </a:cubicBezTo>
                <a:cubicBezTo>
                  <a:pt x="1142820" y="164676"/>
                  <a:pt x="1153122" y="153367"/>
                  <a:pt x="1166290" y="144150"/>
                </a:cubicBezTo>
                <a:cubicBezTo>
                  <a:pt x="1179303" y="135010"/>
                  <a:pt x="1194950" y="127883"/>
                  <a:pt x="1212920" y="122926"/>
                </a:cubicBezTo>
                <a:cubicBezTo>
                  <a:pt x="1230813" y="117969"/>
                  <a:pt x="1250720" y="115490"/>
                  <a:pt x="1272176" y="115490"/>
                </a:cubicBezTo>
                <a:close/>
                <a:moveTo>
                  <a:pt x="1629957" y="115335"/>
                </a:moveTo>
                <a:cubicBezTo>
                  <a:pt x="1681776" y="115335"/>
                  <a:pt x="1721358" y="130517"/>
                  <a:pt x="1747616" y="160493"/>
                </a:cubicBezTo>
                <a:cubicBezTo>
                  <a:pt x="1773797" y="190315"/>
                  <a:pt x="1787043" y="230980"/>
                  <a:pt x="1787043" y="281328"/>
                </a:cubicBezTo>
                <a:lnTo>
                  <a:pt x="1787043" y="320522"/>
                </a:lnTo>
                <a:lnTo>
                  <a:pt x="1556526" y="320522"/>
                </a:lnTo>
                <a:cubicBezTo>
                  <a:pt x="1557843" y="344612"/>
                  <a:pt x="1564350" y="363744"/>
                  <a:pt x="1575968" y="377454"/>
                </a:cubicBezTo>
                <a:cubicBezTo>
                  <a:pt x="1587974" y="391629"/>
                  <a:pt x="1606332" y="398833"/>
                  <a:pt x="1630654" y="398833"/>
                </a:cubicBezTo>
                <a:cubicBezTo>
                  <a:pt x="1662954" y="398833"/>
                  <a:pt x="1682009" y="386207"/>
                  <a:pt x="1688825" y="360181"/>
                </a:cubicBezTo>
                <a:lnTo>
                  <a:pt x="1688903" y="360181"/>
                </a:lnTo>
                <a:lnTo>
                  <a:pt x="1782937" y="360181"/>
                </a:lnTo>
                <a:cubicBezTo>
                  <a:pt x="1776663" y="397361"/>
                  <a:pt x="1761249" y="426098"/>
                  <a:pt x="1737082" y="445540"/>
                </a:cubicBezTo>
                <a:cubicBezTo>
                  <a:pt x="1712527" y="465292"/>
                  <a:pt x="1676509" y="475284"/>
                  <a:pt x="1630034" y="475284"/>
                </a:cubicBezTo>
                <a:cubicBezTo>
                  <a:pt x="1574032" y="475284"/>
                  <a:pt x="1531197" y="459482"/>
                  <a:pt x="1502848" y="428267"/>
                </a:cubicBezTo>
                <a:cubicBezTo>
                  <a:pt x="1474498" y="397129"/>
                  <a:pt x="1460168" y="352590"/>
                  <a:pt x="1460168" y="295890"/>
                </a:cubicBezTo>
                <a:cubicBezTo>
                  <a:pt x="1460168" y="267618"/>
                  <a:pt x="1464273" y="241979"/>
                  <a:pt x="1472484" y="219826"/>
                </a:cubicBezTo>
                <a:cubicBezTo>
                  <a:pt x="1480695" y="197673"/>
                  <a:pt x="1492391" y="178464"/>
                  <a:pt x="1507340" y="162894"/>
                </a:cubicBezTo>
                <a:cubicBezTo>
                  <a:pt x="1522290" y="147325"/>
                  <a:pt x="1540415" y="135397"/>
                  <a:pt x="1561174" y="127341"/>
                </a:cubicBezTo>
                <a:cubicBezTo>
                  <a:pt x="1581855" y="119363"/>
                  <a:pt x="1605015" y="115335"/>
                  <a:pt x="1629957" y="115335"/>
                </a:cubicBezTo>
                <a:close/>
                <a:moveTo>
                  <a:pt x="784576" y="115335"/>
                </a:moveTo>
                <a:cubicBezTo>
                  <a:pt x="836395" y="115335"/>
                  <a:pt x="875977" y="130517"/>
                  <a:pt x="902235" y="160493"/>
                </a:cubicBezTo>
                <a:cubicBezTo>
                  <a:pt x="928416" y="190315"/>
                  <a:pt x="941661" y="230980"/>
                  <a:pt x="941661" y="281328"/>
                </a:cubicBezTo>
                <a:lnTo>
                  <a:pt x="941661" y="320522"/>
                </a:lnTo>
                <a:lnTo>
                  <a:pt x="711145" y="320522"/>
                </a:lnTo>
                <a:cubicBezTo>
                  <a:pt x="712462" y="344612"/>
                  <a:pt x="718969" y="363744"/>
                  <a:pt x="730587" y="377454"/>
                </a:cubicBezTo>
                <a:cubicBezTo>
                  <a:pt x="742593" y="391629"/>
                  <a:pt x="760951" y="398833"/>
                  <a:pt x="785273" y="398833"/>
                </a:cubicBezTo>
                <a:cubicBezTo>
                  <a:pt x="817573" y="398833"/>
                  <a:pt x="836628" y="386207"/>
                  <a:pt x="843444" y="360181"/>
                </a:cubicBezTo>
                <a:lnTo>
                  <a:pt x="843522" y="360181"/>
                </a:lnTo>
                <a:lnTo>
                  <a:pt x="937556" y="360181"/>
                </a:lnTo>
                <a:cubicBezTo>
                  <a:pt x="931282" y="397361"/>
                  <a:pt x="915868" y="426098"/>
                  <a:pt x="891701" y="445540"/>
                </a:cubicBezTo>
                <a:cubicBezTo>
                  <a:pt x="867146" y="465292"/>
                  <a:pt x="831128" y="475284"/>
                  <a:pt x="784653" y="475284"/>
                </a:cubicBezTo>
                <a:cubicBezTo>
                  <a:pt x="728651" y="475284"/>
                  <a:pt x="685816" y="459482"/>
                  <a:pt x="657467" y="428267"/>
                </a:cubicBezTo>
                <a:cubicBezTo>
                  <a:pt x="629117" y="397129"/>
                  <a:pt x="614787" y="352590"/>
                  <a:pt x="614787" y="295890"/>
                </a:cubicBezTo>
                <a:cubicBezTo>
                  <a:pt x="614787" y="267618"/>
                  <a:pt x="618892" y="241979"/>
                  <a:pt x="627103" y="219826"/>
                </a:cubicBezTo>
                <a:cubicBezTo>
                  <a:pt x="635313" y="197673"/>
                  <a:pt x="647010" y="178464"/>
                  <a:pt x="661959" y="162894"/>
                </a:cubicBezTo>
                <a:cubicBezTo>
                  <a:pt x="676909" y="147325"/>
                  <a:pt x="695034" y="135397"/>
                  <a:pt x="715793" y="127341"/>
                </a:cubicBezTo>
                <a:cubicBezTo>
                  <a:pt x="736474" y="119363"/>
                  <a:pt x="759634" y="115335"/>
                  <a:pt x="784576" y="115335"/>
                </a:cubicBezTo>
                <a:close/>
                <a:moveTo>
                  <a:pt x="2576886" y="97288"/>
                </a:moveTo>
                <a:cubicBezTo>
                  <a:pt x="2499118" y="97288"/>
                  <a:pt x="2435834" y="160571"/>
                  <a:pt x="2435834" y="238339"/>
                </a:cubicBezTo>
                <a:cubicBezTo>
                  <a:pt x="2435834" y="316108"/>
                  <a:pt x="2499118" y="379391"/>
                  <a:pt x="2576886" y="379391"/>
                </a:cubicBezTo>
                <a:cubicBezTo>
                  <a:pt x="2654654" y="379391"/>
                  <a:pt x="2717938" y="316108"/>
                  <a:pt x="2717938" y="238339"/>
                </a:cubicBezTo>
                <a:cubicBezTo>
                  <a:pt x="2717938" y="160571"/>
                  <a:pt x="2654654" y="97288"/>
                  <a:pt x="2576886" y="97288"/>
                </a:cubicBezTo>
                <a:close/>
                <a:moveTo>
                  <a:pt x="2196642" y="10456"/>
                </a:moveTo>
                <a:lnTo>
                  <a:pt x="2290522" y="10456"/>
                </a:lnTo>
                <a:lnTo>
                  <a:pt x="2290522" y="466298"/>
                </a:lnTo>
                <a:lnTo>
                  <a:pt x="2196642" y="466298"/>
                </a:lnTo>
                <a:close/>
                <a:moveTo>
                  <a:pt x="986665" y="10456"/>
                </a:moveTo>
                <a:lnTo>
                  <a:pt x="1080545" y="10456"/>
                </a:lnTo>
                <a:lnTo>
                  <a:pt x="1080545" y="475593"/>
                </a:lnTo>
                <a:lnTo>
                  <a:pt x="1065905" y="475593"/>
                </a:lnTo>
                <a:cubicBezTo>
                  <a:pt x="1022063" y="475129"/>
                  <a:pt x="986665" y="438878"/>
                  <a:pt x="986665" y="394107"/>
                </a:cubicBezTo>
                <a:close/>
                <a:moveTo>
                  <a:pt x="476601" y="10456"/>
                </a:moveTo>
                <a:lnTo>
                  <a:pt x="480087" y="10456"/>
                </a:lnTo>
                <a:lnTo>
                  <a:pt x="569319" y="10456"/>
                </a:lnTo>
                <a:lnTo>
                  <a:pt x="572882" y="10456"/>
                </a:lnTo>
                <a:lnTo>
                  <a:pt x="572882" y="81330"/>
                </a:lnTo>
                <a:lnTo>
                  <a:pt x="572882" y="84893"/>
                </a:lnTo>
                <a:lnTo>
                  <a:pt x="569319" y="84893"/>
                </a:lnTo>
                <a:lnTo>
                  <a:pt x="480087" y="84893"/>
                </a:lnTo>
                <a:lnTo>
                  <a:pt x="476601" y="84893"/>
                </a:lnTo>
                <a:lnTo>
                  <a:pt x="476601" y="81330"/>
                </a:lnTo>
                <a:close/>
                <a:moveTo>
                  <a:pt x="58559" y="6331"/>
                </a:moveTo>
                <a:cubicBezTo>
                  <a:pt x="67660" y="8597"/>
                  <a:pt x="76103" y="13593"/>
                  <a:pt x="82648" y="20990"/>
                </a:cubicBezTo>
                <a:lnTo>
                  <a:pt x="326565" y="298911"/>
                </a:lnTo>
                <a:lnTo>
                  <a:pt x="326565" y="10456"/>
                </a:lnTo>
                <a:lnTo>
                  <a:pt x="421064" y="10456"/>
                </a:lnTo>
                <a:lnTo>
                  <a:pt x="421064" y="424781"/>
                </a:lnTo>
                <a:cubicBezTo>
                  <a:pt x="421064" y="444610"/>
                  <a:pt x="408903" y="462348"/>
                  <a:pt x="390545" y="469397"/>
                </a:cubicBezTo>
                <a:cubicBezTo>
                  <a:pt x="385123" y="471488"/>
                  <a:pt x="379391" y="472495"/>
                  <a:pt x="373814" y="472495"/>
                </a:cubicBezTo>
                <a:cubicBezTo>
                  <a:pt x="360491" y="472495"/>
                  <a:pt x="347556" y="466918"/>
                  <a:pt x="338416" y="456461"/>
                </a:cubicBezTo>
                <a:lnTo>
                  <a:pt x="94499" y="178541"/>
                </a:lnTo>
                <a:lnTo>
                  <a:pt x="94499" y="466298"/>
                </a:lnTo>
                <a:lnTo>
                  <a:pt x="0" y="466298"/>
                </a:lnTo>
                <a:lnTo>
                  <a:pt x="0" y="52748"/>
                </a:lnTo>
                <a:cubicBezTo>
                  <a:pt x="0" y="32841"/>
                  <a:pt x="12161" y="15103"/>
                  <a:pt x="30519" y="8055"/>
                </a:cubicBezTo>
                <a:cubicBezTo>
                  <a:pt x="39698" y="4530"/>
                  <a:pt x="49457" y="4066"/>
                  <a:pt x="58559" y="6331"/>
                </a:cubicBezTo>
                <a:close/>
                <a:moveTo>
                  <a:pt x="2576886" y="0"/>
                </a:moveTo>
                <a:cubicBezTo>
                  <a:pt x="2708333" y="0"/>
                  <a:pt x="2815303" y="106970"/>
                  <a:pt x="2815303" y="238417"/>
                </a:cubicBezTo>
                <a:cubicBezTo>
                  <a:pt x="2815303" y="287061"/>
                  <a:pt x="2800586" y="332296"/>
                  <a:pt x="2775489" y="370096"/>
                </a:cubicBezTo>
                <a:lnTo>
                  <a:pt x="2775412" y="370096"/>
                </a:lnTo>
                <a:lnTo>
                  <a:pt x="2855736" y="450420"/>
                </a:lnTo>
                <a:lnTo>
                  <a:pt x="2789354" y="516802"/>
                </a:lnTo>
                <a:lnTo>
                  <a:pt x="2709108" y="436555"/>
                </a:lnTo>
                <a:cubicBezTo>
                  <a:pt x="2671230" y="461962"/>
                  <a:pt x="2625762" y="476756"/>
                  <a:pt x="2576886" y="476756"/>
                </a:cubicBezTo>
                <a:cubicBezTo>
                  <a:pt x="2445439" y="476756"/>
                  <a:pt x="2338469" y="369864"/>
                  <a:pt x="2338469" y="238417"/>
                </a:cubicBezTo>
                <a:cubicBezTo>
                  <a:pt x="2338469" y="106970"/>
                  <a:pt x="2445439" y="0"/>
                  <a:pt x="2576886" y="0"/>
                </a:cubicBezTo>
                <a:close/>
              </a:path>
            </a:pathLst>
          </a:custGeom>
          <a:solidFill>
            <a:srgbClr val="EF5F17"/>
          </a:solidFill>
          <a:ln w="774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NielsenIQ GFK lockup" hidden="1">
            <a:extLst>
              <a:ext uri="{FF2B5EF4-FFF2-40B4-BE49-F238E27FC236}">
                <a16:creationId xmlns:a16="http://schemas.microsoft.com/office/drawing/2014/main" id="{C8AAA83D-C3BC-19DA-FC85-5AFC9A752B0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86122" y="321743"/>
            <a:ext cx="3377876" cy="753596"/>
          </a:xfrm>
          <a:prstGeom prst="rect">
            <a:avLst/>
          </a:prstGeom>
        </p:spPr>
      </p:pic>
      <p:pic>
        <p:nvPicPr>
          <p:cNvPr id="24" name="NielsenIQ logo+wordmark" descr="A black and orange sign with white text&#10;&#10;AI-generated content may be incorrect." hidden="1">
            <a:extLst>
              <a:ext uri="{FF2B5EF4-FFF2-40B4-BE49-F238E27FC236}">
                <a16:creationId xmlns:a16="http://schemas.microsoft.com/office/drawing/2014/main" id="{12F956D6-8897-8EC3-ADF8-BE1AFE402F0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58" y="305205"/>
            <a:ext cx="2113544" cy="768096"/>
          </a:xfrm>
          <a:prstGeom prst="rect">
            <a:avLst/>
          </a:prstGeom>
        </p:spPr>
      </p:pic>
      <p:pic>
        <p:nvPicPr>
          <p:cNvPr id="11" name="powered by GfK intelligence" hidden="1">
            <a:extLst>
              <a:ext uri="{FF2B5EF4-FFF2-40B4-BE49-F238E27FC236}">
                <a16:creationId xmlns:a16="http://schemas.microsoft.com/office/drawing/2014/main" id="{18B1888C-D994-C4F7-9307-47154C52BDF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144014" y="491055"/>
            <a:ext cx="2752712" cy="42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782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hoto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tatic Light Bkgd">
            <a:extLst>
              <a:ext uri="{FF2B5EF4-FFF2-40B4-BE49-F238E27FC236}">
                <a16:creationId xmlns:a16="http://schemas.microsoft.com/office/drawing/2014/main" id="{EE705342-7994-AFF3-15FD-F6FDEC9AE6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0" name="Photo Accent Circles">
            <a:extLst>
              <a:ext uri="{FF2B5EF4-FFF2-40B4-BE49-F238E27FC236}">
                <a16:creationId xmlns:a16="http://schemas.microsoft.com/office/drawing/2014/main" id="{05F2AB47-2DD7-8B76-D4C4-88A3A382FA8A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5942370" y="1"/>
            <a:ext cx="6249631" cy="6778171"/>
            <a:chOff x="5942370" y="1"/>
            <a:chExt cx="6249631" cy="6778171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1DBC157-DD06-141E-B188-1EB8D24163C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942370" y="1"/>
              <a:ext cx="6249631" cy="6778171"/>
            </a:xfrm>
            <a:custGeom>
              <a:avLst/>
              <a:gdLst>
                <a:gd name="connsiteX0" fmla="*/ 1133398 w 6249631"/>
                <a:gd name="connsiteY0" fmla="*/ 0 h 6778171"/>
                <a:gd name="connsiteX1" fmla="*/ 6249631 w 6249631"/>
                <a:gd name="connsiteY1" fmla="*/ 0 h 6778171"/>
                <a:gd name="connsiteX2" fmla="*/ 6249631 w 6249631"/>
                <a:gd name="connsiteY2" fmla="*/ 6079239 h 6778171"/>
                <a:gd name="connsiteX3" fmla="*/ 6227147 w 6249631"/>
                <a:gd name="connsiteY3" fmla="*/ 6096052 h 6778171"/>
                <a:gd name="connsiteX4" fmla="*/ 3994041 w 6249631"/>
                <a:gd name="connsiteY4" fmla="*/ 6778171 h 6778171"/>
                <a:gd name="connsiteX5" fmla="*/ 0 w 6249631"/>
                <a:gd name="connsiteY5" fmla="*/ 2784130 h 6778171"/>
                <a:gd name="connsiteX6" fmla="*/ 912045 w 6249631"/>
                <a:gd name="connsiteY6" fmla="*/ 243549 h 6778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249631" h="6778171">
                  <a:moveTo>
                    <a:pt x="1133398" y="0"/>
                  </a:moveTo>
                  <a:lnTo>
                    <a:pt x="6249631" y="0"/>
                  </a:lnTo>
                  <a:lnTo>
                    <a:pt x="6249631" y="6079239"/>
                  </a:lnTo>
                  <a:lnTo>
                    <a:pt x="6227147" y="6096052"/>
                  </a:lnTo>
                  <a:cubicBezTo>
                    <a:pt x="5589694" y="6526707"/>
                    <a:pt x="4821234" y="6778171"/>
                    <a:pt x="3994041" y="6778171"/>
                  </a:cubicBezTo>
                  <a:cubicBezTo>
                    <a:pt x="1788193" y="6778171"/>
                    <a:pt x="0" y="4989978"/>
                    <a:pt x="0" y="2784130"/>
                  </a:cubicBezTo>
                  <a:cubicBezTo>
                    <a:pt x="0" y="1819072"/>
                    <a:pt x="342272" y="933955"/>
                    <a:pt x="912045" y="243549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5D9CB59-0278-69D3-1B88-9D97D9D9BF6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596886" y="1"/>
              <a:ext cx="5595114" cy="6115087"/>
            </a:xfrm>
            <a:custGeom>
              <a:avLst/>
              <a:gdLst>
                <a:gd name="connsiteX0" fmla="*/ 1504880 w 5595114"/>
                <a:gd name="connsiteY0" fmla="*/ 0 h 6115087"/>
                <a:gd name="connsiteX1" fmla="*/ 5157035 w 5595114"/>
                <a:gd name="connsiteY1" fmla="*/ 0 h 6115087"/>
                <a:gd name="connsiteX2" fmla="*/ 5193327 w 5595114"/>
                <a:gd name="connsiteY2" fmla="*/ 22048 h 6115087"/>
                <a:gd name="connsiteX3" fmla="*/ 5449755 w 5595114"/>
                <a:gd name="connsiteY3" fmla="*/ 213802 h 6115087"/>
                <a:gd name="connsiteX4" fmla="*/ 5595114 w 5595114"/>
                <a:gd name="connsiteY4" fmla="*/ 345913 h 6115087"/>
                <a:gd name="connsiteX5" fmla="*/ 5595114 w 5595114"/>
                <a:gd name="connsiteY5" fmla="*/ 5222347 h 6115087"/>
                <a:gd name="connsiteX6" fmla="*/ 5449755 w 5595114"/>
                <a:gd name="connsiteY6" fmla="*/ 5354459 h 6115087"/>
                <a:gd name="connsiteX7" fmla="*/ 3330957 w 5595114"/>
                <a:gd name="connsiteY7" fmla="*/ 6115087 h 6115087"/>
                <a:gd name="connsiteX8" fmla="*/ 0 w 5595114"/>
                <a:gd name="connsiteY8" fmla="*/ 2784130 h 6115087"/>
                <a:gd name="connsiteX9" fmla="*/ 1468588 w 5595114"/>
                <a:gd name="connsiteY9" fmla="*/ 22048 h 611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95114" h="6115087">
                  <a:moveTo>
                    <a:pt x="1504880" y="0"/>
                  </a:moveTo>
                  <a:lnTo>
                    <a:pt x="5157035" y="0"/>
                  </a:lnTo>
                  <a:lnTo>
                    <a:pt x="5193327" y="22048"/>
                  </a:lnTo>
                  <a:cubicBezTo>
                    <a:pt x="5281931" y="81908"/>
                    <a:pt x="5367500" y="145919"/>
                    <a:pt x="5449755" y="213802"/>
                  </a:cubicBezTo>
                  <a:lnTo>
                    <a:pt x="5595114" y="345913"/>
                  </a:lnTo>
                  <a:lnTo>
                    <a:pt x="5595114" y="5222347"/>
                  </a:lnTo>
                  <a:lnTo>
                    <a:pt x="5449755" y="5354459"/>
                  </a:lnTo>
                  <a:cubicBezTo>
                    <a:pt x="4873969" y="5829639"/>
                    <a:pt x="4135798" y="6115087"/>
                    <a:pt x="3330957" y="6115087"/>
                  </a:cubicBezTo>
                  <a:cubicBezTo>
                    <a:pt x="1491320" y="6115087"/>
                    <a:pt x="0" y="4623767"/>
                    <a:pt x="0" y="2784130"/>
                  </a:cubicBezTo>
                  <a:cubicBezTo>
                    <a:pt x="0" y="1634357"/>
                    <a:pt x="582547" y="620645"/>
                    <a:pt x="1468588" y="22048"/>
                  </a:cubicBezTo>
                  <a:close/>
                </a:path>
              </a:pathLst>
            </a:custGeom>
            <a:solidFill>
              <a:srgbClr val="DADA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rgbClr val="DADADA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EF44984-8F7A-8C11-AE43-676924BE71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7172234" y="28520"/>
              <a:ext cx="5019767" cy="5511220"/>
            </a:xfrm>
            <a:custGeom>
              <a:avLst/>
              <a:gdLst>
                <a:gd name="connsiteX0" fmla="*/ 2755610 w 5019767"/>
                <a:gd name="connsiteY0" fmla="*/ 0 h 5511220"/>
                <a:gd name="connsiteX1" fmla="*/ 4881972 w 5019767"/>
                <a:gd name="connsiteY1" fmla="*/ 1002786 h 5511220"/>
                <a:gd name="connsiteX2" fmla="*/ 5019767 w 5019767"/>
                <a:gd name="connsiteY2" fmla="*/ 1187056 h 5511220"/>
                <a:gd name="connsiteX3" fmla="*/ 5019767 w 5019767"/>
                <a:gd name="connsiteY3" fmla="*/ 4324164 h 5511220"/>
                <a:gd name="connsiteX4" fmla="*/ 4881972 w 5019767"/>
                <a:gd name="connsiteY4" fmla="*/ 4508434 h 5511220"/>
                <a:gd name="connsiteX5" fmla="*/ 2755610 w 5019767"/>
                <a:gd name="connsiteY5" fmla="*/ 5511220 h 5511220"/>
                <a:gd name="connsiteX6" fmla="*/ 0 w 5019767"/>
                <a:gd name="connsiteY6" fmla="*/ 2755610 h 5511220"/>
                <a:gd name="connsiteX7" fmla="*/ 2755610 w 5019767"/>
                <a:gd name="connsiteY7" fmla="*/ 0 h 5511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19767" h="5511220">
                  <a:moveTo>
                    <a:pt x="2755610" y="0"/>
                  </a:moveTo>
                  <a:cubicBezTo>
                    <a:pt x="3611668" y="0"/>
                    <a:pt x="4376553" y="390360"/>
                    <a:pt x="4881972" y="1002786"/>
                  </a:cubicBezTo>
                  <a:lnTo>
                    <a:pt x="5019767" y="1187056"/>
                  </a:lnTo>
                  <a:lnTo>
                    <a:pt x="5019767" y="4324164"/>
                  </a:lnTo>
                  <a:lnTo>
                    <a:pt x="4881972" y="4508434"/>
                  </a:lnTo>
                  <a:cubicBezTo>
                    <a:pt x="4376553" y="5120861"/>
                    <a:pt x="3611668" y="5511220"/>
                    <a:pt x="2755610" y="5511220"/>
                  </a:cubicBezTo>
                  <a:cubicBezTo>
                    <a:pt x="1233729" y="5511220"/>
                    <a:pt x="0" y="4277491"/>
                    <a:pt x="0" y="2755610"/>
                  </a:cubicBezTo>
                  <a:cubicBezTo>
                    <a:pt x="0" y="1233729"/>
                    <a:pt x="1233729" y="0"/>
                    <a:pt x="27556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</p:grpSp>
      <p:sp>
        <p:nvSpPr>
          <p:cNvPr id="9" name="Copyright Line">
            <a:extLst>
              <a:ext uri="{FF2B5EF4-FFF2-40B4-BE49-F238E27FC236}">
                <a16:creationId xmlns:a16="http://schemas.microsoft.com/office/drawing/2014/main" id="{D2389545-B6D7-497B-37D4-C8C4C52F8A1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88558" y="6536553"/>
            <a:ext cx="2458455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>
                <a:solidFill>
                  <a:srgbClr val="BBBBBB"/>
                </a:solidFill>
                <a:latin typeface="+mn-lt"/>
                <a:ea typeface="+mn-ea"/>
                <a:cs typeface="+mn-cs"/>
              </a:rPr>
              <a:t>© </a:t>
            </a:r>
            <a:fld id="{8BFAE56B-6D08-4B3F-AB76-3783A8251C9C}" type="datetimeyyyy">
              <a:rPr lang="en-US" sz="700" kern="1200" smtClean="0">
                <a:solidFill>
                  <a:srgbClr val="BBBBBB"/>
                </a:solidFill>
                <a:latin typeface="+mn-lt"/>
                <a:ea typeface="+mn-ea"/>
                <a:cs typeface="+mn-cs"/>
              </a:rPr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</a:t>
            </a:fld>
            <a:r>
              <a:rPr lang="en-US" sz="700" kern="1200">
                <a:solidFill>
                  <a:srgbClr val="BBBBBB"/>
                </a:solidFill>
                <a:latin typeface="+mn-lt"/>
                <a:ea typeface="+mn-ea"/>
                <a:cs typeface="+mn-cs"/>
              </a:rPr>
              <a:t> Nielsen Consumer LLC. All Rights Reserved.</a:t>
            </a:r>
          </a:p>
        </p:txBody>
      </p:sp>
      <p:sp>
        <p:nvSpPr>
          <p:cNvPr id="5" name="Confidential disclaimer">
            <a:extLst>
              <a:ext uri="{FF2B5EF4-FFF2-40B4-BE49-F238E27FC236}">
                <a16:creationId xmlns:a16="http://schemas.microsoft.com/office/drawing/2014/main" id="{0B3A39F8-8D7C-C8DD-497D-7F28EC8D8B6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798636" y="6573016"/>
            <a:ext cx="1101264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Confidential and proprietary</a:t>
            </a:r>
          </a:p>
        </p:txBody>
      </p:sp>
      <p:sp>
        <p:nvSpPr>
          <p:cNvPr id="26" name="Footer Placeholder">
            <a:extLst>
              <a:ext uri="{FF2B5EF4-FFF2-40B4-BE49-F238E27FC236}">
                <a16:creationId xmlns:a16="http://schemas.microsoft.com/office/drawing/2014/main" id="{82B2F640-F33B-8BC7-0A7C-2CC5589C17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5"/>
          </p:nvPr>
        </p:nvSpPr>
        <p:spPr>
          <a:xfrm>
            <a:off x="3251195" y="6485399"/>
            <a:ext cx="3716341" cy="282957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sp>
        <p:nvSpPr>
          <p:cNvPr id="25" name="Picture Placeholder">
            <a:extLst>
              <a:ext uri="{FF2B5EF4-FFF2-40B4-BE49-F238E27FC236}">
                <a16:creationId xmlns:a16="http://schemas.microsoft.com/office/drawing/2014/main" id="{278BDEAF-4B5A-EDEC-5FBB-5BDC0B1311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7465671" y="321957"/>
            <a:ext cx="4726329" cy="4924346"/>
          </a:xfrm>
          <a:custGeom>
            <a:avLst/>
            <a:gdLst>
              <a:gd name="connsiteX0" fmla="*/ 2462173 w 4726329"/>
              <a:gd name="connsiteY0" fmla="*/ 0 h 4924346"/>
              <a:gd name="connsiteX1" fmla="*/ 4627175 w 4726329"/>
              <a:gd name="connsiteY1" fmla="*/ 1288555 h 4924346"/>
              <a:gd name="connsiteX2" fmla="*/ 4726329 w 4726329"/>
              <a:gd name="connsiteY2" fmla="*/ 1494386 h 4924346"/>
              <a:gd name="connsiteX3" fmla="*/ 4726329 w 4726329"/>
              <a:gd name="connsiteY3" fmla="*/ 3429960 h 4924346"/>
              <a:gd name="connsiteX4" fmla="*/ 4627175 w 4726329"/>
              <a:gd name="connsiteY4" fmla="*/ 3635791 h 4924346"/>
              <a:gd name="connsiteX5" fmla="*/ 2462173 w 4726329"/>
              <a:gd name="connsiteY5" fmla="*/ 4924346 h 4924346"/>
              <a:gd name="connsiteX6" fmla="*/ 0 w 4726329"/>
              <a:gd name="connsiteY6" fmla="*/ 2462173 h 4924346"/>
              <a:gd name="connsiteX7" fmla="*/ 2462173 w 4726329"/>
              <a:gd name="connsiteY7" fmla="*/ 0 h 4924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26329" h="4924346">
                <a:moveTo>
                  <a:pt x="2462173" y="0"/>
                </a:moveTo>
                <a:cubicBezTo>
                  <a:pt x="3397050" y="0"/>
                  <a:pt x="4210233" y="521034"/>
                  <a:pt x="4627175" y="1288555"/>
                </a:cubicBezTo>
                <a:lnTo>
                  <a:pt x="4726329" y="1494386"/>
                </a:lnTo>
                <a:lnTo>
                  <a:pt x="4726329" y="3429960"/>
                </a:lnTo>
                <a:lnTo>
                  <a:pt x="4627175" y="3635791"/>
                </a:lnTo>
                <a:cubicBezTo>
                  <a:pt x="4210233" y="4403313"/>
                  <a:pt x="3397050" y="4924346"/>
                  <a:pt x="2462173" y="4924346"/>
                </a:cubicBezTo>
                <a:cubicBezTo>
                  <a:pt x="1102352" y="4924346"/>
                  <a:pt x="0" y="3821994"/>
                  <a:pt x="0" y="2462173"/>
                </a:cubicBezTo>
                <a:cubicBezTo>
                  <a:pt x="0" y="1102352"/>
                  <a:pt x="1102352" y="0"/>
                  <a:pt x="2462173" y="0"/>
                </a:cubicBezTo>
                <a:close/>
              </a:path>
            </a:pathLst>
          </a:custGeom>
          <a:solidFill>
            <a:srgbClr val="777777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picture icon to add photo</a:t>
            </a:r>
          </a:p>
        </p:txBody>
      </p:sp>
      <p:sp>
        <p:nvSpPr>
          <p:cNvPr id="11" name="Date Placeholder">
            <a:extLst>
              <a:ext uri="{FF2B5EF4-FFF2-40B4-BE49-F238E27FC236}">
                <a16:creationId xmlns:a16="http://schemas.microsoft.com/office/drawing/2014/main" id="{56FDEAC7-8736-5846-42B8-66DC00FA3B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>
          <a:xfrm>
            <a:off x="292100" y="5036705"/>
            <a:ext cx="1744664" cy="282957"/>
          </a:xfrm>
        </p:spPr>
        <p:txBody>
          <a:bodyPr/>
          <a:lstStyle>
            <a:lvl1pPr>
              <a:defRPr sz="1200">
                <a:solidFill>
                  <a:srgbClr val="555555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Title/Dept Placeholder">
            <a:extLst>
              <a:ext uri="{FF2B5EF4-FFF2-40B4-BE49-F238E27FC236}">
                <a16:creationId xmlns:a16="http://schemas.microsoft.com/office/drawing/2014/main" id="{F49547DD-E825-E7A3-C48A-64AA78C199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 hasCustomPrompt="1"/>
          </p:nvPr>
        </p:nvSpPr>
        <p:spPr>
          <a:xfrm>
            <a:off x="292100" y="4560602"/>
            <a:ext cx="6689728" cy="344385"/>
          </a:xfrm>
        </p:spPr>
        <p:txBody>
          <a:bodyPr t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55555"/>
                </a:solidFill>
              </a:defRPr>
            </a:lvl1pPr>
            <a:lvl2pPr marL="457200" indent="0">
              <a:buNone/>
              <a:defRPr sz="1200" b="1">
                <a:solidFill>
                  <a:schemeClr val="bg1"/>
                </a:solidFill>
              </a:defRPr>
            </a:lvl2pPr>
            <a:lvl3pPr marL="914400" indent="0">
              <a:buNone/>
              <a:defRPr sz="1200" b="1">
                <a:solidFill>
                  <a:schemeClr val="bg1"/>
                </a:solidFill>
              </a:defRPr>
            </a:lvl3pPr>
            <a:lvl4pPr marL="1371600" indent="0">
              <a:buNone/>
              <a:defRPr sz="1200" b="1">
                <a:solidFill>
                  <a:schemeClr val="bg1"/>
                </a:solidFill>
              </a:defRPr>
            </a:lvl4pPr>
            <a:lvl5pPr marL="1828800" indent="0">
              <a:buNone/>
              <a:defRPr sz="1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Title/Department</a:t>
            </a:r>
          </a:p>
        </p:txBody>
      </p:sp>
      <p:sp>
        <p:nvSpPr>
          <p:cNvPr id="2" name="Presenter Name Placeholder">
            <a:extLst>
              <a:ext uri="{FF2B5EF4-FFF2-40B4-BE49-F238E27FC236}">
                <a16:creationId xmlns:a16="http://schemas.microsoft.com/office/drawing/2014/main" id="{5A598B2A-BB91-C356-7BCC-18D04DA85A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292100" y="4192468"/>
            <a:ext cx="6689728" cy="344384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555555"/>
                </a:solidFill>
              </a:defRPr>
            </a:lvl1pPr>
            <a:lvl2pPr marL="457200" indent="0">
              <a:buNone/>
              <a:defRPr sz="1200" b="1">
                <a:solidFill>
                  <a:schemeClr val="bg1"/>
                </a:solidFill>
              </a:defRPr>
            </a:lvl2pPr>
            <a:lvl3pPr marL="914400" indent="0">
              <a:buNone/>
              <a:defRPr sz="1200" b="1">
                <a:solidFill>
                  <a:schemeClr val="bg1"/>
                </a:solidFill>
              </a:defRPr>
            </a:lvl3pPr>
            <a:lvl4pPr marL="1371600" indent="0">
              <a:buNone/>
              <a:defRPr sz="1200" b="1">
                <a:solidFill>
                  <a:schemeClr val="bg1"/>
                </a:solidFill>
              </a:defRPr>
            </a:lvl4pPr>
            <a:lvl5pPr marL="1828800" indent="0">
              <a:buNone/>
              <a:defRPr sz="1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name Last name</a:t>
            </a:r>
          </a:p>
        </p:txBody>
      </p:sp>
      <p:sp>
        <p:nvSpPr>
          <p:cNvPr id="8" name="Subtitle Placeholder">
            <a:extLst>
              <a:ext uri="{FF2B5EF4-FFF2-40B4-BE49-F238E27FC236}">
                <a16:creationId xmlns:a16="http://schemas.microsoft.com/office/drawing/2014/main" id="{23B6A8FC-C3C4-F7DA-BF00-D56866D580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>
            <a:off x="292100" y="3114710"/>
            <a:ext cx="6689729" cy="83788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55555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615225DC-38B1-15E3-05E6-88F5A6B976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292100" y="654818"/>
            <a:ext cx="6689729" cy="23876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rgbClr val="555555"/>
                </a:solidFill>
              </a:defRPr>
            </a:lvl1pPr>
          </a:lstStyle>
          <a:p>
            <a:r>
              <a:rPr lang="en-US"/>
              <a:t>Insert your presentation title here maximum of three lines</a:t>
            </a:r>
          </a:p>
        </p:txBody>
      </p:sp>
      <p:pic>
        <p:nvPicPr>
          <p:cNvPr id="7" name="NielsenIQ GFK lockup" hidden="1">
            <a:extLst>
              <a:ext uri="{FF2B5EF4-FFF2-40B4-BE49-F238E27FC236}">
                <a16:creationId xmlns:a16="http://schemas.microsoft.com/office/drawing/2014/main" id="{0FDFD67B-3477-8375-7F26-D08E6067C99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5274" y="5623108"/>
            <a:ext cx="2855736" cy="637108"/>
          </a:xfrm>
          <a:prstGeom prst="rect">
            <a:avLst/>
          </a:prstGeom>
        </p:spPr>
      </p:pic>
      <p:pic>
        <p:nvPicPr>
          <p:cNvPr id="13" name="NielsenIQ logo+wordmark (Orange)" descr="A black and orange sign with white text&#10;&#10;Description automatically generated" hidden="1">
            <a:extLst>
              <a:ext uri="{FF2B5EF4-FFF2-40B4-BE49-F238E27FC236}">
                <a16:creationId xmlns:a16="http://schemas.microsoft.com/office/drawing/2014/main" id="{8B4C3C23-D87B-F51B-3C95-8A9B7AD14A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77" y="5561267"/>
            <a:ext cx="2068879" cy="751864"/>
          </a:xfrm>
          <a:prstGeom prst="rect">
            <a:avLst/>
          </a:prstGeom>
        </p:spPr>
      </p:pic>
      <p:pic>
        <p:nvPicPr>
          <p:cNvPr id="14" name="NielsenIQ logo+wordmark" descr="A blue text on a black background&#10;&#10;Description automatically generated" hidden="1">
            <a:extLst>
              <a:ext uri="{FF2B5EF4-FFF2-40B4-BE49-F238E27FC236}">
                <a16:creationId xmlns:a16="http://schemas.microsoft.com/office/drawing/2014/main" id="{C8F8171E-1658-79B9-9EAC-E88E789EA28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58" y="5563212"/>
            <a:ext cx="2155411" cy="743616"/>
          </a:xfrm>
          <a:prstGeom prst="rect">
            <a:avLst/>
          </a:prstGeom>
        </p:spPr>
      </p:pic>
      <p:sp>
        <p:nvSpPr>
          <p:cNvPr id="10" name="Nielsen wordmark (Orange)" hidden="1">
            <a:extLst>
              <a:ext uri="{FF2B5EF4-FFF2-40B4-BE49-F238E27FC236}">
                <a16:creationId xmlns:a16="http://schemas.microsoft.com/office/drawing/2014/main" id="{5CF9008C-BC53-C0D4-9A3E-C8A77D02B2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95274" y="5686380"/>
            <a:ext cx="2855736" cy="516802"/>
          </a:xfrm>
          <a:custGeom>
            <a:avLst/>
            <a:gdLst>
              <a:gd name="connsiteX0" fmla="*/ 1628098 w 2855736"/>
              <a:gd name="connsiteY0" fmla="*/ 189308 h 516802"/>
              <a:gd name="connsiteX1" fmla="*/ 1598276 w 2855736"/>
              <a:gd name="connsiteY1" fmla="*/ 194730 h 516802"/>
              <a:gd name="connsiteX2" fmla="*/ 1576820 w 2855736"/>
              <a:gd name="connsiteY2" fmla="*/ 209524 h 516802"/>
              <a:gd name="connsiteX3" fmla="*/ 1563188 w 2855736"/>
              <a:gd name="connsiteY3" fmla="*/ 231368 h 516802"/>
              <a:gd name="connsiteX4" fmla="*/ 1563188 w 2855736"/>
              <a:gd name="connsiteY4" fmla="*/ 231290 h 516802"/>
              <a:gd name="connsiteX5" fmla="*/ 1557921 w 2855736"/>
              <a:gd name="connsiteY5" fmla="*/ 254838 h 516802"/>
              <a:gd name="connsiteX6" fmla="*/ 1694015 w 2855736"/>
              <a:gd name="connsiteY6" fmla="*/ 254838 h 516802"/>
              <a:gd name="connsiteX7" fmla="*/ 1678059 w 2855736"/>
              <a:gd name="connsiteY7" fmla="*/ 207201 h 516802"/>
              <a:gd name="connsiteX8" fmla="*/ 1628098 w 2855736"/>
              <a:gd name="connsiteY8" fmla="*/ 189308 h 516802"/>
              <a:gd name="connsiteX9" fmla="*/ 782717 w 2855736"/>
              <a:gd name="connsiteY9" fmla="*/ 189308 h 516802"/>
              <a:gd name="connsiteX10" fmla="*/ 752895 w 2855736"/>
              <a:gd name="connsiteY10" fmla="*/ 194730 h 516802"/>
              <a:gd name="connsiteX11" fmla="*/ 731439 w 2855736"/>
              <a:gd name="connsiteY11" fmla="*/ 209524 h 516802"/>
              <a:gd name="connsiteX12" fmla="*/ 717807 w 2855736"/>
              <a:gd name="connsiteY12" fmla="*/ 231368 h 516802"/>
              <a:gd name="connsiteX13" fmla="*/ 717807 w 2855736"/>
              <a:gd name="connsiteY13" fmla="*/ 231290 h 516802"/>
              <a:gd name="connsiteX14" fmla="*/ 712539 w 2855736"/>
              <a:gd name="connsiteY14" fmla="*/ 254838 h 516802"/>
              <a:gd name="connsiteX15" fmla="*/ 848634 w 2855736"/>
              <a:gd name="connsiteY15" fmla="*/ 254838 h 516802"/>
              <a:gd name="connsiteX16" fmla="*/ 832677 w 2855736"/>
              <a:gd name="connsiteY16" fmla="*/ 207201 h 516802"/>
              <a:gd name="connsiteX17" fmla="*/ 782717 w 2855736"/>
              <a:gd name="connsiteY17" fmla="*/ 189308 h 516802"/>
              <a:gd name="connsiteX18" fmla="*/ 476601 w 2855736"/>
              <a:gd name="connsiteY18" fmla="*/ 124553 h 516802"/>
              <a:gd name="connsiteX19" fmla="*/ 480087 w 2855736"/>
              <a:gd name="connsiteY19" fmla="*/ 124553 h 516802"/>
              <a:gd name="connsiteX20" fmla="*/ 569319 w 2855736"/>
              <a:gd name="connsiteY20" fmla="*/ 124553 h 516802"/>
              <a:gd name="connsiteX21" fmla="*/ 572882 w 2855736"/>
              <a:gd name="connsiteY21" fmla="*/ 124553 h 516802"/>
              <a:gd name="connsiteX22" fmla="*/ 572882 w 2855736"/>
              <a:gd name="connsiteY22" fmla="*/ 128116 h 516802"/>
              <a:gd name="connsiteX23" fmla="*/ 572804 w 2855736"/>
              <a:gd name="connsiteY23" fmla="*/ 466299 h 516802"/>
              <a:gd name="connsiteX24" fmla="*/ 569319 w 2855736"/>
              <a:gd name="connsiteY24" fmla="*/ 466299 h 516802"/>
              <a:gd name="connsiteX25" fmla="*/ 480087 w 2855736"/>
              <a:gd name="connsiteY25" fmla="*/ 466299 h 516802"/>
              <a:gd name="connsiteX26" fmla="*/ 476601 w 2855736"/>
              <a:gd name="connsiteY26" fmla="*/ 466299 h 516802"/>
              <a:gd name="connsiteX27" fmla="*/ 476601 w 2855736"/>
              <a:gd name="connsiteY27" fmla="*/ 127496 h 516802"/>
              <a:gd name="connsiteX28" fmla="*/ 2026544 w 2855736"/>
              <a:gd name="connsiteY28" fmla="*/ 116342 h 516802"/>
              <a:gd name="connsiteX29" fmla="*/ 2113220 w 2855736"/>
              <a:gd name="connsiteY29" fmla="*/ 147093 h 516802"/>
              <a:gd name="connsiteX30" fmla="*/ 2141569 w 2855736"/>
              <a:gd name="connsiteY30" fmla="*/ 242832 h 516802"/>
              <a:gd name="connsiteX31" fmla="*/ 2141569 w 2855736"/>
              <a:gd name="connsiteY31" fmla="*/ 466376 h 516802"/>
              <a:gd name="connsiteX32" fmla="*/ 2045366 w 2855736"/>
              <a:gd name="connsiteY32" fmla="*/ 466376 h 516802"/>
              <a:gd name="connsiteX33" fmla="*/ 2045366 w 2855736"/>
              <a:gd name="connsiteY33" fmla="*/ 254992 h 516802"/>
              <a:gd name="connsiteX34" fmla="*/ 2033050 w 2855736"/>
              <a:gd name="connsiteY34" fmla="*/ 209757 h 516802"/>
              <a:gd name="connsiteX35" fmla="*/ 1999820 w 2855736"/>
              <a:gd name="connsiteY35" fmla="*/ 197983 h 516802"/>
              <a:gd name="connsiteX36" fmla="*/ 1971548 w 2855736"/>
              <a:gd name="connsiteY36" fmla="*/ 202786 h 516802"/>
              <a:gd name="connsiteX37" fmla="*/ 1949472 w 2855736"/>
              <a:gd name="connsiteY37" fmla="*/ 216651 h 516802"/>
              <a:gd name="connsiteX38" fmla="*/ 1935143 w 2855736"/>
              <a:gd name="connsiteY38" fmla="*/ 237022 h 516802"/>
              <a:gd name="connsiteX39" fmla="*/ 1929411 w 2855736"/>
              <a:gd name="connsiteY39" fmla="*/ 262583 h 516802"/>
              <a:gd name="connsiteX40" fmla="*/ 1929411 w 2855736"/>
              <a:gd name="connsiteY40" fmla="*/ 466299 h 516802"/>
              <a:gd name="connsiteX41" fmla="*/ 1833130 w 2855736"/>
              <a:gd name="connsiteY41" fmla="*/ 466299 h 516802"/>
              <a:gd name="connsiteX42" fmla="*/ 1833130 w 2855736"/>
              <a:gd name="connsiteY42" fmla="*/ 124630 h 516802"/>
              <a:gd name="connsiteX43" fmla="*/ 1926855 w 2855736"/>
              <a:gd name="connsiteY43" fmla="*/ 124630 h 516802"/>
              <a:gd name="connsiteX44" fmla="*/ 1926855 w 2855736"/>
              <a:gd name="connsiteY44" fmla="*/ 165063 h 516802"/>
              <a:gd name="connsiteX45" fmla="*/ 1968605 w 2855736"/>
              <a:gd name="connsiteY45" fmla="*/ 130052 h 516802"/>
              <a:gd name="connsiteX46" fmla="*/ 2026544 w 2855736"/>
              <a:gd name="connsiteY46" fmla="*/ 116342 h 516802"/>
              <a:gd name="connsiteX47" fmla="*/ 1272176 w 2855736"/>
              <a:gd name="connsiteY47" fmla="*/ 115490 h 516802"/>
              <a:gd name="connsiteX48" fmla="*/ 1339410 w 2855736"/>
              <a:gd name="connsiteY48" fmla="*/ 123623 h 516802"/>
              <a:gd name="connsiteX49" fmla="*/ 1384258 w 2855736"/>
              <a:gd name="connsiteY49" fmla="*/ 145544 h 516802"/>
              <a:gd name="connsiteX50" fmla="*/ 1397194 w 2855736"/>
              <a:gd name="connsiteY50" fmla="*/ 157860 h 516802"/>
              <a:gd name="connsiteX51" fmla="*/ 1410749 w 2855736"/>
              <a:gd name="connsiteY51" fmla="*/ 178696 h 516802"/>
              <a:gd name="connsiteX52" fmla="*/ 1415319 w 2855736"/>
              <a:gd name="connsiteY52" fmla="*/ 189695 h 516802"/>
              <a:gd name="connsiteX53" fmla="*/ 1416171 w 2855736"/>
              <a:gd name="connsiteY53" fmla="*/ 192174 h 516802"/>
              <a:gd name="connsiteX54" fmla="*/ 1422755 w 2855736"/>
              <a:gd name="connsiteY54" fmla="*/ 222847 h 516802"/>
              <a:gd name="connsiteX55" fmla="*/ 1423065 w 2855736"/>
              <a:gd name="connsiteY55" fmla="*/ 226643 h 516802"/>
              <a:gd name="connsiteX56" fmla="*/ 1335382 w 2855736"/>
              <a:gd name="connsiteY56" fmla="*/ 226643 h 516802"/>
              <a:gd name="connsiteX57" fmla="*/ 1333058 w 2855736"/>
              <a:gd name="connsiteY57" fmla="*/ 218432 h 516802"/>
              <a:gd name="connsiteX58" fmla="*/ 1318109 w 2855736"/>
              <a:gd name="connsiteY58" fmla="*/ 198835 h 516802"/>
              <a:gd name="connsiteX59" fmla="*/ 1274035 w 2855736"/>
              <a:gd name="connsiteY59" fmla="*/ 188688 h 516802"/>
              <a:gd name="connsiteX60" fmla="*/ 1245220 w 2855736"/>
              <a:gd name="connsiteY60" fmla="*/ 191477 h 516802"/>
              <a:gd name="connsiteX61" fmla="*/ 1227870 w 2855736"/>
              <a:gd name="connsiteY61" fmla="*/ 198293 h 516802"/>
              <a:gd name="connsiteX62" fmla="*/ 1219504 w 2855736"/>
              <a:gd name="connsiteY62" fmla="*/ 207123 h 516802"/>
              <a:gd name="connsiteX63" fmla="*/ 1217025 w 2855736"/>
              <a:gd name="connsiteY63" fmla="*/ 216418 h 516802"/>
              <a:gd name="connsiteX64" fmla="*/ 1225469 w 2855736"/>
              <a:gd name="connsiteY64" fmla="*/ 236867 h 516802"/>
              <a:gd name="connsiteX65" fmla="*/ 1262494 w 2855736"/>
              <a:gd name="connsiteY65" fmla="*/ 248641 h 516802"/>
              <a:gd name="connsiteX66" fmla="*/ 1304553 w 2855736"/>
              <a:gd name="connsiteY66" fmla="*/ 255612 h 516802"/>
              <a:gd name="connsiteX67" fmla="*/ 1365513 w 2855736"/>
              <a:gd name="connsiteY67" fmla="*/ 270484 h 516802"/>
              <a:gd name="connsiteX68" fmla="*/ 1403313 w 2855736"/>
              <a:gd name="connsiteY68" fmla="*/ 293179 h 516802"/>
              <a:gd name="connsiteX69" fmla="*/ 1423375 w 2855736"/>
              <a:gd name="connsiteY69" fmla="*/ 325635 h 516802"/>
              <a:gd name="connsiteX70" fmla="*/ 1423375 w 2855736"/>
              <a:gd name="connsiteY70" fmla="*/ 325712 h 516802"/>
              <a:gd name="connsiteX71" fmla="*/ 1428952 w 2855736"/>
              <a:gd name="connsiteY71" fmla="*/ 368159 h 516802"/>
              <a:gd name="connsiteX72" fmla="*/ 1391927 w 2855736"/>
              <a:gd name="connsiteY72" fmla="*/ 446392 h 516802"/>
              <a:gd name="connsiteX73" fmla="*/ 1279534 w 2855736"/>
              <a:gd name="connsiteY73" fmla="*/ 475516 h 516802"/>
              <a:gd name="connsiteX74" fmla="*/ 1221828 w 2855736"/>
              <a:gd name="connsiteY74" fmla="*/ 470017 h 516802"/>
              <a:gd name="connsiteX75" fmla="*/ 1172255 w 2855736"/>
              <a:gd name="connsiteY75" fmla="*/ 450730 h 516802"/>
              <a:gd name="connsiteX76" fmla="*/ 1136081 w 2855736"/>
              <a:gd name="connsiteY76" fmla="*/ 413937 h 516802"/>
              <a:gd name="connsiteX77" fmla="*/ 1120280 w 2855736"/>
              <a:gd name="connsiteY77" fmla="*/ 360336 h 516802"/>
              <a:gd name="connsiteX78" fmla="*/ 1213230 w 2855736"/>
              <a:gd name="connsiteY78" fmla="*/ 360336 h 516802"/>
              <a:gd name="connsiteX79" fmla="*/ 1233911 w 2855736"/>
              <a:gd name="connsiteY79" fmla="*/ 391087 h 516802"/>
              <a:gd name="connsiteX80" fmla="*/ 1278295 w 2855736"/>
              <a:gd name="connsiteY80" fmla="*/ 399685 h 516802"/>
              <a:gd name="connsiteX81" fmla="*/ 1322059 w 2855736"/>
              <a:gd name="connsiteY81" fmla="*/ 392171 h 516802"/>
              <a:gd name="connsiteX82" fmla="*/ 1333988 w 2855736"/>
              <a:gd name="connsiteY82" fmla="*/ 369398 h 516802"/>
              <a:gd name="connsiteX83" fmla="*/ 1326319 w 2855736"/>
              <a:gd name="connsiteY83" fmla="*/ 349492 h 516802"/>
              <a:gd name="connsiteX84" fmla="*/ 1295568 w 2855736"/>
              <a:gd name="connsiteY84" fmla="*/ 337253 h 516802"/>
              <a:gd name="connsiteX85" fmla="*/ 1247467 w 2855736"/>
              <a:gd name="connsiteY85" fmla="*/ 329585 h 516802"/>
              <a:gd name="connsiteX86" fmla="*/ 1155678 w 2855736"/>
              <a:gd name="connsiteY86" fmla="*/ 296045 h 516802"/>
              <a:gd name="connsiteX87" fmla="*/ 1124695 w 2855736"/>
              <a:gd name="connsiteY87" fmla="*/ 222847 h 516802"/>
              <a:gd name="connsiteX88" fmla="*/ 1135617 w 2855736"/>
              <a:gd name="connsiteY88" fmla="*/ 177844 h 516802"/>
              <a:gd name="connsiteX89" fmla="*/ 1166290 w 2855736"/>
              <a:gd name="connsiteY89" fmla="*/ 144150 h 516802"/>
              <a:gd name="connsiteX90" fmla="*/ 1212920 w 2855736"/>
              <a:gd name="connsiteY90" fmla="*/ 122926 h 516802"/>
              <a:gd name="connsiteX91" fmla="*/ 1272176 w 2855736"/>
              <a:gd name="connsiteY91" fmla="*/ 115490 h 516802"/>
              <a:gd name="connsiteX92" fmla="*/ 1629957 w 2855736"/>
              <a:gd name="connsiteY92" fmla="*/ 115335 h 516802"/>
              <a:gd name="connsiteX93" fmla="*/ 1747616 w 2855736"/>
              <a:gd name="connsiteY93" fmla="*/ 160493 h 516802"/>
              <a:gd name="connsiteX94" fmla="*/ 1787043 w 2855736"/>
              <a:gd name="connsiteY94" fmla="*/ 281328 h 516802"/>
              <a:gd name="connsiteX95" fmla="*/ 1787043 w 2855736"/>
              <a:gd name="connsiteY95" fmla="*/ 320522 h 516802"/>
              <a:gd name="connsiteX96" fmla="*/ 1556526 w 2855736"/>
              <a:gd name="connsiteY96" fmla="*/ 320522 h 516802"/>
              <a:gd name="connsiteX97" fmla="*/ 1575968 w 2855736"/>
              <a:gd name="connsiteY97" fmla="*/ 377454 h 516802"/>
              <a:gd name="connsiteX98" fmla="*/ 1630654 w 2855736"/>
              <a:gd name="connsiteY98" fmla="*/ 398833 h 516802"/>
              <a:gd name="connsiteX99" fmla="*/ 1688825 w 2855736"/>
              <a:gd name="connsiteY99" fmla="*/ 360181 h 516802"/>
              <a:gd name="connsiteX100" fmla="*/ 1688903 w 2855736"/>
              <a:gd name="connsiteY100" fmla="*/ 360181 h 516802"/>
              <a:gd name="connsiteX101" fmla="*/ 1782937 w 2855736"/>
              <a:gd name="connsiteY101" fmla="*/ 360181 h 516802"/>
              <a:gd name="connsiteX102" fmla="*/ 1737082 w 2855736"/>
              <a:gd name="connsiteY102" fmla="*/ 445540 h 516802"/>
              <a:gd name="connsiteX103" fmla="*/ 1630034 w 2855736"/>
              <a:gd name="connsiteY103" fmla="*/ 475284 h 516802"/>
              <a:gd name="connsiteX104" fmla="*/ 1502848 w 2855736"/>
              <a:gd name="connsiteY104" fmla="*/ 428267 h 516802"/>
              <a:gd name="connsiteX105" fmla="*/ 1460168 w 2855736"/>
              <a:gd name="connsiteY105" fmla="*/ 295890 h 516802"/>
              <a:gd name="connsiteX106" fmla="*/ 1472484 w 2855736"/>
              <a:gd name="connsiteY106" fmla="*/ 219826 h 516802"/>
              <a:gd name="connsiteX107" fmla="*/ 1507340 w 2855736"/>
              <a:gd name="connsiteY107" fmla="*/ 162894 h 516802"/>
              <a:gd name="connsiteX108" fmla="*/ 1561174 w 2855736"/>
              <a:gd name="connsiteY108" fmla="*/ 127341 h 516802"/>
              <a:gd name="connsiteX109" fmla="*/ 1629957 w 2855736"/>
              <a:gd name="connsiteY109" fmla="*/ 115335 h 516802"/>
              <a:gd name="connsiteX110" fmla="*/ 784576 w 2855736"/>
              <a:gd name="connsiteY110" fmla="*/ 115335 h 516802"/>
              <a:gd name="connsiteX111" fmla="*/ 902235 w 2855736"/>
              <a:gd name="connsiteY111" fmla="*/ 160493 h 516802"/>
              <a:gd name="connsiteX112" fmla="*/ 941661 w 2855736"/>
              <a:gd name="connsiteY112" fmla="*/ 281328 h 516802"/>
              <a:gd name="connsiteX113" fmla="*/ 941661 w 2855736"/>
              <a:gd name="connsiteY113" fmla="*/ 320522 h 516802"/>
              <a:gd name="connsiteX114" fmla="*/ 711145 w 2855736"/>
              <a:gd name="connsiteY114" fmla="*/ 320522 h 516802"/>
              <a:gd name="connsiteX115" fmla="*/ 730587 w 2855736"/>
              <a:gd name="connsiteY115" fmla="*/ 377454 h 516802"/>
              <a:gd name="connsiteX116" fmla="*/ 785273 w 2855736"/>
              <a:gd name="connsiteY116" fmla="*/ 398833 h 516802"/>
              <a:gd name="connsiteX117" fmla="*/ 843444 w 2855736"/>
              <a:gd name="connsiteY117" fmla="*/ 360181 h 516802"/>
              <a:gd name="connsiteX118" fmla="*/ 843522 w 2855736"/>
              <a:gd name="connsiteY118" fmla="*/ 360181 h 516802"/>
              <a:gd name="connsiteX119" fmla="*/ 937556 w 2855736"/>
              <a:gd name="connsiteY119" fmla="*/ 360181 h 516802"/>
              <a:gd name="connsiteX120" fmla="*/ 891701 w 2855736"/>
              <a:gd name="connsiteY120" fmla="*/ 445540 h 516802"/>
              <a:gd name="connsiteX121" fmla="*/ 784653 w 2855736"/>
              <a:gd name="connsiteY121" fmla="*/ 475284 h 516802"/>
              <a:gd name="connsiteX122" fmla="*/ 657467 w 2855736"/>
              <a:gd name="connsiteY122" fmla="*/ 428267 h 516802"/>
              <a:gd name="connsiteX123" fmla="*/ 614787 w 2855736"/>
              <a:gd name="connsiteY123" fmla="*/ 295890 h 516802"/>
              <a:gd name="connsiteX124" fmla="*/ 627103 w 2855736"/>
              <a:gd name="connsiteY124" fmla="*/ 219826 h 516802"/>
              <a:gd name="connsiteX125" fmla="*/ 661959 w 2855736"/>
              <a:gd name="connsiteY125" fmla="*/ 162894 h 516802"/>
              <a:gd name="connsiteX126" fmla="*/ 715793 w 2855736"/>
              <a:gd name="connsiteY126" fmla="*/ 127341 h 516802"/>
              <a:gd name="connsiteX127" fmla="*/ 784576 w 2855736"/>
              <a:gd name="connsiteY127" fmla="*/ 115335 h 516802"/>
              <a:gd name="connsiteX128" fmla="*/ 2576886 w 2855736"/>
              <a:gd name="connsiteY128" fmla="*/ 97288 h 516802"/>
              <a:gd name="connsiteX129" fmla="*/ 2435834 w 2855736"/>
              <a:gd name="connsiteY129" fmla="*/ 238339 h 516802"/>
              <a:gd name="connsiteX130" fmla="*/ 2576886 w 2855736"/>
              <a:gd name="connsiteY130" fmla="*/ 379391 h 516802"/>
              <a:gd name="connsiteX131" fmla="*/ 2717938 w 2855736"/>
              <a:gd name="connsiteY131" fmla="*/ 238339 h 516802"/>
              <a:gd name="connsiteX132" fmla="*/ 2576886 w 2855736"/>
              <a:gd name="connsiteY132" fmla="*/ 97288 h 516802"/>
              <a:gd name="connsiteX133" fmla="*/ 2196642 w 2855736"/>
              <a:gd name="connsiteY133" fmla="*/ 10456 h 516802"/>
              <a:gd name="connsiteX134" fmla="*/ 2290522 w 2855736"/>
              <a:gd name="connsiteY134" fmla="*/ 10456 h 516802"/>
              <a:gd name="connsiteX135" fmla="*/ 2290522 w 2855736"/>
              <a:gd name="connsiteY135" fmla="*/ 466298 h 516802"/>
              <a:gd name="connsiteX136" fmla="*/ 2196642 w 2855736"/>
              <a:gd name="connsiteY136" fmla="*/ 466298 h 516802"/>
              <a:gd name="connsiteX137" fmla="*/ 986665 w 2855736"/>
              <a:gd name="connsiteY137" fmla="*/ 10456 h 516802"/>
              <a:gd name="connsiteX138" fmla="*/ 1080545 w 2855736"/>
              <a:gd name="connsiteY138" fmla="*/ 10456 h 516802"/>
              <a:gd name="connsiteX139" fmla="*/ 1080545 w 2855736"/>
              <a:gd name="connsiteY139" fmla="*/ 475593 h 516802"/>
              <a:gd name="connsiteX140" fmla="*/ 1065905 w 2855736"/>
              <a:gd name="connsiteY140" fmla="*/ 475593 h 516802"/>
              <a:gd name="connsiteX141" fmla="*/ 986665 w 2855736"/>
              <a:gd name="connsiteY141" fmla="*/ 394107 h 516802"/>
              <a:gd name="connsiteX142" fmla="*/ 476601 w 2855736"/>
              <a:gd name="connsiteY142" fmla="*/ 10456 h 516802"/>
              <a:gd name="connsiteX143" fmla="*/ 480087 w 2855736"/>
              <a:gd name="connsiteY143" fmla="*/ 10456 h 516802"/>
              <a:gd name="connsiteX144" fmla="*/ 569319 w 2855736"/>
              <a:gd name="connsiteY144" fmla="*/ 10456 h 516802"/>
              <a:gd name="connsiteX145" fmla="*/ 572882 w 2855736"/>
              <a:gd name="connsiteY145" fmla="*/ 10456 h 516802"/>
              <a:gd name="connsiteX146" fmla="*/ 572882 w 2855736"/>
              <a:gd name="connsiteY146" fmla="*/ 81330 h 516802"/>
              <a:gd name="connsiteX147" fmla="*/ 572882 w 2855736"/>
              <a:gd name="connsiteY147" fmla="*/ 84893 h 516802"/>
              <a:gd name="connsiteX148" fmla="*/ 569319 w 2855736"/>
              <a:gd name="connsiteY148" fmla="*/ 84893 h 516802"/>
              <a:gd name="connsiteX149" fmla="*/ 480087 w 2855736"/>
              <a:gd name="connsiteY149" fmla="*/ 84893 h 516802"/>
              <a:gd name="connsiteX150" fmla="*/ 476601 w 2855736"/>
              <a:gd name="connsiteY150" fmla="*/ 84893 h 516802"/>
              <a:gd name="connsiteX151" fmla="*/ 476601 w 2855736"/>
              <a:gd name="connsiteY151" fmla="*/ 81330 h 516802"/>
              <a:gd name="connsiteX152" fmla="*/ 58559 w 2855736"/>
              <a:gd name="connsiteY152" fmla="*/ 6331 h 516802"/>
              <a:gd name="connsiteX153" fmla="*/ 82648 w 2855736"/>
              <a:gd name="connsiteY153" fmla="*/ 20990 h 516802"/>
              <a:gd name="connsiteX154" fmla="*/ 326565 w 2855736"/>
              <a:gd name="connsiteY154" fmla="*/ 298911 h 516802"/>
              <a:gd name="connsiteX155" fmla="*/ 326565 w 2855736"/>
              <a:gd name="connsiteY155" fmla="*/ 10456 h 516802"/>
              <a:gd name="connsiteX156" fmla="*/ 421064 w 2855736"/>
              <a:gd name="connsiteY156" fmla="*/ 10456 h 516802"/>
              <a:gd name="connsiteX157" fmla="*/ 421064 w 2855736"/>
              <a:gd name="connsiteY157" fmla="*/ 424781 h 516802"/>
              <a:gd name="connsiteX158" fmla="*/ 390545 w 2855736"/>
              <a:gd name="connsiteY158" fmla="*/ 469397 h 516802"/>
              <a:gd name="connsiteX159" fmla="*/ 373814 w 2855736"/>
              <a:gd name="connsiteY159" fmla="*/ 472495 h 516802"/>
              <a:gd name="connsiteX160" fmla="*/ 338416 w 2855736"/>
              <a:gd name="connsiteY160" fmla="*/ 456461 h 516802"/>
              <a:gd name="connsiteX161" fmla="*/ 94499 w 2855736"/>
              <a:gd name="connsiteY161" fmla="*/ 178541 h 516802"/>
              <a:gd name="connsiteX162" fmla="*/ 94499 w 2855736"/>
              <a:gd name="connsiteY162" fmla="*/ 466298 h 516802"/>
              <a:gd name="connsiteX163" fmla="*/ 0 w 2855736"/>
              <a:gd name="connsiteY163" fmla="*/ 466298 h 516802"/>
              <a:gd name="connsiteX164" fmla="*/ 0 w 2855736"/>
              <a:gd name="connsiteY164" fmla="*/ 52748 h 516802"/>
              <a:gd name="connsiteX165" fmla="*/ 30519 w 2855736"/>
              <a:gd name="connsiteY165" fmla="*/ 8055 h 516802"/>
              <a:gd name="connsiteX166" fmla="*/ 58559 w 2855736"/>
              <a:gd name="connsiteY166" fmla="*/ 6331 h 516802"/>
              <a:gd name="connsiteX167" fmla="*/ 2576886 w 2855736"/>
              <a:gd name="connsiteY167" fmla="*/ 0 h 516802"/>
              <a:gd name="connsiteX168" fmla="*/ 2815303 w 2855736"/>
              <a:gd name="connsiteY168" fmla="*/ 238417 h 516802"/>
              <a:gd name="connsiteX169" fmla="*/ 2775489 w 2855736"/>
              <a:gd name="connsiteY169" fmla="*/ 370096 h 516802"/>
              <a:gd name="connsiteX170" fmla="*/ 2775412 w 2855736"/>
              <a:gd name="connsiteY170" fmla="*/ 370096 h 516802"/>
              <a:gd name="connsiteX171" fmla="*/ 2855736 w 2855736"/>
              <a:gd name="connsiteY171" fmla="*/ 450420 h 516802"/>
              <a:gd name="connsiteX172" fmla="*/ 2789354 w 2855736"/>
              <a:gd name="connsiteY172" fmla="*/ 516802 h 516802"/>
              <a:gd name="connsiteX173" fmla="*/ 2709108 w 2855736"/>
              <a:gd name="connsiteY173" fmla="*/ 436555 h 516802"/>
              <a:gd name="connsiteX174" fmla="*/ 2576886 w 2855736"/>
              <a:gd name="connsiteY174" fmla="*/ 476756 h 516802"/>
              <a:gd name="connsiteX175" fmla="*/ 2338469 w 2855736"/>
              <a:gd name="connsiteY175" fmla="*/ 238417 h 516802"/>
              <a:gd name="connsiteX176" fmla="*/ 2576886 w 2855736"/>
              <a:gd name="connsiteY176" fmla="*/ 0 h 516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</a:cxnLst>
            <a:rect l="l" t="t" r="r" b="b"/>
            <a:pathLst>
              <a:path w="2855736" h="516802">
                <a:moveTo>
                  <a:pt x="1628098" y="189308"/>
                </a:moveTo>
                <a:cubicBezTo>
                  <a:pt x="1616711" y="189308"/>
                  <a:pt x="1606719" y="191089"/>
                  <a:pt x="1598276" y="194730"/>
                </a:cubicBezTo>
                <a:cubicBezTo>
                  <a:pt x="1589833" y="198370"/>
                  <a:pt x="1582630" y="203328"/>
                  <a:pt x="1576820" y="209524"/>
                </a:cubicBezTo>
                <a:cubicBezTo>
                  <a:pt x="1571011" y="215798"/>
                  <a:pt x="1566441" y="223157"/>
                  <a:pt x="1563188" y="231368"/>
                </a:cubicBezTo>
                <a:lnTo>
                  <a:pt x="1563188" y="231290"/>
                </a:lnTo>
                <a:cubicBezTo>
                  <a:pt x="1560399" y="238571"/>
                  <a:pt x="1558618" y="246472"/>
                  <a:pt x="1557921" y="254838"/>
                </a:cubicBezTo>
                <a:lnTo>
                  <a:pt x="1694015" y="254838"/>
                </a:lnTo>
                <a:cubicBezTo>
                  <a:pt x="1693473" y="234621"/>
                  <a:pt x="1688128" y="218587"/>
                  <a:pt x="1678059" y="207201"/>
                </a:cubicBezTo>
                <a:cubicBezTo>
                  <a:pt x="1667524" y="195349"/>
                  <a:pt x="1650716" y="189308"/>
                  <a:pt x="1628098" y="189308"/>
                </a:cubicBezTo>
                <a:close/>
                <a:moveTo>
                  <a:pt x="782717" y="189308"/>
                </a:moveTo>
                <a:cubicBezTo>
                  <a:pt x="771330" y="189308"/>
                  <a:pt x="761338" y="191089"/>
                  <a:pt x="752895" y="194730"/>
                </a:cubicBezTo>
                <a:cubicBezTo>
                  <a:pt x="744452" y="198370"/>
                  <a:pt x="737249" y="203328"/>
                  <a:pt x="731439" y="209524"/>
                </a:cubicBezTo>
                <a:cubicBezTo>
                  <a:pt x="725630" y="215798"/>
                  <a:pt x="721060" y="223157"/>
                  <a:pt x="717807" y="231368"/>
                </a:cubicBezTo>
                <a:lnTo>
                  <a:pt x="717807" y="231290"/>
                </a:lnTo>
                <a:cubicBezTo>
                  <a:pt x="715018" y="238571"/>
                  <a:pt x="713237" y="246472"/>
                  <a:pt x="712539" y="254838"/>
                </a:cubicBezTo>
                <a:lnTo>
                  <a:pt x="848634" y="254838"/>
                </a:lnTo>
                <a:cubicBezTo>
                  <a:pt x="848092" y="234621"/>
                  <a:pt x="842747" y="218587"/>
                  <a:pt x="832677" y="207201"/>
                </a:cubicBezTo>
                <a:cubicBezTo>
                  <a:pt x="822143" y="195349"/>
                  <a:pt x="805335" y="189308"/>
                  <a:pt x="782717" y="189308"/>
                </a:cubicBezTo>
                <a:close/>
                <a:moveTo>
                  <a:pt x="476601" y="124553"/>
                </a:moveTo>
                <a:lnTo>
                  <a:pt x="480087" y="124553"/>
                </a:lnTo>
                <a:lnTo>
                  <a:pt x="569319" y="124553"/>
                </a:lnTo>
                <a:lnTo>
                  <a:pt x="572882" y="124553"/>
                </a:lnTo>
                <a:lnTo>
                  <a:pt x="572882" y="128116"/>
                </a:lnTo>
                <a:lnTo>
                  <a:pt x="572804" y="466299"/>
                </a:lnTo>
                <a:lnTo>
                  <a:pt x="569319" y="466299"/>
                </a:lnTo>
                <a:lnTo>
                  <a:pt x="480087" y="466299"/>
                </a:lnTo>
                <a:lnTo>
                  <a:pt x="476601" y="466299"/>
                </a:lnTo>
                <a:lnTo>
                  <a:pt x="476601" y="127496"/>
                </a:lnTo>
                <a:close/>
                <a:moveTo>
                  <a:pt x="2026544" y="116342"/>
                </a:moveTo>
                <a:cubicBezTo>
                  <a:pt x="2065195" y="116342"/>
                  <a:pt x="2094320" y="126721"/>
                  <a:pt x="2113220" y="147093"/>
                </a:cubicBezTo>
                <a:cubicBezTo>
                  <a:pt x="2132042" y="167465"/>
                  <a:pt x="2141569" y="199687"/>
                  <a:pt x="2141569" y="242832"/>
                </a:cubicBezTo>
                <a:lnTo>
                  <a:pt x="2141569" y="466376"/>
                </a:lnTo>
                <a:lnTo>
                  <a:pt x="2045366" y="466376"/>
                </a:lnTo>
                <a:lnTo>
                  <a:pt x="2045366" y="254992"/>
                </a:lnTo>
                <a:cubicBezTo>
                  <a:pt x="2045366" y="232762"/>
                  <a:pt x="2041183" y="217503"/>
                  <a:pt x="2033050" y="209757"/>
                </a:cubicBezTo>
                <a:cubicBezTo>
                  <a:pt x="2024840" y="201933"/>
                  <a:pt x="2013686" y="197983"/>
                  <a:pt x="1999820" y="197983"/>
                </a:cubicBezTo>
                <a:cubicBezTo>
                  <a:pt x="1988899" y="197983"/>
                  <a:pt x="1979371" y="199610"/>
                  <a:pt x="1971548" y="202786"/>
                </a:cubicBezTo>
                <a:cubicBezTo>
                  <a:pt x="1963647" y="205961"/>
                  <a:pt x="1956211" y="210764"/>
                  <a:pt x="1949472" y="216651"/>
                </a:cubicBezTo>
                <a:cubicBezTo>
                  <a:pt x="1943818" y="222305"/>
                  <a:pt x="1938938" y="229121"/>
                  <a:pt x="1935143" y="237022"/>
                </a:cubicBezTo>
                <a:cubicBezTo>
                  <a:pt x="1931347" y="244768"/>
                  <a:pt x="1929411" y="253366"/>
                  <a:pt x="1929411" y="262583"/>
                </a:cubicBezTo>
                <a:lnTo>
                  <a:pt x="1929411" y="466299"/>
                </a:lnTo>
                <a:lnTo>
                  <a:pt x="1833130" y="466299"/>
                </a:lnTo>
                <a:lnTo>
                  <a:pt x="1833130" y="124630"/>
                </a:lnTo>
                <a:lnTo>
                  <a:pt x="1926855" y="124630"/>
                </a:lnTo>
                <a:lnTo>
                  <a:pt x="1926855" y="165063"/>
                </a:lnTo>
                <a:cubicBezTo>
                  <a:pt x="1938938" y="149494"/>
                  <a:pt x="1952958" y="137798"/>
                  <a:pt x="1968605" y="130052"/>
                </a:cubicBezTo>
                <a:cubicBezTo>
                  <a:pt x="1987040" y="120989"/>
                  <a:pt x="2006559" y="116342"/>
                  <a:pt x="2026544" y="116342"/>
                </a:cubicBezTo>
                <a:close/>
                <a:moveTo>
                  <a:pt x="1272176" y="115490"/>
                </a:moveTo>
                <a:cubicBezTo>
                  <a:pt x="1298667" y="115490"/>
                  <a:pt x="1321285" y="118279"/>
                  <a:pt x="1339410" y="123623"/>
                </a:cubicBezTo>
                <a:cubicBezTo>
                  <a:pt x="1357613" y="129045"/>
                  <a:pt x="1372717" y="136404"/>
                  <a:pt x="1384258" y="145544"/>
                </a:cubicBezTo>
                <a:cubicBezTo>
                  <a:pt x="1389061" y="149339"/>
                  <a:pt x="1393321" y="153445"/>
                  <a:pt x="1397194" y="157860"/>
                </a:cubicBezTo>
                <a:cubicBezTo>
                  <a:pt x="1402693" y="164211"/>
                  <a:pt x="1407263" y="171183"/>
                  <a:pt x="1410749" y="178696"/>
                </a:cubicBezTo>
                <a:cubicBezTo>
                  <a:pt x="1412376" y="182259"/>
                  <a:pt x="1413925" y="185977"/>
                  <a:pt x="1415319" y="189695"/>
                </a:cubicBezTo>
                <a:cubicBezTo>
                  <a:pt x="1415629" y="190547"/>
                  <a:pt x="1415861" y="191322"/>
                  <a:pt x="1416171" y="192174"/>
                </a:cubicBezTo>
                <a:cubicBezTo>
                  <a:pt x="1419347" y="201934"/>
                  <a:pt x="1421516" y="212235"/>
                  <a:pt x="1422755" y="222847"/>
                </a:cubicBezTo>
                <a:cubicBezTo>
                  <a:pt x="1422910" y="224087"/>
                  <a:pt x="1422910" y="225403"/>
                  <a:pt x="1423065" y="226643"/>
                </a:cubicBezTo>
                <a:lnTo>
                  <a:pt x="1335382" y="226643"/>
                </a:lnTo>
                <a:cubicBezTo>
                  <a:pt x="1334762" y="223699"/>
                  <a:pt x="1333988" y="220988"/>
                  <a:pt x="1333058" y="218432"/>
                </a:cubicBezTo>
                <a:cubicBezTo>
                  <a:pt x="1329263" y="208905"/>
                  <a:pt x="1324615" y="203793"/>
                  <a:pt x="1318109" y="198835"/>
                </a:cubicBezTo>
                <a:cubicBezTo>
                  <a:pt x="1309201" y="192096"/>
                  <a:pt x="1294406" y="188688"/>
                  <a:pt x="1274035" y="188688"/>
                </a:cubicBezTo>
                <a:cubicBezTo>
                  <a:pt x="1262494" y="188688"/>
                  <a:pt x="1252734" y="189618"/>
                  <a:pt x="1245220" y="191477"/>
                </a:cubicBezTo>
                <a:cubicBezTo>
                  <a:pt x="1237784" y="193258"/>
                  <a:pt x="1231975" y="195582"/>
                  <a:pt x="1227870" y="198293"/>
                </a:cubicBezTo>
                <a:cubicBezTo>
                  <a:pt x="1223919" y="200927"/>
                  <a:pt x="1221131" y="203870"/>
                  <a:pt x="1219504" y="207123"/>
                </a:cubicBezTo>
                <a:cubicBezTo>
                  <a:pt x="1217878" y="210454"/>
                  <a:pt x="1217025" y="213630"/>
                  <a:pt x="1217025" y="216418"/>
                </a:cubicBezTo>
                <a:cubicBezTo>
                  <a:pt x="1217025" y="225946"/>
                  <a:pt x="1219814" y="232685"/>
                  <a:pt x="1225469" y="236867"/>
                </a:cubicBezTo>
                <a:cubicBezTo>
                  <a:pt x="1231588" y="241437"/>
                  <a:pt x="1244058" y="245388"/>
                  <a:pt x="1262494" y="248641"/>
                </a:cubicBezTo>
                <a:lnTo>
                  <a:pt x="1304553" y="255612"/>
                </a:lnTo>
                <a:cubicBezTo>
                  <a:pt x="1328023" y="259485"/>
                  <a:pt x="1350022" y="264442"/>
                  <a:pt x="1365513" y="270484"/>
                </a:cubicBezTo>
                <a:cubicBezTo>
                  <a:pt x="1381160" y="276526"/>
                  <a:pt x="1393863" y="284194"/>
                  <a:pt x="1403313" y="293179"/>
                </a:cubicBezTo>
                <a:cubicBezTo>
                  <a:pt x="1412840" y="302320"/>
                  <a:pt x="1419579" y="313241"/>
                  <a:pt x="1423375" y="325635"/>
                </a:cubicBezTo>
                <a:lnTo>
                  <a:pt x="1423375" y="325712"/>
                </a:lnTo>
                <a:cubicBezTo>
                  <a:pt x="1427093" y="337950"/>
                  <a:pt x="1428952" y="352203"/>
                  <a:pt x="1428952" y="368159"/>
                </a:cubicBezTo>
                <a:cubicBezTo>
                  <a:pt x="1428952" y="400537"/>
                  <a:pt x="1416481" y="426873"/>
                  <a:pt x="1391927" y="446392"/>
                </a:cubicBezTo>
                <a:cubicBezTo>
                  <a:pt x="1367605" y="465757"/>
                  <a:pt x="1329805" y="475516"/>
                  <a:pt x="1279534" y="475516"/>
                </a:cubicBezTo>
                <a:cubicBezTo>
                  <a:pt x="1259473" y="475516"/>
                  <a:pt x="1240031" y="473657"/>
                  <a:pt x="1221828" y="470017"/>
                </a:cubicBezTo>
                <a:cubicBezTo>
                  <a:pt x="1203470" y="466299"/>
                  <a:pt x="1186739" y="459870"/>
                  <a:pt x="1172255" y="450730"/>
                </a:cubicBezTo>
                <a:cubicBezTo>
                  <a:pt x="1157615" y="441590"/>
                  <a:pt x="1145454" y="429196"/>
                  <a:pt x="1136081" y="413937"/>
                </a:cubicBezTo>
                <a:cubicBezTo>
                  <a:pt x="1127251" y="399607"/>
                  <a:pt x="1121984" y="381559"/>
                  <a:pt x="1120280" y="360336"/>
                </a:cubicBezTo>
                <a:lnTo>
                  <a:pt x="1213230" y="360336"/>
                </a:lnTo>
                <a:cubicBezTo>
                  <a:pt x="1216561" y="375828"/>
                  <a:pt x="1223455" y="386207"/>
                  <a:pt x="1233911" y="391087"/>
                </a:cubicBezTo>
                <a:cubicBezTo>
                  <a:pt x="1246072" y="396819"/>
                  <a:pt x="1261022" y="399685"/>
                  <a:pt x="1278295" y="399685"/>
                </a:cubicBezTo>
                <a:cubicBezTo>
                  <a:pt x="1298744" y="399685"/>
                  <a:pt x="1313539" y="397129"/>
                  <a:pt x="1322059" y="392171"/>
                </a:cubicBezTo>
                <a:cubicBezTo>
                  <a:pt x="1330115" y="387524"/>
                  <a:pt x="1333988" y="380088"/>
                  <a:pt x="1333988" y="369398"/>
                </a:cubicBezTo>
                <a:cubicBezTo>
                  <a:pt x="1333988" y="361808"/>
                  <a:pt x="1331509" y="355224"/>
                  <a:pt x="1326319" y="349492"/>
                </a:cubicBezTo>
                <a:cubicBezTo>
                  <a:pt x="1321207" y="343760"/>
                  <a:pt x="1310828" y="339654"/>
                  <a:pt x="1295568" y="337253"/>
                </a:cubicBezTo>
                <a:lnTo>
                  <a:pt x="1247467" y="329585"/>
                </a:lnTo>
                <a:cubicBezTo>
                  <a:pt x="1206723" y="323156"/>
                  <a:pt x="1175818" y="311847"/>
                  <a:pt x="1155678" y="296045"/>
                </a:cubicBezTo>
                <a:cubicBezTo>
                  <a:pt x="1135152" y="279934"/>
                  <a:pt x="1124695" y="255302"/>
                  <a:pt x="1124695" y="222847"/>
                </a:cubicBezTo>
                <a:cubicBezTo>
                  <a:pt x="1124695" y="206194"/>
                  <a:pt x="1128336" y="191089"/>
                  <a:pt x="1135617" y="177844"/>
                </a:cubicBezTo>
                <a:cubicBezTo>
                  <a:pt x="1142820" y="164676"/>
                  <a:pt x="1153122" y="153367"/>
                  <a:pt x="1166290" y="144150"/>
                </a:cubicBezTo>
                <a:cubicBezTo>
                  <a:pt x="1179303" y="135010"/>
                  <a:pt x="1194950" y="127883"/>
                  <a:pt x="1212920" y="122926"/>
                </a:cubicBezTo>
                <a:cubicBezTo>
                  <a:pt x="1230813" y="117969"/>
                  <a:pt x="1250720" y="115490"/>
                  <a:pt x="1272176" y="115490"/>
                </a:cubicBezTo>
                <a:close/>
                <a:moveTo>
                  <a:pt x="1629957" y="115335"/>
                </a:moveTo>
                <a:cubicBezTo>
                  <a:pt x="1681776" y="115335"/>
                  <a:pt x="1721358" y="130517"/>
                  <a:pt x="1747616" y="160493"/>
                </a:cubicBezTo>
                <a:cubicBezTo>
                  <a:pt x="1773797" y="190315"/>
                  <a:pt x="1787043" y="230980"/>
                  <a:pt x="1787043" y="281328"/>
                </a:cubicBezTo>
                <a:lnTo>
                  <a:pt x="1787043" y="320522"/>
                </a:lnTo>
                <a:lnTo>
                  <a:pt x="1556526" y="320522"/>
                </a:lnTo>
                <a:cubicBezTo>
                  <a:pt x="1557843" y="344612"/>
                  <a:pt x="1564350" y="363744"/>
                  <a:pt x="1575968" y="377454"/>
                </a:cubicBezTo>
                <a:cubicBezTo>
                  <a:pt x="1587974" y="391629"/>
                  <a:pt x="1606332" y="398833"/>
                  <a:pt x="1630654" y="398833"/>
                </a:cubicBezTo>
                <a:cubicBezTo>
                  <a:pt x="1662954" y="398833"/>
                  <a:pt x="1682009" y="386207"/>
                  <a:pt x="1688825" y="360181"/>
                </a:cubicBezTo>
                <a:lnTo>
                  <a:pt x="1688903" y="360181"/>
                </a:lnTo>
                <a:lnTo>
                  <a:pt x="1782937" y="360181"/>
                </a:lnTo>
                <a:cubicBezTo>
                  <a:pt x="1776663" y="397361"/>
                  <a:pt x="1761249" y="426098"/>
                  <a:pt x="1737082" y="445540"/>
                </a:cubicBezTo>
                <a:cubicBezTo>
                  <a:pt x="1712527" y="465292"/>
                  <a:pt x="1676509" y="475284"/>
                  <a:pt x="1630034" y="475284"/>
                </a:cubicBezTo>
                <a:cubicBezTo>
                  <a:pt x="1574032" y="475284"/>
                  <a:pt x="1531197" y="459482"/>
                  <a:pt x="1502848" y="428267"/>
                </a:cubicBezTo>
                <a:cubicBezTo>
                  <a:pt x="1474498" y="397129"/>
                  <a:pt x="1460168" y="352590"/>
                  <a:pt x="1460168" y="295890"/>
                </a:cubicBezTo>
                <a:cubicBezTo>
                  <a:pt x="1460168" y="267618"/>
                  <a:pt x="1464273" y="241979"/>
                  <a:pt x="1472484" y="219826"/>
                </a:cubicBezTo>
                <a:cubicBezTo>
                  <a:pt x="1480695" y="197673"/>
                  <a:pt x="1492391" y="178464"/>
                  <a:pt x="1507340" y="162894"/>
                </a:cubicBezTo>
                <a:cubicBezTo>
                  <a:pt x="1522290" y="147325"/>
                  <a:pt x="1540415" y="135397"/>
                  <a:pt x="1561174" y="127341"/>
                </a:cubicBezTo>
                <a:cubicBezTo>
                  <a:pt x="1581855" y="119363"/>
                  <a:pt x="1605015" y="115335"/>
                  <a:pt x="1629957" y="115335"/>
                </a:cubicBezTo>
                <a:close/>
                <a:moveTo>
                  <a:pt x="784576" y="115335"/>
                </a:moveTo>
                <a:cubicBezTo>
                  <a:pt x="836395" y="115335"/>
                  <a:pt x="875977" y="130517"/>
                  <a:pt x="902235" y="160493"/>
                </a:cubicBezTo>
                <a:cubicBezTo>
                  <a:pt x="928416" y="190315"/>
                  <a:pt x="941661" y="230980"/>
                  <a:pt x="941661" y="281328"/>
                </a:cubicBezTo>
                <a:lnTo>
                  <a:pt x="941661" y="320522"/>
                </a:lnTo>
                <a:lnTo>
                  <a:pt x="711145" y="320522"/>
                </a:lnTo>
                <a:cubicBezTo>
                  <a:pt x="712462" y="344612"/>
                  <a:pt x="718969" y="363744"/>
                  <a:pt x="730587" y="377454"/>
                </a:cubicBezTo>
                <a:cubicBezTo>
                  <a:pt x="742593" y="391629"/>
                  <a:pt x="760951" y="398833"/>
                  <a:pt x="785273" y="398833"/>
                </a:cubicBezTo>
                <a:cubicBezTo>
                  <a:pt x="817573" y="398833"/>
                  <a:pt x="836628" y="386207"/>
                  <a:pt x="843444" y="360181"/>
                </a:cubicBezTo>
                <a:lnTo>
                  <a:pt x="843522" y="360181"/>
                </a:lnTo>
                <a:lnTo>
                  <a:pt x="937556" y="360181"/>
                </a:lnTo>
                <a:cubicBezTo>
                  <a:pt x="931282" y="397361"/>
                  <a:pt x="915868" y="426098"/>
                  <a:pt x="891701" y="445540"/>
                </a:cubicBezTo>
                <a:cubicBezTo>
                  <a:pt x="867146" y="465292"/>
                  <a:pt x="831128" y="475284"/>
                  <a:pt x="784653" y="475284"/>
                </a:cubicBezTo>
                <a:cubicBezTo>
                  <a:pt x="728651" y="475284"/>
                  <a:pt x="685816" y="459482"/>
                  <a:pt x="657467" y="428267"/>
                </a:cubicBezTo>
                <a:cubicBezTo>
                  <a:pt x="629117" y="397129"/>
                  <a:pt x="614787" y="352590"/>
                  <a:pt x="614787" y="295890"/>
                </a:cubicBezTo>
                <a:cubicBezTo>
                  <a:pt x="614787" y="267618"/>
                  <a:pt x="618892" y="241979"/>
                  <a:pt x="627103" y="219826"/>
                </a:cubicBezTo>
                <a:cubicBezTo>
                  <a:pt x="635313" y="197673"/>
                  <a:pt x="647010" y="178464"/>
                  <a:pt x="661959" y="162894"/>
                </a:cubicBezTo>
                <a:cubicBezTo>
                  <a:pt x="676909" y="147325"/>
                  <a:pt x="695034" y="135397"/>
                  <a:pt x="715793" y="127341"/>
                </a:cubicBezTo>
                <a:cubicBezTo>
                  <a:pt x="736474" y="119363"/>
                  <a:pt x="759634" y="115335"/>
                  <a:pt x="784576" y="115335"/>
                </a:cubicBezTo>
                <a:close/>
                <a:moveTo>
                  <a:pt x="2576886" y="97288"/>
                </a:moveTo>
                <a:cubicBezTo>
                  <a:pt x="2499118" y="97288"/>
                  <a:pt x="2435834" y="160571"/>
                  <a:pt x="2435834" y="238339"/>
                </a:cubicBezTo>
                <a:cubicBezTo>
                  <a:pt x="2435834" y="316108"/>
                  <a:pt x="2499118" y="379391"/>
                  <a:pt x="2576886" y="379391"/>
                </a:cubicBezTo>
                <a:cubicBezTo>
                  <a:pt x="2654654" y="379391"/>
                  <a:pt x="2717938" y="316108"/>
                  <a:pt x="2717938" y="238339"/>
                </a:cubicBezTo>
                <a:cubicBezTo>
                  <a:pt x="2717938" y="160571"/>
                  <a:pt x="2654654" y="97288"/>
                  <a:pt x="2576886" y="97288"/>
                </a:cubicBezTo>
                <a:close/>
                <a:moveTo>
                  <a:pt x="2196642" y="10456"/>
                </a:moveTo>
                <a:lnTo>
                  <a:pt x="2290522" y="10456"/>
                </a:lnTo>
                <a:lnTo>
                  <a:pt x="2290522" y="466298"/>
                </a:lnTo>
                <a:lnTo>
                  <a:pt x="2196642" y="466298"/>
                </a:lnTo>
                <a:close/>
                <a:moveTo>
                  <a:pt x="986665" y="10456"/>
                </a:moveTo>
                <a:lnTo>
                  <a:pt x="1080545" y="10456"/>
                </a:lnTo>
                <a:lnTo>
                  <a:pt x="1080545" y="475593"/>
                </a:lnTo>
                <a:lnTo>
                  <a:pt x="1065905" y="475593"/>
                </a:lnTo>
                <a:cubicBezTo>
                  <a:pt x="1022063" y="475129"/>
                  <a:pt x="986665" y="438878"/>
                  <a:pt x="986665" y="394107"/>
                </a:cubicBezTo>
                <a:close/>
                <a:moveTo>
                  <a:pt x="476601" y="10456"/>
                </a:moveTo>
                <a:lnTo>
                  <a:pt x="480087" y="10456"/>
                </a:lnTo>
                <a:lnTo>
                  <a:pt x="569319" y="10456"/>
                </a:lnTo>
                <a:lnTo>
                  <a:pt x="572882" y="10456"/>
                </a:lnTo>
                <a:lnTo>
                  <a:pt x="572882" y="81330"/>
                </a:lnTo>
                <a:lnTo>
                  <a:pt x="572882" y="84893"/>
                </a:lnTo>
                <a:lnTo>
                  <a:pt x="569319" y="84893"/>
                </a:lnTo>
                <a:lnTo>
                  <a:pt x="480087" y="84893"/>
                </a:lnTo>
                <a:lnTo>
                  <a:pt x="476601" y="84893"/>
                </a:lnTo>
                <a:lnTo>
                  <a:pt x="476601" y="81330"/>
                </a:lnTo>
                <a:close/>
                <a:moveTo>
                  <a:pt x="58559" y="6331"/>
                </a:moveTo>
                <a:cubicBezTo>
                  <a:pt x="67660" y="8597"/>
                  <a:pt x="76103" y="13593"/>
                  <a:pt x="82648" y="20990"/>
                </a:cubicBezTo>
                <a:lnTo>
                  <a:pt x="326565" y="298911"/>
                </a:lnTo>
                <a:lnTo>
                  <a:pt x="326565" y="10456"/>
                </a:lnTo>
                <a:lnTo>
                  <a:pt x="421064" y="10456"/>
                </a:lnTo>
                <a:lnTo>
                  <a:pt x="421064" y="424781"/>
                </a:lnTo>
                <a:cubicBezTo>
                  <a:pt x="421064" y="444610"/>
                  <a:pt x="408903" y="462348"/>
                  <a:pt x="390545" y="469397"/>
                </a:cubicBezTo>
                <a:cubicBezTo>
                  <a:pt x="385123" y="471488"/>
                  <a:pt x="379391" y="472495"/>
                  <a:pt x="373814" y="472495"/>
                </a:cubicBezTo>
                <a:cubicBezTo>
                  <a:pt x="360491" y="472495"/>
                  <a:pt x="347556" y="466918"/>
                  <a:pt x="338416" y="456461"/>
                </a:cubicBezTo>
                <a:lnTo>
                  <a:pt x="94499" y="178541"/>
                </a:lnTo>
                <a:lnTo>
                  <a:pt x="94499" y="466298"/>
                </a:lnTo>
                <a:lnTo>
                  <a:pt x="0" y="466298"/>
                </a:lnTo>
                <a:lnTo>
                  <a:pt x="0" y="52748"/>
                </a:lnTo>
                <a:cubicBezTo>
                  <a:pt x="0" y="32841"/>
                  <a:pt x="12161" y="15103"/>
                  <a:pt x="30519" y="8055"/>
                </a:cubicBezTo>
                <a:cubicBezTo>
                  <a:pt x="39698" y="4530"/>
                  <a:pt x="49457" y="4066"/>
                  <a:pt x="58559" y="6331"/>
                </a:cubicBezTo>
                <a:close/>
                <a:moveTo>
                  <a:pt x="2576886" y="0"/>
                </a:moveTo>
                <a:cubicBezTo>
                  <a:pt x="2708333" y="0"/>
                  <a:pt x="2815303" y="106970"/>
                  <a:pt x="2815303" y="238417"/>
                </a:cubicBezTo>
                <a:cubicBezTo>
                  <a:pt x="2815303" y="287061"/>
                  <a:pt x="2800586" y="332296"/>
                  <a:pt x="2775489" y="370096"/>
                </a:cubicBezTo>
                <a:lnTo>
                  <a:pt x="2775412" y="370096"/>
                </a:lnTo>
                <a:lnTo>
                  <a:pt x="2855736" y="450420"/>
                </a:lnTo>
                <a:lnTo>
                  <a:pt x="2789354" y="516802"/>
                </a:lnTo>
                <a:lnTo>
                  <a:pt x="2709108" y="436555"/>
                </a:lnTo>
                <a:cubicBezTo>
                  <a:pt x="2671230" y="461962"/>
                  <a:pt x="2625762" y="476756"/>
                  <a:pt x="2576886" y="476756"/>
                </a:cubicBezTo>
                <a:cubicBezTo>
                  <a:pt x="2445439" y="476756"/>
                  <a:pt x="2338469" y="369864"/>
                  <a:pt x="2338469" y="238417"/>
                </a:cubicBezTo>
                <a:cubicBezTo>
                  <a:pt x="2338469" y="106970"/>
                  <a:pt x="2445439" y="0"/>
                  <a:pt x="2576886" y="0"/>
                </a:cubicBezTo>
                <a:close/>
              </a:path>
            </a:pathLst>
          </a:custGeom>
          <a:solidFill>
            <a:srgbClr val="EF5F17"/>
          </a:solidFill>
          <a:ln w="774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2" name="Nielsen wordmark">
            <a:extLst>
              <a:ext uri="{FF2B5EF4-FFF2-40B4-BE49-F238E27FC236}">
                <a16:creationId xmlns:a16="http://schemas.microsoft.com/office/drawing/2014/main" id="{D75B41C8-8FEA-463D-AB87-6F4962F7D5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95274" y="5686380"/>
            <a:ext cx="2855736" cy="516802"/>
          </a:xfrm>
          <a:custGeom>
            <a:avLst/>
            <a:gdLst>
              <a:gd name="connsiteX0" fmla="*/ 1628098 w 2855736"/>
              <a:gd name="connsiteY0" fmla="*/ 189308 h 516802"/>
              <a:gd name="connsiteX1" fmla="*/ 1598276 w 2855736"/>
              <a:gd name="connsiteY1" fmla="*/ 194730 h 516802"/>
              <a:gd name="connsiteX2" fmla="*/ 1576820 w 2855736"/>
              <a:gd name="connsiteY2" fmla="*/ 209524 h 516802"/>
              <a:gd name="connsiteX3" fmla="*/ 1563188 w 2855736"/>
              <a:gd name="connsiteY3" fmla="*/ 231368 h 516802"/>
              <a:gd name="connsiteX4" fmla="*/ 1563188 w 2855736"/>
              <a:gd name="connsiteY4" fmla="*/ 231290 h 516802"/>
              <a:gd name="connsiteX5" fmla="*/ 1557921 w 2855736"/>
              <a:gd name="connsiteY5" fmla="*/ 254838 h 516802"/>
              <a:gd name="connsiteX6" fmla="*/ 1694015 w 2855736"/>
              <a:gd name="connsiteY6" fmla="*/ 254838 h 516802"/>
              <a:gd name="connsiteX7" fmla="*/ 1678059 w 2855736"/>
              <a:gd name="connsiteY7" fmla="*/ 207201 h 516802"/>
              <a:gd name="connsiteX8" fmla="*/ 1628098 w 2855736"/>
              <a:gd name="connsiteY8" fmla="*/ 189308 h 516802"/>
              <a:gd name="connsiteX9" fmla="*/ 782717 w 2855736"/>
              <a:gd name="connsiteY9" fmla="*/ 189308 h 516802"/>
              <a:gd name="connsiteX10" fmla="*/ 752895 w 2855736"/>
              <a:gd name="connsiteY10" fmla="*/ 194730 h 516802"/>
              <a:gd name="connsiteX11" fmla="*/ 731439 w 2855736"/>
              <a:gd name="connsiteY11" fmla="*/ 209524 h 516802"/>
              <a:gd name="connsiteX12" fmla="*/ 717807 w 2855736"/>
              <a:gd name="connsiteY12" fmla="*/ 231368 h 516802"/>
              <a:gd name="connsiteX13" fmla="*/ 717807 w 2855736"/>
              <a:gd name="connsiteY13" fmla="*/ 231290 h 516802"/>
              <a:gd name="connsiteX14" fmla="*/ 712539 w 2855736"/>
              <a:gd name="connsiteY14" fmla="*/ 254838 h 516802"/>
              <a:gd name="connsiteX15" fmla="*/ 848634 w 2855736"/>
              <a:gd name="connsiteY15" fmla="*/ 254838 h 516802"/>
              <a:gd name="connsiteX16" fmla="*/ 832677 w 2855736"/>
              <a:gd name="connsiteY16" fmla="*/ 207201 h 516802"/>
              <a:gd name="connsiteX17" fmla="*/ 782717 w 2855736"/>
              <a:gd name="connsiteY17" fmla="*/ 189308 h 516802"/>
              <a:gd name="connsiteX18" fmla="*/ 476601 w 2855736"/>
              <a:gd name="connsiteY18" fmla="*/ 124553 h 516802"/>
              <a:gd name="connsiteX19" fmla="*/ 480087 w 2855736"/>
              <a:gd name="connsiteY19" fmla="*/ 124553 h 516802"/>
              <a:gd name="connsiteX20" fmla="*/ 569319 w 2855736"/>
              <a:gd name="connsiteY20" fmla="*/ 124553 h 516802"/>
              <a:gd name="connsiteX21" fmla="*/ 572882 w 2855736"/>
              <a:gd name="connsiteY21" fmla="*/ 124553 h 516802"/>
              <a:gd name="connsiteX22" fmla="*/ 572882 w 2855736"/>
              <a:gd name="connsiteY22" fmla="*/ 128116 h 516802"/>
              <a:gd name="connsiteX23" fmla="*/ 572804 w 2855736"/>
              <a:gd name="connsiteY23" fmla="*/ 466299 h 516802"/>
              <a:gd name="connsiteX24" fmla="*/ 569319 w 2855736"/>
              <a:gd name="connsiteY24" fmla="*/ 466299 h 516802"/>
              <a:gd name="connsiteX25" fmla="*/ 480087 w 2855736"/>
              <a:gd name="connsiteY25" fmla="*/ 466299 h 516802"/>
              <a:gd name="connsiteX26" fmla="*/ 476601 w 2855736"/>
              <a:gd name="connsiteY26" fmla="*/ 466299 h 516802"/>
              <a:gd name="connsiteX27" fmla="*/ 476601 w 2855736"/>
              <a:gd name="connsiteY27" fmla="*/ 127496 h 516802"/>
              <a:gd name="connsiteX28" fmla="*/ 2026544 w 2855736"/>
              <a:gd name="connsiteY28" fmla="*/ 116342 h 516802"/>
              <a:gd name="connsiteX29" fmla="*/ 2113220 w 2855736"/>
              <a:gd name="connsiteY29" fmla="*/ 147093 h 516802"/>
              <a:gd name="connsiteX30" fmla="*/ 2141569 w 2855736"/>
              <a:gd name="connsiteY30" fmla="*/ 242832 h 516802"/>
              <a:gd name="connsiteX31" fmla="*/ 2141569 w 2855736"/>
              <a:gd name="connsiteY31" fmla="*/ 466376 h 516802"/>
              <a:gd name="connsiteX32" fmla="*/ 2045366 w 2855736"/>
              <a:gd name="connsiteY32" fmla="*/ 466376 h 516802"/>
              <a:gd name="connsiteX33" fmla="*/ 2045366 w 2855736"/>
              <a:gd name="connsiteY33" fmla="*/ 254992 h 516802"/>
              <a:gd name="connsiteX34" fmla="*/ 2033050 w 2855736"/>
              <a:gd name="connsiteY34" fmla="*/ 209757 h 516802"/>
              <a:gd name="connsiteX35" fmla="*/ 1999820 w 2855736"/>
              <a:gd name="connsiteY35" fmla="*/ 197983 h 516802"/>
              <a:gd name="connsiteX36" fmla="*/ 1971548 w 2855736"/>
              <a:gd name="connsiteY36" fmla="*/ 202786 h 516802"/>
              <a:gd name="connsiteX37" fmla="*/ 1949472 w 2855736"/>
              <a:gd name="connsiteY37" fmla="*/ 216651 h 516802"/>
              <a:gd name="connsiteX38" fmla="*/ 1935143 w 2855736"/>
              <a:gd name="connsiteY38" fmla="*/ 237022 h 516802"/>
              <a:gd name="connsiteX39" fmla="*/ 1929411 w 2855736"/>
              <a:gd name="connsiteY39" fmla="*/ 262583 h 516802"/>
              <a:gd name="connsiteX40" fmla="*/ 1929411 w 2855736"/>
              <a:gd name="connsiteY40" fmla="*/ 466299 h 516802"/>
              <a:gd name="connsiteX41" fmla="*/ 1833130 w 2855736"/>
              <a:gd name="connsiteY41" fmla="*/ 466299 h 516802"/>
              <a:gd name="connsiteX42" fmla="*/ 1833130 w 2855736"/>
              <a:gd name="connsiteY42" fmla="*/ 124630 h 516802"/>
              <a:gd name="connsiteX43" fmla="*/ 1926855 w 2855736"/>
              <a:gd name="connsiteY43" fmla="*/ 124630 h 516802"/>
              <a:gd name="connsiteX44" fmla="*/ 1926855 w 2855736"/>
              <a:gd name="connsiteY44" fmla="*/ 165063 h 516802"/>
              <a:gd name="connsiteX45" fmla="*/ 1968605 w 2855736"/>
              <a:gd name="connsiteY45" fmla="*/ 130052 h 516802"/>
              <a:gd name="connsiteX46" fmla="*/ 2026544 w 2855736"/>
              <a:gd name="connsiteY46" fmla="*/ 116342 h 516802"/>
              <a:gd name="connsiteX47" fmla="*/ 1272176 w 2855736"/>
              <a:gd name="connsiteY47" fmla="*/ 115490 h 516802"/>
              <a:gd name="connsiteX48" fmla="*/ 1339410 w 2855736"/>
              <a:gd name="connsiteY48" fmla="*/ 123623 h 516802"/>
              <a:gd name="connsiteX49" fmla="*/ 1384258 w 2855736"/>
              <a:gd name="connsiteY49" fmla="*/ 145544 h 516802"/>
              <a:gd name="connsiteX50" fmla="*/ 1397194 w 2855736"/>
              <a:gd name="connsiteY50" fmla="*/ 157860 h 516802"/>
              <a:gd name="connsiteX51" fmla="*/ 1410749 w 2855736"/>
              <a:gd name="connsiteY51" fmla="*/ 178696 h 516802"/>
              <a:gd name="connsiteX52" fmla="*/ 1415319 w 2855736"/>
              <a:gd name="connsiteY52" fmla="*/ 189695 h 516802"/>
              <a:gd name="connsiteX53" fmla="*/ 1416171 w 2855736"/>
              <a:gd name="connsiteY53" fmla="*/ 192174 h 516802"/>
              <a:gd name="connsiteX54" fmla="*/ 1422755 w 2855736"/>
              <a:gd name="connsiteY54" fmla="*/ 222847 h 516802"/>
              <a:gd name="connsiteX55" fmla="*/ 1423065 w 2855736"/>
              <a:gd name="connsiteY55" fmla="*/ 226643 h 516802"/>
              <a:gd name="connsiteX56" fmla="*/ 1335382 w 2855736"/>
              <a:gd name="connsiteY56" fmla="*/ 226643 h 516802"/>
              <a:gd name="connsiteX57" fmla="*/ 1333058 w 2855736"/>
              <a:gd name="connsiteY57" fmla="*/ 218432 h 516802"/>
              <a:gd name="connsiteX58" fmla="*/ 1318109 w 2855736"/>
              <a:gd name="connsiteY58" fmla="*/ 198835 h 516802"/>
              <a:gd name="connsiteX59" fmla="*/ 1274035 w 2855736"/>
              <a:gd name="connsiteY59" fmla="*/ 188688 h 516802"/>
              <a:gd name="connsiteX60" fmla="*/ 1245220 w 2855736"/>
              <a:gd name="connsiteY60" fmla="*/ 191477 h 516802"/>
              <a:gd name="connsiteX61" fmla="*/ 1227870 w 2855736"/>
              <a:gd name="connsiteY61" fmla="*/ 198293 h 516802"/>
              <a:gd name="connsiteX62" fmla="*/ 1219504 w 2855736"/>
              <a:gd name="connsiteY62" fmla="*/ 207123 h 516802"/>
              <a:gd name="connsiteX63" fmla="*/ 1217025 w 2855736"/>
              <a:gd name="connsiteY63" fmla="*/ 216418 h 516802"/>
              <a:gd name="connsiteX64" fmla="*/ 1225469 w 2855736"/>
              <a:gd name="connsiteY64" fmla="*/ 236867 h 516802"/>
              <a:gd name="connsiteX65" fmla="*/ 1262494 w 2855736"/>
              <a:gd name="connsiteY65" fmla="*/ 248641 h 516802"/>
              <a:gd name="connsiteX66" fmla="*/ 1304553 w 2855736"/>
              <a:gd name="connsiteY66" fmla="*/ 255612 h 516802"/>
              <a:gd name="connsiteX67" fmla="*/ 1365513 w 2855736"/>
              <a:gd name="connsiteY67" fmla="*/ 270484 h 516802"/>
              <a:gd name="connsiteX68" fmla="*/ 1403313 w 2855736"/>
              <a:gd name="connsiteY68" fmla="*/ 293179 h 516802"/>
              <a:gd name="connsiteX69" fmla="*/ 1423375 w 2855736"/>
              <a:gd name="connsiteY69" fmla="*/ 325635 h 516802"/>
              <a:gd name="connsiteX70" fmla="*/ 1423375 w 2855736"/>
              <a:gd name="connsiteY70" fmla="*/ 325712 h 516802"/>
              <a:gd name="connsiteX71" fmla="*/ 1428952 w 2855736"/>
              <a:gd name="connsiteY71" fmla="*/ 368159 h 516802"/>
              <a:gd name="connsiteX72" fmla="*/ 1391927 w 2855736"/>
              <a:gd name="connsiteY72" fmla="*/ 446392 h 516802"/>
              <a:gd name="connsiteX73" fmla="*/ 1279534 w 2855736"/>
              <a:gd name="connsiteY73" fmla="*/ 475516 h 516802"/>
              <a:gd name="connsiteX74" fmla="*/ 1221828 w 2855736"/>
              <a:gd name="connsiteY74" fmla="*/ 470017 h 516802"/>
              <a:gd name="connsiteX75" fmla="*/ 1172255 w 2855736"/>
              <a:gd name="connsiteY75" fmla="*/ 450730 h 516802"/>
              <a:gd name="connsiteX76" fmla="*/ 1136081 w 2855736"/>
              <a:gd name="connsiteY76" fmla="*/ 413937 h 516802"/>
              <a:gd name="connsiteX77" fmla="*/ 1120280 w 2855736"/>
              <a:gd name="connsiteY77" fmla="*/ 360336 h 516802"/>
              <a:gd name="connsiteX78" fmla="*/ 1213230 w 2855736"/>
              <a:gd name="connsiteY78" fmla="*/ 360336 h 516802"/>
              <a:gd name="connsiteX79" fmla="*/ 1233911 w 2855736"/>
              <a:gd name="connsiteY79" fmla="*/ 391087 h 516802"/>
              <a:gd name="connsiteX80" fmla="*/ 1278295 w 2855736"/>
              <a:gd name="connsiteY80" fmla="*/ 399685 h 516802"/>
              <a:gd name="connsiteX81" fmla="*/ 1322059 w 2855736"/>
              <a:gd name="connsiteY81" fmla="*/ 392171 h 516802"/>
              <a:gd name="connsiteX82" fmla="*/ 1333988 w 2855736"/>
              <a:gd name="connsiteY82" fmla="*/ 369398 h 516802"/>
              <a:gd name="connsiteX83" fmla="*/ 1326319 w 2855736"/>
              <a:gd name="connsiteY83" fmla="*/ 349492 h 516802"/>
              <a:gd name="connsiteX84" fmla="*/ 1295568 w 2855736"/>
              <a:gd name="connsiteY84" fmla="*/ 337253 h 516802"/>
              <a:gd name="connsiteX85" fmla="*/ 1247467 w 2855736"/>
              <a:gd name="connsiteY85" fmla="*/ 329585 h 516802"/>
              <a:gd name="connsiteX86" fmla="*/ 1155678 w 2855736"/>
              <a:gd name="connsiteY86" fmla="*/ 296045 h 516802"/>
              <a:gd name="connsiteX87" fmla="*/ 1124695 w 2855736"/>
              <a:gd name="connsiteY87" fmla="*/ 222847 h 516802"/>
              <a:gd name="connsiteX88" fmla="*/ 1135617 w 2855736"/>
              <a:gd name="connsiteY88" fmla="*/ 177844 h 516802"/>
              <a:gd name="connsiteX89" fmla="*/ 1166290 w 2855736"/>
              <a:gd name="connsiteY89" fmla="*/ 144150 h 516802"/>
              <a:gd name="connsiteX90" fmla="*/ 1212920 w 2855736"/>
              <a:gd name="connsiteY90" fmla="*/ 122926 h 516802"/>
              <a:gd name="connsiteX91" fmla="*/ 1272176 w 2855736"/>
              <a:gd name="connsiteY91" fmla="*/ 115490 h 516802"/>
              <a:gd name="connsiteX92" fmla="*/ 1629957 w 2855736"/>
              <a:gd name="connsiteY92" fmla="*/ 115335 h 516802"/>
              <a:gd name="connsiteX93" fmla="*/ 1747616 w 2855736"/>
              <a:gd name="connsiteY93" fmla="*/ 160493 h 516802"/>
              <a:gd name="connsiteX94" fmla="*/ 1787043 w 2855736"/>
              <a:gd name="connsiteY94" fmla="*/ 281328 h 516802"/>
              <a:gd name="connsiteX95" fmla="*/ 1787043 w 2855736"/>
              <a:gd name="connsiteY95" fmla="*/ 320522 h 516802"/>
              <a:gd name="connsiteX96" fmla="*/ 1556526 w 2855736"/>
              <a:gd name="connsiteY96" fmla="*/ 320522 h 516802"/>
              <a:gd name="connsiteX97" fmla="*/ 1575968 w 2855736"/>
              <a:gd name="connsiteY97" fmla="*/ 377454 h 516802"/>
              <a:gd name="connsiteX98" fmla="*/ 1630654 w 2855736"/>
              <a:gd name="connsiteY98" fmla="*/ 398833 h 516802"/>
              <a:gd name="connsiteX99" fmla="*/ 1688825 w 2855736"/>
              <a:gd name="connsiteY99" fmla="*/ 360181 h 516802"/>
              <a:gd name="connsiteX100" fmla="*/ 1688903 w 2855736"/>
              <a:gd name="connsiteY100" fmla="*/ 360181 h 516802"/>
              <a:gd name="connsiteX101" fmla="*/ 1782937 w 2855736"/>
              <a:gd name="connsiteY101" fmla="*/ 360181 h 516802"/>
              <a:gd name="connsiteX102" fmla="*/ 1737082 w 2855736"/>
              <a:gd name="connsiteY102" fmla="*/ 445540 h 516802"/>
              <a:gd name="connsiteX103" fmla="*/ 1630034 w 2855736"/>
              <a:gd name="connsiteY103" fmla="*/ 475284 h 516802"/>
              <a:gd name="connsiteX104" fmla="*/ 1502848 w 2855736"/>
              <a:gd name="connsiteY104" fmla="*/ 428267 h 516802"/>
              <a:gd name="connsiteX105" fmla="*/ 1460168 w 2855736"/>
              <a:gd name="connsiteY105" fmla="*/ 295890 h 516802"/>
              <a:gd name="connsiteX106" fmla="*/ 1472484 w 2855736"/>
              <a:gd name="connsiteY106" fmla="*/ 219826 h 516802"/>
              <a:gd name="connsiteX107" fmla="*/ 1507340 w 2855736"/>
              <a:gd name="connsiteY107" fmla="*/ 162894 h 516802"/>
              <a:gd name="connsiteX108" fmla="*/ 1561174 w 2855736"/>
              <a:gd name="connsiteY108" fmla="*/ 127341 h 516802"/>
              <a:gd name="connsiteX109" fmla="*/ 1629957 w 2855736"/>
              <a:gd name="connsiteY109" fmla="*/ 115335 h 516802"/>
              <a:gd name="connsiteX110" fmla="*/ 784576 w 2855736"/>
              <a:gd name="connsiteY110" fmla="*/ 115335 h 516802"/>
              <a:gd name="connsiteX111" fmla="*/ 902235 w 2855736"/>
              <a:gd name="connsiteY111" fmla="*/ 160493 h 516802"/>
              <a:gd name="connsiteX112" fmla="*/ 941661 w 2855736"/>
              <a:gd name="connsiteY112" fmla="*/ 281328 h 516802"/>
              <a:gd name="connsiteX113" fmla="*/ 941661 w 2855736"/>
              <a:gd name="connsiteY113" fmla="*/ 320522 h 516802"/>
              <a:gd name="connsiteX114" fmla="*/ 711145 w 2855736"/>
              <a:gd name="connsiteY114" fmla="*/ 320522 h 516802"/>
              <a:gd name="connsiteX115" fmla="*/ 730587 w 2855736"/>
              <a:gd name="connsiteY115" fmla="*/ 377454 h 516802"/>
              <a:gd name="connsiteX116" fmla="*/ 785273 w 2855736"/>
              <a:gd name="connsiteY116" fmla="*/ 398833 h 516802"/>
              <a:gd name="connsiteX117" fmla="*/ 843444 w 2855736"/>
              <a:gd name="connsiteY117" fmla="*/ 360181 h 516802"/>
              <a:gd name="connsiteX118" fmla="*/ 843522 w 2855736"/>
              <a:gd name="connsiteY118" fmla="*/ 360181 h 516802"/>
              <a:gd name="connsiteX119" fmla="*/ 937556 w 2855736"/>
              <a:gd name="connsiteY119" fmla="*/ 360181 h 516802"/>
              <a:gd name="connsiteX120" fmla="*/ 891701 w 2855736"/>
              <a:gd name="connsiteY120" fmla="*/ 445540 h 516802"/>
              <a:gd name="connsiteX121" fmla="*/ 784653 w 2855736"/>
              <a:gd name="connsiteY121" fmla="*/ 475284 h 516802"/>
              <a:gd name="connsiteX122" fmla="*/ 657467 w 2855736"/>
              <a:gd name="connsiteY122" fmla="*/ 428267 h 516802"/>
              <a:gd name="connsiteX123" fmla="*/ 614787 w 2855736"/>
              <a:gd name="connsiteY123" fmla="*/ 295890 h 516802"/>
              <a:gd name="connsiteX124" fmla="*/ 627103 w 2855736"/>
              <a:gd name="connsiteY124" fmla="*/ 219826 h 516802"/>
              <a:gd name="connsiteX125" fmla="*/ 661959 w 2855736"/>
              <a:gd name="connsiteY125" fmla="*/ 162894 h 516802"/>
              <a:gd name="connsiteX126" fmla="*/ 715793 w 2855736"/>
              <a:gd name="connsiteY126" fmla="*/ 127341 h 516802"/>
              <a:gd name="connsiteX127" fmla="*/ 784576 w 2855736"/>
              <a:gd name="connsiteY127" fmla="*/ 115335 h 516802"/>
              <a:gd name="connsiteX128" fmla="*/ 2576886 w 2855736"/>
              <a:gd name="connsiteY128" fmla="*/ 97288 h 516802"/>
              <a:gd name="connsiteX129" fmla="*/ 2435834 w 2855736"/>
              <a:gd name="connsiteY129" fmla="*/ 238339 h 516802"/>
              <a:gd name="connsiteX130" fmla="*/ 2576886 w 2855736"/>
              <a:gd name="connsiteY130" fmla="*/ 379391 h 516802"/>
              <a:gd name="connsiteX131" fmla="*/ 2717938 w 2855736"/>
              <a:gd name="connsiteY131" fmla="*/ 238339 h 516802"/>
              <a:gd name="connsiteX132" fmla="*/ 2576886 w 2855736"/>
              <a:gd name="connsiteY132" fmla="*/ 97288 h 516802"/>
              <a:gd name="connsiteX133" fmla="*/ 2196642 w 2855736"/>
              <a:gd name="connsiteY133" fmla="*/ 10456 h 516802"/>
              <a:gd name="connsiteX134" fmla="*/ 2290522 w 2855736"/>
              <a:gd name="connsiteY134" fmla="*/ 10456 h 516802"/>
              <a:gd name="connsiteX135" fmla="*/ 2290522 w 2855736"/>
              <a:gd name="connsiteY135" fmla="*/ 466298 h 516802"/>
              <a:gd name="connsiteX136" fmla="*/ 2196642 w 2855736"/>
              <a:gd name="connsiteY136" fmla="*/ 466298 h 516802"/>
              <a:gd name="connsiteX137" fmla="*/ 986665 w 2855736"/>
              <a:gd name="connsiteY137" fmla="*/ 10456 h 516802"/>
              <a:gd name="connsiteX138" fmla="*/ 1080545 w 2855736"/>
              <a:gd name="connsiteY138" fmla="*/ 10456 h 516802"/>
              <a:gd name="connsiteX139" fmla="*/ 1080545 w 2855736"/>
              <a:gd name="connsiteY139" fmla="*/ 475593 h 516802"/>
              <a:gd name="connsiteX140" fmla="*/ 1065905 w 2855736"/>
              <a:gd name="connsiteY140" fmla="*/ 475593 h 516802"/>
              <a:gd name="connsiteX141" fmla="*/ 986665 w 2855736"/>
              <a:gd name="connsiteY141" fmla="*/ 394107 h 516802"/>
              <a:gd name="connsiteX142" fmla="*/ 476601 w 2855736"/>
              <a:gd name="connsiteY142" fmla="*/ 10456 h 516802"/>
              <a:gd name="connsiteX143" fmla="*/ 480087 w 2855736"/>
              <a:gd name="connsiteY143" fmla="*/ 10456 h 516802"/>
              <a:gd name="connsiteX144" fmla="*/ 569319 w 2855736"/>
              <a:gd name="connsiteY144" fmla="*/ 10456 h 516802"/>
              <a:gd name="connsiteX145" fmla="*/ 572882 w 2855736"/>
              <a:gd name="connsiteY145" fmla="*/ 10456 h 516802"/>
              <a:gd name="connsiteX146" fmla="*/ 572882 w 2855736"/>
              <a:gd name="connsiteY146" fmla="*/ 81330 h 516802"/>
              <a:gd name="connsiteX147" fmla="*/ 572882 w 2855736"/>
              <a:gd name="connsiteY147" fmla="*/ 84893 h 516802"/>
              <a:gd name="connsiteX148" fmla="*/ 569319 w 2855736"/>
              <a:gd name="connsiteY148" fmla="*/ 84893 h 516802"/>
              <a:gd name="connsiteX149" fmla="*/ 480087 w 2855736"/>
              <a:gd name="connsiteY149" fmla="*/ 84893 h 516802"/>
              <a:gd name="connsiteX150" fmla="*/ 476601 w 2855736"/>
              <a:gd name="connsiteY150" fmla="*/ 84893 h 516802"/>
              <a:gd name="connsiteX151" fmla="*/ 476601 w 2855736"/>
              <a:gd name="connsiteY151" fmla="*/ 81330 h 516802"/>
              <a:gd name="connsiteX152" fmla="*/ 58559 w 2855736"/>
              <a:gd name="connsiteY152" fmla="*/ 6331 h 516802"/>
              <a:gd name="connsiteX153" fmla="*/ 82648 w 2855736"/>
              <a:gd name="connsiteY153" fmla="*/ 20990 h 516802"/>
              <a:gd name="connsiteX154" fmla="*/ 326565 w 2855736"/>
              <a:gd name="connsiteY154" fmla="*/ 298911 h 516802"/>
              <a:gd name="connsiteX155" fmla="*/ 326565 w 2855736"/>
              <a:gd name="connsiteY155" fmla="*/ 10456 h 516802"/>
              <a:gd name="connsiteX156" fmla="*/ 421064 w 2855736"/>
              <a:gd name="connsiteY156" fmla="*/ 10456 h 516802"/>
              <a:gd name="connsiteX157" fmla="*/ 421064 w 2855736"/>
              <a:gd name="connsiteY157" fmla="*/ 424781 h 516802"/>
              <a:gd name="connsiteX158" fmla="*/ 390545 w 2855736"/>
              <a:gd name="connsiteY158" fmla="*/ 469397 h 516802"/>
              <a:gd name="connsiteX159" fmla="*/ 373814 w 2855736"/>
              <a:gd name="connsiteY159" fmla="*/ 472495 h 516802"/>
              <a:gd name="connsiteX160" fmla="*/ 338416 w 2855736"/>
              <a:gd name="connsiteY160" fmla="*/ 456461 h 516802"/>
              <a:gd name="connsiteX161" fmla="*/ 94499 w 2855736"/>
              <a:gd name="connsiteY161" fmla="*/ 178541 h 516802"/>
              <a:gd name="connsiteX162" fmla="*/ 94499 w 2855736"/>
              <a:gd name="connsiteY162" fmla="*/ 466298 h 516802"/>
              <a:gd name="connsiteX163" fmla="*/ 0 w 2855736"/>
              <a:gd name="connsiteY163" fmla="*/ 466298 h 516802"/>
              <a:gd name="connsiteX164" fmla="*/ 0 w 2855736"/>
              <a:gd name="connsiteY164" fmla="*/ 52748 h 516802"/>
              <a:gd name="connsiteX165" fmla="*/ 30519 w 2855736"/>
              <a:gd name="connsiteY165" fmla="*/ 8055 h 516802"/>
              <a:gd name="connsiteX166" fmla="*/ 58559 w 2855736"/>
              <a:gd name="connsiteY166" fmla="*/ 6331 h 516802"/>
              <a:gd name="connsiteX167" fmla="*/ 2576886 w 2855736"/>
              <a:gd name="connsiteY167" fmla="*/ 0 h 516802"/>
              <a:gd name="connsiteX168" fmla="*/ 2815303 w 2855736"/>
              <a:gd name="connsiteY168" fmla="*/ 238417 h 516802"/>
              <a:gd name="connsiteX169" fmla="*/ 2775489 w 2855736"/>
              <a:gd name="connsiteY169" fmla="*/ 370096 h 516802"/>
              <a:gd name="connsiteX170" fmla="*/ 2775412 w 2855736"/>
              <a:gd name="connsiteY170" fmla="*/ 370096 h 516802"/>
              <a:gd name="connsiteX171" fmla="*/ 2855736 w 2855736"/>
              <a:gd name="connsiteY171" fmla="*/ 450420 h 516802"/>
              <a:gd name="connsiteX172" fmla="*/ 2789354 w 2855736"/>
              <a:gd name="connsiteY172" fmla="*/ 516802 h 516802"/>
              <a:gd name="connsiteX173" fmla="*/ 2709108 w 2855736"/>
              <a:gd name="connsiteY173" fmla="*/ 436555 h 516802"/>
              <a:gd name="connsiteX174" fmla="*/ 2576886 w 2855736"/>
              <a:gd name="connsiteY174" fmla="*/ 476756 h 516802"/>
              <a:gd name="connsiteX175" fmla="*/ 2338469 w 2855736"/>
              <a:gd name="connsiteY175" fmla="*/ 238417 h 516802"/>
              <a:gd name="connsiteX176" fmla="*/ 2576886 w 2855736"/>
              <a:gd name="connsiteY176" fmla="*/ 0 h 516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</a:cxnLst>
            <a:rect l="l" t="t" r="r" b="b"/>
            <a:pathLst>
              <a:path w="2855736" h="516802">
                <a:moveTo>
                  <a:pt x="1628098" y="189308"/>
                </a:moveTo>
                <a:cubicBezTo>
                  <a:pt x="1616711" y="189308"/>
                  <a:pt x="1606719" y="191089"/>
                  <a:pt x="1598276" y="194730"/>
                </a:cubicBezTo>
                <a:cubicBezTo>
                  <a:pt x="1589833" y="198370"/>
                  <a:pt x="1582630" y="203328"/>
                  <a:pt x="1576820" y="209524"/>
                </a:cubicBezTo>
                <a:cubicBezTo>
                  <a:pt x="1571011" y="215798"/>
                  <a:pt x="1566441" y="223157"/>
                  <a:pt x="1563188" y="231368"/>
                </a:cubicBezTo>
                <a:lnTo>
                  <a:pt x="1563188" y="231290"/>
                </a:lnTo>
                <a:cubicBezTo>
                  <a:pt x="1560399" y="238571"/>
                  <a:pt x="1558618" y="246472"/>
                  <a:pt x="1557921" y="254838"/>
                </a:cubicBezTo>
                <a:lnTo>
                  <a:pt x="1694015" y="254838"/>
                </a:lnTo>
                <a:cubicBezTo>
                  <a:pt x="1693473" y="234621"/>
                  <a:pt x="1688128" y="218587"/>
                  <a:pt x="1678059" y="207201"/>
                </a:cubicBezTo>
                <a:cubicBezTo>
                  <a:pt x="1667524" y="195349"/>
                  <a:pt x="1650716" y="189308"/>
                  <a:pt x="1628098" y="189308"/>
                </a:cubicBezTo>
                <a:close/>
                <a:moveTo>
                  <a:pt x="782717" y="189308"/>
                </a:moveTo>
                <a:cubicBezTo>
                  <a:pt x="771330" y="189308"/>
                  <a:pt x="761338" y="191089"/>
                  <a:pt x="752895" y="194730"/>
                </a:cubicBezTo>
                <a:cubicBezTo>
                  <a:pt x="744452" y="198370"/>
                  <a:pt x="737249" y="203328"/>
                  <a:pt x="731439" y="209524"/>
                </a:cubicBezTo>
                <a:cubicBezTo>
                  <a:pt x="725630" y="215798"/>
                  <a:pt x="721060" y="223157"/>
                  <a:pt x="717807" y="231368"/>
                </a:cubicBezTo>
                <a:lnTo>
                  <a:pt x="717807" y="231290"/>
                </a:lnTo>
                <a:cubicBezTo>
                  <a:pt x="715018" y="238571"/>
                  <a:pt x="713237" y="246472"/>
                  <a:pt x="712539" y="254838"/>
                </a:cubicBezTo>
                <a:lnTo>
                  <a:pt x="848634" y="254838"/>
                </a:lnTo>
                <a:cubicBezTo>
                  <a:pt x="848092" y="234621"/>
                  <a:pt x="842747" y="218587"/>
                  <a:pt x="832677" y="207201"/>
                </a:cubicBezTo>
                <a:cubicBezTo>
                  <a:pt x="822143" y="195349"/>
                  <a:pt x="805335" y="189308"/>
                  <a:pt x="782717" y="189308"/>
                </a:cubicBezTo>
                <a:close/>
                <a:moveTo>
                  <a:pt x="476601" y="124553"/>
                </a:moveTo>
                <a:lnTo>
                  <a:pt x="480087" y="124553"/>
                </a:lnTo>
                <a:lnTo>
                  <a:pt x="569319" y="124553"/>
                </a:lnTo>
                <a:lnTo>
                  <a:pt x="572882" y="124553"/>
                </a:lnTo>
                <a:lnTo>
                  <a:pt x="572882" y="128116"/>
                </a:lnTo>
                <a:lnTo>
                  <a:pt x="572804" y="466299"/>
                </a:lnTo>
                <a:lnTo>
                  <a:pt x="569319" y="466299"/>
                </a:lnTo>
                <a:lnTo>
                  <a:pt x="480087" y="466299"/>
                </a:lnTo>
                <a:lnTo>
                  <a:pt x="476601" y="466299"/>
                </a:lnTo>
                <a:lnTo>
                  <a:pt x="476601" y="127496"/>
                </a:lnTo>
                <a:close/>
                <a:moveTo>
                  <a:pt x="2026544" y="116342"/>
                </a:moveTo>
                <a:cubicBezTo>
                  <a:pt x="2065195" y="116342"/>
                  <a:pt x="2094320" y="126721"/>
                  <a:pt x="2113220" y="147093"/>
                </a:cubicBezTo>
                <a:cubicBezTo>
                  <a:pt x="2132042" y="167465"/>
                  <a:pt x="2141569" y="199687"/>
                  <a:pt x="2141569" y="242832"/>
                </a:cubicBezTo>
                <a:lnTo>
                  <a:pt x="2141569" y="466376"/>
                </a:lnTo>
                <a:lnTo>
                  <a:pt x="2045366" y="466376"/>
                </a:lnTo>
                <a:lnTo>
                  <a:pt x="2045366" y="254992"/>
                </a:lnTo>
                <a:cubicBezTo>
                  <a:pt x="2045366" y="232762"/>
                  <a:pt x="2041183" y="217503"/>
                  <a:pt x="2033050" y="209757"/>
                </a:cubicBezTo>
                <a:cubicBezTo>
                  <a:pt x="2024840" y="201933"/>
                  <a:pt x="2013686" y="197983"/>
                  <a:pt x="1999820" y="197983"/>
                </a:cubicBezTo>
                <a:cubicBezTo>
                  <a:pt x="1988899" y="197983"/>
                  <a:pt x="1979371" y="199610"/>
                  <a:pt x="1971548" y="202786"/>
                </a:cubicBezTo>
                <a:cubicBezTo>
                  <a:pt x="1963647" y="205961"/>
                  <a:pt x="1956211" y="210764"/>
                  <a:pt x="1949472" y="216651"/>
                </a:cubicBezTo>
                <a:cubicBezTo>
                  <a:pt x="1943818" y="222305"/>
                  <a:pt x="1938938" y="229121"/>
                  <a:pt x="1935143" y="237022"/>
                </a:cubicBezTo>
                <a:cubicBezTo>
                  <a:pt x="1931347" y="244768"/>
                  <a:pt x="1929411" y="253366"/>
                  <a:pt x="1929411" y="262583"/>
                </a:cubicBezTo>
                <a:lnTo>
                  <a:pt x="1929411" y="466299"/>
                </a:lnTo>
                <a:lnTo>
                  <a:pt x="1833130" y="466299"/>
                </a:lnTo>
                <a:lnTo>
                  <a:pt x="1833130" y="124630"/>
                </a:lnTo>
                <a:lnTo>
                  <a:pt x="1926855" y="124630"/>
                </a:lnTo>
                <a:lnTo>
                  <a:pt x="1926855" y="165063"/>
                </a:lnTo>
                <a:cubicBezTo>
                  <a:pt x="1938938" y="149494"/>
                  <a:pt x="1952958" y="137798"/>
                  <a:pt x="1968605" y="130052"/>
                </a:cubicBezTo>
                <a:cubicBezTo>
                  <a:pt x="1987040" y="120989"/>
                  <a:pt x="2006559" y="116342"/>
                  <a:pt x="2026544" y="116342"/>
                </a:cubicBezTo>
                <a:close/>
                <a:moveTo>
                  <a:pt x="1272176" y="115490"/>
                </a:moveTo>
                <a:cubicBezTo>
                  <a:pt x="1298667" y="115490"/>
                  <a:pt x="1321285" y="118279"/>
                  <a:pt x="1339410" y="123623"/>
                </a:cubicBezTo>
                <a:cubicBezTo>
                  <a:pt x="1357613" y="129045"/>
                  <a:pt x="1372717" y="136404"/>
                  <a:pt x="1384258" y="145544"/>
                </a:cubicBezTo>
                <a:cubicBezTo>
                  <a:pt x="1389061" y="149339"/>
                  <a:pt x="1393321" y="153445"/>
                  <a:pt x="1397194" y="157860"/>
                </a:cubicBezTo>
                <a:cubicBezTo>
                  <a:pt x="1402693" y="164211"/>
                  <a:pt x="1407263" y="171183"/>
                  <a:pt x="1410749" y="178696"/>
                </a:cubicBezTo>
                <a:cubicBezTo>
                  <a:pt x="1412376" y="182259"/>
                  <a:pt x="1413925" y="185977"/>
                  <a:pt x="1415319" y="189695"/>
                </a:cubicBezTo>
                <a:cubicBezTo>
                  <a:pt x="1415629" y="190547"/>
                  <a:pt x="1415861" y="191322"/>
                  <a:pt x="1416171" y="192174"/>
                </a:cubicBezTo>
                <a:cubicBezTo>
                  <a:pt x="1419347" y="201934"/>
                  <a:pt x="1421516" y="212235"/>
                  <a:pt x="1422755" y="222847"/>
                </a:cubicBezTo>
                <a:cubicBezTo>
                  <a:pt x="1422910" y="224087"/>
                  <a:pt x="1422910" y="225403"/>
                  <a:pt x="1423065" y="226643"/>
                </a:cubicBezTo>
                <a:lnTo>
                  <a:pt x="1335382" y="226643"/>
                </a:lnTo>
                <a:cubicBezTo>
                  <a:pt x="1334762" y="223699"/>
                  <a:pt x="1333988" y="220988"/>
                  <a:pt x="1333058" y="218432"/>
                </a:cubicBezTo>
                <a:cubicBezTo>
                  <a:pt x="1329263" y="208905"/>
                  <a:pt x="1324615" y="203793"/>
                  <a:pt x="1318109" y="198835"/>
                </a:cubicBezTo>
                <a:cubicBezTo>
                  <a:pt x="1309201" y="192096"/>
                  <a:pt x="1294406" y="188688"/>
                  <a:pt x="1274035" y="188688"/>
                </a:cubicBezTo>
                <a:cubicBezTo>
                  <a:pt x="1262494" y="188688"/>
                  <a:pt x="1252734" y="189618"/>
                  <a:pt x="1245220" y="191477"/>
                </a:cubicBezTo>
                <a:cubicBezTo>
                  <a:pt x="1237784" y="193258"/>
                  <a:pt x="1231975" y="195582"/>
                  <a:pt x="1227870" y="198293"/>
                </a:cubicBezTo>
                <a:cubicBezTo>
                  <a:pt x="1223919" y="200927"/>
                  <a:pt x="1221131" y="203870"/>
                  <a:pt x="1219504" y="207123"/>
                </a:cubicBezTo>
                <a:cubicBezTo>
                  <a:pt x="1217878" y="210454"/>
                  <a:pt x="1217025" y="213630"/>
                  <a:pt x="1217025" y="216418"/>
                </a:cubicBezTo>
                <a:cubicBezTo>
                  <a:pt x="1217025" y="225946"/>
                  <a:pt x="1219814" y="232685"/>
                  <a:pt x="1225469" y="236867"/>
                </a:cubicBezTo>
                <a:cubicBezTo>
                  <a:pt x="1231588" y="241437"/>
                  <a:pt x="1244058" y="245388"/>
                  <a:pt x="1262494" y="248641"/>
                </a:cubicBezTo>
                <a:lnTo>
                  <a:pt x="1304553" y="255612"/>
                </a:lnTo>
                <a:cubicBezTo>
                  <a:pt x="1328023" y="259485"/>
                  <a:pt x="1350022" y="264442"/>
                  <a:pt x="1365513" y="270484"/>
                </a:cubicBezTo>
                <a:cubicBezTo>
                  <a:pt x="1381160" y="276526"/>
                  <a:pt x="1393863" y="284194"/>
                  <a:pt x="1403313" y="293179"/>
                </a:cubicBezTo>
                <a:cubicBezTo>
                  <a:pt x="1412840" y="302320"/>
                  <a:pt x="1419579" y="313241"/>
                  <a:pt x="1423375" y="325635"/>
                </a:cubicBezTo>
                <a:lnTo>
                  <a:pt x="1423375" y="325712"/>
                </a:lnTo>
                <a:cubicBezTo>
                  <a:pt x="1427093" y="337950"/>
                  <a:pt x="1428952" y="352203"/>
                  <a:pt x="1428952" y="368159"/>
                </a:cubicBezTo>
                <a:cubicBezTo>
                  <a:pt x="1428952" y="400537"/>
                  <a:pt x="1416481" y="426873"/>
                  <a:pt x="1391927" y="446392"/>
                </a:cubicBezTo>
                <a:cubicBezTo>
                  <a:pt x="1367605" y="465757"/>
                  <a:pt x="1329805" y="475516"/>
                  <a:pt x="1279534" y="475516"/>
                </a:cubicBezTo>
                <a:cubicBezTo>
                  <a:pt x="1259473" y="475516"/>
                  <a:pt x="1240031" y="473657"/>
                  <a:pt x="1221828" y="470017"/>
                </a:cubicBezTo>
                <a:cubicBezTo>
                  <a:pt x="1203470" y="466299"/>
                  <a:pt x="1186739" y="459870"/>
                  <a:pt x="1172255" y="450730"/>
                </a:cubicBezTo>
                <a:cubicBezTo>
                  <a:pt x="1157615" y="441590"/>
                  <a:pt x="1145454" y="429196"/>
                  <a:pt x="1136081" y="413937"/>
                </a:cubicBezTo>
                <a:cubicBezTo>
                  <a:pt x="1127251" y="399607"/>
                  <a:pt x="1121984" y="381559"/>
                  <a:pt x="1120280" y="360336"/>
                </a:cubicBezTo>
                <a:lnTo>
                  <a:pt x="1213230" y="360336"/>
                </a:lnTo>
                <a:cubicBezTo>
                  <a:pt x="1216561" y="375828"/>
                  <a:pt x="1223455" y="386207"/>
                  <a:pt x="1233911" y="391087"/>
                </a:cubicBezTo>
                <a:cubicBezTo>
                  <a:pt x="1246072" y="396819"/>
                  <a:pt x="1261022" y="399685"/>
                  <a:pt x="1278295" y="399685"/>
                </a:cubicBezTo>
                <a:cubicBezTo>
                  <a:pt x="1298744" y="399685"/>
                  <a:pt x="1313539" y="397129"/>
                  <a:pt x="1322059" y="392171"/>
                </a:cubicBezTo>
                <a:cubicBezTo>
                  <a:pt x="1330115" y="387524"/>
                  <a:pt x="1333988" y="380088"/>
                  <a:pt x="1333988" y="369398"/>
                </a:cubicBezTo>
                <a:cubicBezTo>
                  <a:pt x="1333988" y="361808"/>
                  <a:pt x="1331509" y="355224"/>
                  <a:pt x="1326319" y="349492"/>
                </a:cubicBezTo>
                <a:cubicBezTo>
                  <a:pt x="1321207" y="343760"/>
                  <a:pt x="1310828" y="339654"/>
                  <a:pt x="1295568" y="337253"/>
                </a:cubicBezTo>
                <a:lnTo>
                  <a:pt x="1247467" y="329585"/>
                </a:lnTo>
                <a:cubicBezTo>
                  <a:pt x="1206723" y="323156"/>
                  <a:pt x="1175818" y="311847"/>
                  <a:pt x="1155678" y="296045"/>
                </a:cubicBezTo>
                <a:cubicBezTo>
                  <a:pt x="1135152" y="279934"/>
                  <a:pt x="1124695" y="255302"/>
                  <a:pt x="1124695" y="222847"/>
                </a:cubicBezTo>
                <a:cubicBezTo>
                  <a:pt x="1124695" y="206194"/>
                  <a:pt x="1128336" y="191089"/>
                  <a:pt x="1135617" y="177844"/>
                </a:cubicBezTo>
                <a:cubicBezTo>
                  <a:pt x="1142820" y="164676"/>
                  <a:pt x="1153122" y="153367"/>
                  <a:pt x="1166290" y="144150"/>
                </a:cubicBezTo>
                <a:cubicBezTo>
                  <a:pt x="1179303" y="135010"/>
                  <a:pt x="1194950" y="127883"/>
                  <a:pt x="1212920" y="122926"/>
                </a:cubicBezTo>
                <a:cubicBezTo>
                  <a:pt x="1230813" y="117969"/>
                  <a:pt x="1250720" y="115490"/>
                  <a:pt x="1272176" y="115490"/>
                </a:cubicBezTo>
                <a:close/>
                <a:moveTo>
                  <a:pt x="1629957" y="115335"/>
                </a:moveTo>
                <a:cubicBezTo>
                  <a:pt x="1681776" y="115335"/>
                  <a:pt x="1721358" y="130517"/>
                  <a:pt x="1747616" y="160493"/>
                </a:cubicBezTo>
                <a:cubicBezTo>
                  <a:pt x="1773797" y="190315"/>
                  <a:pt x="1787043" y="230980"/>
                  <a:pt x="1787043" y="281328"/>
                </a:cubicBezTo>
                <a:lnTo>
                  <a:pt x="1787043" y="320522"/>
                </a:lnTo>
                <a:lnTo>
                  <a:pt x="1556526" y="320522"/>
                </a:lnTo>
                <a:cubicBezTo>
                  <a:pt x="1557843" y="344612"/>
                  <a:pt x="1564350" y="363744"/>
                  <a:pt x="1575968" y="377454"/>
                </a:cubicBezTo>
                <a:cubicBezTo>
                  <a:pt x="1587974" y="391629"/>
                  <a:pt x="1606332" y="398833"/>
                  <a:pt x="1630654" y="398833"/>
                </a:cubicBezTo>
                <a:cubicBezTo>
                  <a:pt x="1662954" y="398833"/>
                  <a:pt x="1682009" y="386207"/>
                  <a:pt x="1688825" y="360181"/>
                </a:cubicBezTo>
                <a:lnTo>
                  <a:pt x="1688903" y="360181"/>
                </a:lnTo>
                <a:lnTo>
                  <a:pt x="1782937" y="360181"/>
                </a:lnTo>
                <a:cubicBezTo>
                  <a:pt x="1776663" y="397361"/>
                  <a:pt x="1761249" y="426098"/>
                  <a:pt x="1737082" y="445540"/>
                </a:cubicBezTo>
                <a:cubicBezTo>
                  <a:pt x="1712527" y="465292"/>
                  <a:pt x="1676509" y="475284"/>
                  <a:pt x="1630034" y="475284"/>
                </a:cubicBezTo>
                <a:cubicBezTo>
                  <a:pt x="1574032" y="475284"/>
                  <a:pt x="1531197" y="459482"/>
                  <a:pt x="1502848" y="428267"/>
                </a:cubicBezTo>
                <a:cubicBezTo>
                  <a:pt x="1474498" y="397129"/>
                  <a:pt x="1460168" y="352590"/>
                  <a:pt x="1460168" y="295890"/>
                </a:cubicBezTo>
                <a:cubicBezTo>
                  <a:pt x="1460168" y="267618"/>
                  <a:pt x="1464273" y="241979"/>
                  <a:pt x="1472484" y="219826"/>
                </a:cubicBezTo>
                <a:cubicBezTo>
                  <a:pt x="1480695" y="197673"/>
                  <a:pt x="1492391" y="178464"/>
                  <a:pt x="1507340" y="162894"/>
                </a:cubicBezTo>
                <a:cubicBezTo>
                  <a:pt x="1522290" y="147325"/>
                  <a:pt x="1540415" y="135397"/>
                  <a:pt x="1561174" y="127341"/>
                </a:cubicBezTo>
                <a:cubicBezTo>
                  <a:pt x="1581855" y="119363"/>
                  <a:pt x="1605015" y="115335"/>
                  <a:pt x="1629957" y="115335"/>
                </a:cubicBezTo>
                <a:close/>
                <a:moveTo>
                  <a:pt x="784576" y="115335"/>
                </a:moveTo>
                <a:cubicBezTo>
                  <a:pt x="836395" y="115335"/>
                  <a:pt x="875977" y="130517"/>
                  <a:pt x="902235" y="160493"/>
                </a:cubicBezTo>
                <a:cubicBezTo>
                  <a:pt x="928416" y="190315"/>
                  <a:pt x="941661" y="230980"/>
                  <a:pt x="941661" y="281328"/>
                </a:cubicBezTo>
                <a:lnTo>
                  <a:pt x="941661" y="320522"/>
                </a:lnTo>
                <a:lnTo>
                  <a:pt x="711145" y="320522"/>
                </a:lnTo>
                <a:cubicBezTo>
                  <a:pt x="712462" y="344612"/>
                  <a:pt x="718969" y="363744"/>
                  <a:pt x="730587" y="377454"/>
                </a:cubicBezTo>
                <a:cubicBezTo>
                  <a:pt x="742593" y="391629"/>
                  <a:pt x="760951" y="398833"/>
                  <a:pt x="785273" y="398833"/>
                </a:cubicBezTo>
                <a:cubicBezTo>
                  <a:pt x="817573" y="398833"/>
                  <a:pt x="836628" y="386207"/>
                  <a:pt x="843444" y="360181"/>
                </a:cubicBezTo>
                <a:lnTo>
                  <a:pt x="843522" y="360181"/>
                </a:lnTo>
                <a:lnTo>
                  <a:pt x="937556" y="360181"/>
                </a:lnTo>
                <a:cubicBezTo>
                  <a:pt x="931282" y="397361"/>
                  <a:pt x="915868" y="426098"/>
                  <a:pt x="891701" y="445540"/>
                </a:cubicBezTo>
                <a:cubicBezTo>
                  <a:pt x="867146" y="465292"/>
                  <a:pt x="831128" y="475284"/>
                  <a:pt x="784653" y="475284"/>
                </a:cubicBezTo>
                <a:cubicBezTo>
                  <a:pt x="728651" y="475284"/>
                  <a:pt x="685816" y="459482"/>
                  <a:pt x="657467" y="428267"/>
                </a:cubicBezTo>
                <a:cubicBezTo>
                  <a:pt x="629117" y="397129"/>
                  <a:pt x="614787" y="352590"/>
                  <a:pt x="614787" y="295890"/>
                </a:cubicBezTo>
                <a:cubicBezTo>
                  <a:pt x="614787" y="267618"/>
                  <a:pt x="618892" y="241979"/>
                  <a:pt x="627103" y="219826"/>
                </a:cubicBezTo>
                <a:cubicBezTo>
                  <a:pt x="635313" y="197673"/>
                  <a:pt x="647010" y="178464"/>
                  <a:pt x="661959" y="162894"/>
                </a:cubicBezTo>
                <a:cubicBezTo>
                  <a:pt x="676909" y="147325"/>
                  <a:pt x="695034" y="135397"/>
                  <a:pt x="715793" y="127341"/>
                </a:cubicBezTo>
                <a:cubicBezTo>
                  <a:pt x="736474" y="119363"/>
                  <a:pt x="759634" y="115335"/>
                  <a:pt x="784576" y="115335"/>
                </a:cubicBezTo>
                <a:close/>
                <a:moveTo>
                  <a:pt x="2576886" y="97288"/>
                </a:moveTo>
                <a:cubicBezTo>
                  <a:pt x="2499118" y="97288"/>
                  <a:pt x="2435834" y="160571"/>
                  <a:pt x="2435834" y="238339"/>
                </a:cubicBezTo>
                <a:cubicBezTo>
                  <a:pt x="2435834" y="316108"/>
                  <a:pt x="2499118" y="379391"/>
                  <a:pt x="2576886" y="379391"/>
                </a:cubicBezTo>
                <a:cubicBezTo>
                  <a:pt x="2654654" y="379391"/>
                  <a:pt x="2717938" y="316108"/>
                  <a:pt x="2717938" y="238339"/>
                </a:cubicBezTo>
                <a:cubicBezTo>
                  <a:pt x="2717938" y="160571"/>
                  <a:pt x="2654654" y="97288"/>
                  <a:pt x="2576886" y="97288"/>
                </a:cubicBezTo>
                <a:close/>
                <a:moveTo>
                  <a:pt x="2196642" y="10456"/>
                </a:moveTo>
                <a:lnTo>
                  <a:pt x="2290522" y="10456"/>
                </a:lnTo>
                <a:lnTo>
                  <a:pt x="2290522" y="466298"/>
                </a:lnTo>
                <a:lnTo>
                  <a:pt x="2196642" y="466298"/>
                </a:lnTo>
                <a:close/>
                <a:moveTo>
                  <a:pt x="986665" y="10456"/>
                </a:moveTo>
                <a:lnTo>
                  <a:pt x="1080545" y="10456"/>
                </a:lnTo>
                <a:lnTo>
                  <a:pt x="1080545" y="475593"/>
                </a:lnTo>
                <a:lnTo>
                  <a:pt x="1065905" y="475593"/>
                </a:lnTo>
                <a:cubicBezTo>
                  <a:pt x="1022063" y="475129"/>
                  <a:pt x="986665" y="438878"/>
                  <a:pt x="986665" y="394107"/>
                </a:cubicBezTo>
                <a:close/>
                <a:moveTo>
                  <a:pt x="476601" y="10456"/>
                </a:moveTo>
                <a:lnTo>
                  <a:pt x="480087" y="10456"/>
                </a:lnTo>
                <a:lnTo>
                  <a:pt x="569319" y="10456"/>
                </a:lnTo>
                <a:lnTo>
                  <a:pt x="572882" y="10456"/>
                </a:lnTo>
                <a:lnTo>
                  <a:pt x="572882" y="81330"/>
                </a:lnTo>
                <a:lnTo>
                  <a:pt x="572882" y="84893"/>
                </a:lnTo>
                <a:lnTo>
                  <a:pt x="569319" y="84893"/>
                </a:lnTo>
                <a:lnTo>
                  <a:pt x="480087" y="84893"/>
                </a:lnTo>
                <a:lnTo>
                  <a:pt x="476601" y="84893"/>
                </a:lnTo>
                <a:lnTo>
                  <a:pt x="476601" y="81330"/>
                </a:lnTo>
                <a:close/>
                <a:moveTo>
                  <a:pt x="58559" y="6331"/>
                </a:moveTo>
                <a:cubicBezTo>
                  <a:pt x="67660" y="8597"/>
                  <a:pt x="76103" y="13593"/>
                  <a:pt x="82648" y="20990"/>
                </a:cubicBezTo>
                <a:lnTo>
                  <a:pt x="326565" y="298911"/>
                </a:lnTo>
                <a:lnTo>
                  <a:pt x="326565" y="10456"/>
                </a:lnTo>
                <a:lnTo>
                  <a:pt x="421064" y="10456"/>
                </a:lnTo>
                <a:lnTo>
                  <a:pt x="421064" y="424781"/>
                </a:lnTo>
                <a:cubicBezTo>
                  <a:pt x="421064" y="444610"/>
                  <a:pt x="408903" y="462348"/>
                  <a:pt x="390545" y="469397"/>
                </a:cubicBezTo>
                <a:cubicBezTo>
                  <a:pt x="385123" y="471488"/>
                  <a:pt x="379391" y="472495"/>
                  <a:pt x="373814" y="472495"/>
                </a:cubicBezTo>
                <a:cubicBezTo>
                  <a:pt x="360491" y="472495"/>
                  <a:pt x="347556" y="466918"/>
                  <a:pt x="338416" y="456461"/>
                </a:cubicBezTo>
                <a:lnTo>
                  <a:pt x="94499" y="178541"/>
                </a:lnTo>
                <a:lnTo>
                  <a:pt x="94499" y="466298"/>
                </a:lnTo>
                <a:lnTo>
                  <a:pt x="0" y="466298"/>
                </a:lnTo>
                <a:lnTo>
                  <a:pt x="0" y="52748"/>
                </a:lnTo>
                <a:cubicBezTo>
                  <a:pt x="0" y="32841"/>
                  <a:pt x="12161" y="15103"/>
                  <a:pt x="30519" y="8055"/>
                </a:cubicBezTo>
                <a:cubicBezTo>
                  <a:pt x="39698" y="4530"/>
                  <a:pt x="49457" y="4066"/>
                  <a:pt x="58559" y="6331"/>
                </a:cubicBezTo>
                <a:close/>
                <a:moveTo>
                  <a:pt x="2576886" y="0"/>
                </a:moveTo>
                <a:cubicBezTo>
                  <a:pt x="2708333" y="0"/>
                  <a:pt x="2815303" y="106970"/>
                  <a:pt x="2815303" y="238417"/>
                </a:cubicBezTo>
                <a:cubicBezTo>
                  <a:pt x="2815303" y="287061"/>
                  <a:pt x="2800586" y="332296"/>
                  <a:pt x="2775489" y="370096"/>
                </a:cubicBezTo>
                <a:lnTo>
                  <a:pt x="2775412" y="370096"/>
                </a:lnTo>
                <a:lnTo>
                  <a:pt x="2855736" y="450420"/>
                </a:lnTo>
                <a:lnTo>
                  <a:pt x="2789354" y="516802"/>
                </a:lnTo>
                <a:lnTo>
                  <a:pt x="2709108" y="436555"/>
                </a:lnTo>
                <a:cubicBezTo>
                  <a:pt x="2671230" y="461962"/>
                  <a:pt x="2625762" y="476756"/>
                  <a:pt x="2576886" y="476756"/>
                </a:cubicBezTo>
                <a:cubicBezTo>
                  <a:pt x="2445439" y="476756"/>
                  <a:pt x="2338469" y="369864"/>
                  <a:pt x="2338469" y="238417"/>
                </a:cubicBezTo>
                <a:cubicBezTo>
                  <a:pt x="2338469" y="106970"/>
                  <a:pt x="2445439" y="0"/>
                  <a:pt x="2576886" y="0"/>
                </a:cubicBezTo>
                <a:close/>
              </a:path>
            </a:pathLst>
          </a:custGeom>
          <a:solidFill>
            <a:schemeClr val="accent1"/>
          </a:solidFill>
          <a:ln w="774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16" name="powered by GfK intelligence" hidden="1">
            <a:extLst>
              <a:ext uri="{FF2B5EF4-FFF2-40B4-BE49-F238E27FC236}">
                <a16:creationId xmlns:a16="http://schemas.microsoft.com/office/drawing/2014/main" id="{2DE2CAB5-4E78-45AD-80AC-87B70D54397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99817" y="5731161"/>
            <a:ext cx="2752712" cy="42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219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hoto Circl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tatic Light Bkgd">
            <a:extLst>
              <a:ext uri="{FF2B5EF4-FFF2-40B4-BE49-F238E27FC236}">
                <a16:creationId xmlns:a16="http://schemas.microsoft.com/office/drawing/2014/main" id="{EE705342-7994-AFF3-15FD-F6FDEC9AE6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" name="Photo Accent Circles">
            <a:extLst>
              <a:ext uri="{FF2B5EF4-FFF2-40B4-BE49-F238E27FC236}">
                <a16:creationId xmlns:a16="http://schemas.microsoft.com/office/drawing/2014/main" id="{142AC587-6F39-6154-A37A-868A63F4F005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5942370" y="1"/>
            <a:ext cx="6249631" cy="6778171"/>
            <a:chOff x="5942370" y="1"/>
            <a:chExt cx="6249631" cy="6778171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1DBC157-DD06-141E-B188-1EB8D24163C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942370" y="1"/>
              <a:ext cx="6249631" cy="6778171"/>
            </a:xfrm>
            <a:custGeom>
              <a:avLst/>
              <a:gdLst>
                <a:gd name="connsiteX0" fmla="*/ 1133398 w 6249631"/>
                <a:gd name="connsiteY0" fmla="*/ 0 h 6778171"/>
                <a:gd name="connsiteX1" fmla="*/ 6249631 w 6249631"/>
                <a:gd name="connsiteY1" fmla="*/ 0 h 6778171"/>
                <a:gd name="connsiteX2" fmla="*/ 6249631 w 6249631"/>
                <a:gd name="connsiteY2" fmla="*/ 6079239 h 6778171"/>
                <a:gd name="connsiteX3" fmla="*/ 6227147 w 6249631"/>
                <a:gd name="connsiteY3" fmla="*/ 6096052 h 6778171"/>
                <a:gd name="connsiteX4" fmla="*/ 3994041 w 6249631"/>
                <a:gd name="connsiteY4" fmla="*/ 6778171 h 6778171"/>
                <a:gd name="connsiteX5" fmla="*/ 0 w 6249631"/>
                <a:gd name="connsiteY5" fmla="*/ 2784130 h 6778171"/>
                <a:gd name="connsiteX6" fmla="*/ 912045 w 6249631"/>
                <a:gd name="connsiteY6" fmla="*/ 243549 h 6778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249631" h="6778171">
                  <a:moveTo>
                    <a:pt x="1133398" y="0"/>
                  </a:moveTo>
                  <a:lnTo>
                    <a:pt x="6249631" y="0"/>
                  </a:lnTo>
                  <a:lnTo>
                    <a:pt x="6249631" y="6079239"/>
                  </a:lnTo>
                  <a:lnTo>
                    <a:pt x="6227147" y="6096052"/>
                  </a:lnTo>
                  <a:cubicBezTo>
                    <a:pt x="5589694" y="6526707"/>
                    <a:pt x="4821234" y="6778171"/>
                    <a:pt x="3994041" y="6778171"/>
                  </a:cubicBezTo>
                  <a:cubicBezTo>
                    <a:pt x="1788193" y="6778171"/>
                    <a:pt x="0" y="4989978"/>
                    <a:pt x="0" y="2784130"/>
                  </a:cubicBezTo>
                  <a:cubicBezTo>
                    <a:pt x="0" y="1819072"/>
                    <a:pt x="342272" y="933955"/>
                    <a:pt x="912045" y="243549"/>
                  </a:cubicBezTo>
                  <a:close/>
                </a:path>
              </a:pathLst>
            </a:custGeom>
            <a:solidFill>
              <a:srgbClr val="0A52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5D9CB59-0278-69D3-1B88-9D97D9D9BF6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596886" y="1"/>
              <a:ext cx="5595114" cy="6115087"/>
            </a:xfrm>
            <a:custGeom>
              <a:avLst/>
              <a:gdLst>
                <a:gd name="connsiteX0" fmla="*/ 1504880 w 5595114"/>
                <a:gd name="connsiteY0" fmla="*/ 0 h 6115087"/>
                <a:gd name="connsiteX1" fmla="*/ 5157035 w 5595114"/>
                <a:gd name="connsiteY1" fmla="*/ 0 h 6115087"/>
                <a:gd name="connsiteX2" fmla="*/ 5193327 w 5595114"/>
                <a:gd name="connsiteY2" fmla="*/ 22048 h 6115087"/>
                <a:gd name="connsiteX3" fmla="*/ 5449755 w 5595114"/>
                <a:gd name="connsiteY3" fmla="*/ 213802 h 6115087"/>
                <a:gd name="connsiteX4" fmla="*/ 5595114 w 5595114"/>
                <a:gd name="connsiteY4" fmla="*/ 345913 h 6115087"/>
                <a:gd name="connsiteX5" fmla="*/ 5595114 w 5595114"/>
                <a:gd name="connsiteY5" fmla="*/ 5222347 h 6115087"/>
                <a:gd name="connsiteX6" fmla="*/ 5449755 w 5595114"/>
                <a:gd name="connsiteY6" fmla="*/ 5354459 h 6115087"/>
                <a:gd name="connsiteX7" fmla="*/ 3330957 w 5595114"/>
                <a:gd name="connsiteY7" fmla="*/ 6115087 h 6115087"/>
                <a:gd name="connsiteX8" fmla="*/ 0 w 5595114"/>
                <a:gd name="connsiteY8" fmla="*/ 2784130 h 6115087"/>
                <a:gd name="connsiteX9" fmla="*/ 1468588 w 5595114"/>
                <a:gd name="connsiteY9" fmla="*/ 22048 h 611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95114" h="6115087">
                  <a:moveTo>
                    <a:pt x="1504880" y="0"/>
                  </a:moveTo>
                  <a:lnTo>
                    <a:pt x="5157035" y="0"/>
                  </a:lnTo>
                  <a:lnTo>
                    <a:pt x="5193327" y="22048"/>
                  </a:lnTo>
                  <a:cubicBezTo>
                    <a:pt x="5281931" y="81908"/>
                    <a:pt x="5367500" y="145919"/>
                    <a:pt x="5449755" y="213802"/>
                  </a:cubicBezTo>
                  <a:lnTo>
                    <a:pt x="5595114" y="345913"/>
                  </a:lnTo>
                  <a:lnTo>
                    <a:pt x="5595114" y="5222347"/>
                  </a:lnTo>
                  <a:lnTo>
                    <a:pt x="5449755" y="5354459"/>
                  </a:lnTo>
                  <a:cubicBezTo>
                    <a:pt x="4873969" y="5829639"/>
                    <a:pt x="4135798" y="6115087"/>
                    <a:pt x="3330957" y="6115087"/>
                  </a:cubicBezTo>
                  <a:cubicBezTo>
                    <a:pt x="1491320" y="6115087"/>
                    <a:pt x="0" y="4623767"/>
                    <a:pt x="0" y="2784130"/>
                  </a:cubicBezTo>
                  <a:cubicBezTo>
                    <a:pt x="0" y="1634357"/>
                    <a:pt x="582547" y="620645"/>
                    <a:pt x="1468588" y="22048"/>
                  </a:cubicBezTo>
                  <a:close/>
                </a:path>
              </a:pathLst>
            </a:custGeom>
            <a:solidFill>
              <a:srgbClr val="0946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rgbClr val="DADADA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EF44984-8F7A-8C11-AE43-676924BE71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7172234" y="28520"/>
              <a:ext cx="5019767" cy="5511220"/>
            </a:xfrm>
            <a:custGeom>
              <a:avLst/>
              <a:gdLst>
                <a:gd name="connsiteX0" fmla="*/ 2755610 w 5019767"/>
                <a:gd name="connsiteY0" fmla="*/ 0 h 5511220"/>
                <a:gd name="connsiteX1" fmla="*/ 4881972 w 5019767"/>
                <a:gd name="connsiteY1" fmla="*/ 1002786 h 5511220"/>
                <a:gd name="connsiteX2" fmla="*/ 5019767 w 5019767"/>
                <a:gd name="connsiteY2" fmla="*/ 1187056 h 5511220"/>
                <a:gd name="connsiteX3" fmla="*/ 5019767 w 5019767"/>
                <a:gd name="connsiteY3" fmla="*/ 4324164 h 5511220"/>
                <a:gd name="connsiteX4" fmla="*/ 4881972 w 5019767"/>
                <a:gd name="connsiteY4" fmla="*/ 4508434 h 5511220"/>
                <a:gd name="connsiteX5" fmla="*/ 2755610 w 5019767"/>
                <a:gd name="connsiteY5" fmla="*/ 5511220 h 5511220"/>
                <a:gd name="connsiteX6" fmla="*/ 0 w 5019767"/>
                <a:gd name="connsiteY6" fmla="*/ 2755610 h 5511220"/>
                <a:gd name="connsiteX7" fmla="*/ 2755610 w 5019767"/>
                <a:gd name="connsiteY7" fmla="*/ 0 h 5511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19767" h="5511220">
                  <a:moveTo>
                    <a:pt x="2755610" y="0"/>
                  </a:moveTo>
                  <a:cubicBezTo>
                    <a:pt x="3611668" y="0"/>
                    <a:pt x="4376553" y="390360"/>
                    <a:pt x="4881972" y="1002786"/>
                  </a:cubicBezTo>
                  <a:lnTo>
                    <a:pt x="5019767" y="1187056"/>
                  </a:lnTo>
                  <a:lnTo>
                    <a:pt x="5019767" y="4324164"/>
                  </a:lnTo>
                  <a:lnTo>
                    <a:pt x="4881972" y="4508434"/>
                  </a:lnTo>
                  <a:cubicBezTo>
                    <a:pt x="4376553" y="5120861"/>
                    <a:pt x="3611668" y="5511220"/>
                    <a:pt x="2755610" y="5511220"/>
                  </a:cubicBezTo>
                  <a:cubicBezTo>
                    <a:pt x="1233729" y="5511220"/>
                    <a:pt x="0" y="4277491"/>
                    <a:pt x="0" y="2755610"/>
                  </a:cubicBezTo>
                  <a:cubicBezTo>
                    <a:pt x="0" y="1233729"/>
                    <a:pt x="1233729" y="0"/>
                    <a:pt x="2755610" y="0"/>
                  </a:cubicBezTo>
                  <a:close/>
                </a:path>
              </a:pathLst>
            </a:custGeom>
            <a:solidFill>
              <a:srgbClr val="073B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</p:grpSp>
      <p:sp>
        <p:nvSpPr>
          <p:cNvPr id="9" name="Copyright Line">
            <a:extLst>
              <a:ext uri="{FF2B5EF4-FFF2-40B4-BE49-F238E27FC236}">
                <a16:creationId xmlns:a16="http://schemas.microsoft.com/office/drawing/2014/main" id="{D2389545-B6D7-497B-37D4-C8C4C52F8A1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88558" y="6536553"/>
            <a:ext cx="2458455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>
                <a:solidFill>
                  <a:srgbClr val="BBBBBB"/>
                </a:solidFill>
                <a:latin typeface="+mn-lt"/>
                <a:ea typeface="+mn-ea"/>
                <a:cs typeface="+mn-cs"/>
              </a:rPr>
              <a:t>© </a:t>
            </a:r>
            <a:fld id="{8BFAE56B-6D08-4B3F-AB76-3783A8251C9C}" type="datetimeyyyy">
              <a:rPr lang="en-US" sz="700" kern="1200" smtClean="0">
                <a:solidFill>
                  <a:srgbClr val="BBBBBB"/>
                </a:solidFill>
                <a:latin typeface="+mn-lt"/>
                <a:ea typeface="+mn-ea"/>
                <a:cs typeface="+mn-cs"/>
              </a:rPr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</a:t>
            </a:fld>
            <a:r>
              <a:rPr lang="en-US" sz="700" kern="1200">
                <a:solidFill>
                  <a:srgbClr val="BBBBBB"/>
                </a:solidFill>
                <a:latin typeface="+mn-lt"/>
                <a:ea typeface="+mn-ea"/>
                <a:cs typeface="+mn-cs"/>
              </a:rPr>
              <a:t> Nielsen Consumer LLC. All Rights Reserved.</a:t>
            </a:r>
          </a:p>
        </p:txBody>
      </p:sp>
      <p:sp>
        <p:nvSpPr>
          <p:cNvPr id="10" name="Confidential disclaimer">
            <a:extLst>
              <a:ext uri="{FF2B5EF4-FFF2-40B4-BE49-F238E27FC236}">
                <a16:creationId xmlns:a16="http://schemas.microsoft.com/office/drawing/2014/main" id="{8C70182C-829B-A5E4-6775-1B5FA53322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798636" y="6573016"/>
            <a:ext cx="1101264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Confidential and proprietary</a:t>
            </a:r>
          </a:p>
        </p:txBody>
      </p:sp>
      <p:sp>
        <p:nvSpPr>
          <p:cNvPr id="25" name="Picture Placeholder">
            <a:extLst>
              <a:ext uri="{FF2B5EF4-FFF2-40B4-BE49-F238E27FC236}">
                <a16:creationId xmlns:a16="http://schemas.microsoft.com/office/drawing/2014/main" id="{278BDEAF-4B5A-EDEC-5FBB-5BDC0B1311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7465671" y="321957"/>
            <a:ext cx="4726329" cy="4924346"/>
          </a:xfrm>
          <a:custGeom>
            <a:avLst/>
            <a:gdLst>
              <a:gd name="connsiteX0" fmla="*/ 2462173 w 4726329"/>
              <a:gd name="connsiteY0" fmla="*/ 0 h 4924346"/>
              <a:gd name="connsiteX1" fmla="*/ 4627175 w 4726329"/>
              <a:gd name="connsiteY1" fmla="*/ 1288555 h 4924346"/>
              <a:gd name="connsiteX2" fmla="*/ 4726329 w 4726329"/>
              <a:gd name="connsiteY2" fmla="*/ 1494386 h 4924346"/>
              <a:gd name="connsiteX3" fmla="*/ 4726329 w 4726329"/>
              <a:gd name="connsiteY3" fmla="*/ 3429960 h 4924346"/>
              <a:gd name="connsiteX4" fmla="*/ 4627175 w 4726329"/>
              <a:gd name="connsiteY4" fmla="*/ 3635791 h 4924346"/>
              <a:gd name="connsiteX5" fmla="*/ 2462173 w 4726329"/>
              <a:gd name="connsiteY5" fmla="*/ 4924346 h 4924346"/>
              <a:gd name="connsiteX6" fmla="*/ 0 w 4726329"/>
              <a:gd name="connsiteY6" fmla="*/ 2462173 h 4924346"/>
              <a:gd name="connsiteX7" fmla="*/ 2462173 w 4726329"/>
              <a:gd name="connsiteY7" fmla="*/ 0 h 4924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26329" h="4924346">
                <a:moveTo>
                  <a:pt x="2462173" y="0"/>
                </a:moveTo>
                <a:cubicBezTo>
                  <a:pt x="3397050" y="0"/>
                  <a:pt x="4210233" y="521034"/>
                  <a:pt x="4627175" y="1288555"/>
                </a:cubicBezTo>
                <a:lnTo>
                  <a:pt x="4726329" y="1494386"/>
                </a:lnTo>
                <a:lnTo>
                  <a:pt x="4726329" y="3429960"/>
                </a:lnTo>
                <a:lnTo>
                  <a:pt x="4627175" y="3635791"/>
                </a:lnTo>
                <a:cubicBezTo>
                  <a:pt x="4210233" y="4403313"/>
                  <a:pt x="3397050" y="4924346"/>
                  <a:pt x="2462173" y="4924346"/>
                </a:cubicBezTo>
                <a:cubicBezTo>
                  <a:pt x="1102352" y="4924346"/>
                  <a:pt x="0" y="3821994"/>
                  <a:pt x="0" y="2462173"/>
                </a:cubicBezTo>
                <a:cubicBezTo>
                  <a:pt x="0" y="1102352"/>
                  <a:pt x="1102352" y="0"/>
                  <a:pt x="2462173" y="0"/>
                </a:cubicBezTo>
                <a:close/>
              </a:path>
            </a:pathLst>
          </a:custGeom>
          <a:solidFill>
            <a:srgbClr val="777777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picture icon to add photo</a:t>
            </a:r>
          </a:p>
        </p:txBody>
      </p:sp>
      <p:sp>
        <p:nvSpPr>
          <p:cNvPr id="3" name="Title/Dept Placeholder">
            <a:extLst>
              <a:ext uri="{FF2B5EF4-FFF2-40B4-BE49-F238E27FC236}">
                <a16:creationId xmlns:a16="http://schemas.microsoft.com/office/drawing/2014/main" id="{F49547DD-E825-E7A3-C48A-64AA78C199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 hasCustomPrompt="1"/>
          </p:nvPr>
        </p:nvSpPr>
        <p:spPr>
          <a:xfrm>
            <a:off x="292100" y="4560602"/>
            <a:ext cx="6689728" cy="344385"/>
          </a:xfrm>
        </p:spPr>
        <p:txBody>
          <a:bodyPr t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FFFFFF"/>
                </a:solidFill>
              </a:defRPr>
            </a:lvl1pPr>
            <a:lvl2pPr marL="457200" indent="0">
              <a:buNone/>
              <a:defRPr sz="1200" b="1">
                <a:solidFill>
                  <a:schemeClr val="bg1"/>
                </a:solidFill>
              </a:defRPr>
            </a:lvl2pPr>
            <a:lvl3pPr marL="914400" indent="0">
              <a:buNone/>
              <a:defRPr sz="1200" b="1">
                <a:solidFill>
                  <a:schemeClr val="bg1"/>
                </a:solidFill>
              </a:defRPr>
            </a:lvl3pPr>
            <a:lvl4pPr marL="1371600" indent="0">
              <a:buNone/>
              <a:defRPr sz="1200" b="1">
                <a:solidFill>
                  <a:schemeClr val="bg1"/>
                </a:solidFill>
              </a:defRPr>
            </a:lvl4pPr>
            <a:lvl5pPr marL="1828800" indent="0">
              <a:buNone/>
              <a:defRPr sz="1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Title/Department</a:t>
            </a:r>
          </a:p>
        </p:txBody>
      </p:sp>
      <p:sp>
        <p:nvSpPr>
          <p:cNvPr id="2" name="Presenter Name Placeholder">
            <a:extLst>
              <a:ext uri="{FF2B5EF4-FFF2-40B4-BE49-F238E27FC236}">
                <a16:creationId xmlns:a16="http://schemas.microsoft.com/office/drawing/2014/main" id="{5A598B2A-BB91-C356-7BCC-18D04DA85A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292100" y="4192468"/>
            <a:ext cx="6689728" cy="344384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FFFFF"/>
                </a:solidFill>
              </a:defRPr>
            </a:lvl1pPr>
            <a:lvl2pPr marL="457200" indent="0">
              <a:buNone/>
              <a:defRPr sz="1200" b="1">
                <a:solidFill>
                  <a:schemeClr val="bg1"/>
                </a:solidFill>
              </a:defRPr>
            </a:lvl2pPr>
            <a:lvl3pPr marL="914400" indent="0">
              <a:buNone/>
              <a:defRPr sz="1200" b="1">
                <a:solidFill>
                  <a:schemeClr val="bg1"/>
                </a:solidFill>
              </a:defRPr>
            </a:lvl3pPr>
            <a:lvl4pPr marL="1371600" indent="0">
              <a:buNone/>
              <a:defRPr sz="1200" b="1">
                <a:solidFill>
                  <a:schemeClr val="bg1"/>
                </a:solidFill>
              </a:defRPr>
            </a:lvl4pPr>
            <a:lvl5pPr marL="1828800" indent="0">
              <a:buNone/>
              <a:defRPr sz="1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name Last name</a:t>
            </a:r>
          </a:p>
        </p:txBody>
      </p:sp>
      <p:sp>
        <p:nvSpPr>
          <p:cNvPr id="8" name="Subtitle Placeholder">
            <a:extLst>
              <a:ext uri="{FF2B5EF4-FFF2-40B4-BE49-F238E27FC236}">
                <a16:creationId xmlns:a16="http://schemas.microsoft.com/office/drawing/2014/main" id="{23B6A8FC-C3C4-F7DA-BF00-D56866D580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>
            <a:off x="292100" y="3114710"/>
            <a:ext cx="6689729" cy="83788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615225DC-38B1-15E3-05E6-88F5A6B976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292100" y="1214225"/>
            <a:ext cx="6689729" cy="182819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/>
              <a:t>Insert your presentation title here maximum of three lines</a:t>
            </a:r>
          </a:p>
        </p:txBody>
      </p:sp>
      <p:sp>
        <p:nvSpPr>
          <p:cNvPr id="20" name="Footer Placeholder">
            <a:extLst>
              <a:ext uri="{FF2B5EF4-FFF2-40B4-BE49-F238E27FC236}">
                <a16:creationId xmlns:a16="http://schemas.microsoft.com/office/drawing/2014/main" id="{2D14EE9F-2F55-26FC-515D-412C015A83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3251195" y="6485399"/>
            <a:ext cx="3716341" cy="282957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2" name="Date Placeholder">
            <a:extLst>
              <a:ext uri="{FF2B5EF4-FFF2-40B4-BE49-F238E27FC236}">
                <a16:creationId xmlns:a16="http://schemas.microsoft.com/office/drawing/2014/main" id="{900148C6-F245-1C12-D2B3-967ECA6442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>
          <a:xfrm>
            <a:off x="292100" y="5036705"/>
            <a:ext cx="1744664" cy="282957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pic>
        <p:nvPicPr>
          <p:cNvPr id="7" name="NielsenIQ GFK lockup" hidden="1">
            <a:extLst>
              <a:ext uri="{FF2B5EF4-FFF2-40B4-BE49-F238E27FC236}">
                <a16:creationId xmlns:a16="http://schemas.microsoft.com/office/drawing/2014/main" id="{38C64FBC-CEA2-AB8D-1C98-40BE4309F85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95275" y="5623108"/>
            <a:ext cx="2855736" cy="637108"/>
          </a:xfrm>
          <a:prstGeom prst="rect">
            <a:avLst/>
          </a:prstGeom>
        </p:spPr>
      </p:pic>
      <p:pic>
        <p:nvPicPr>
          <p:cNvPr id="14" name="NielsenIQ logo+wordmark" hidden="1">
            <a:extLst>
              <a:ext uri="{FF2B5EF4-FFF2-40B4-BE49-F238E27FC236}">
                <a16:creationId xmlns:a16="http://schemas.microsoft.com/office/drawing/2014/main" id="{4592FCA5-867A-BB8D-E995-7A4C9EC3E96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559" y="5563212"/>
            <a:ext cx="2155408" cy="743616"/>
          </a:xfrm>
          <a:prstGeom prst="rect">
            <a:avLst/>
          </a:prstGeom>
        </p:spPr>
      </p:pic>
      <p:sp>
        <p:nvSpPr>
          <p:cNvPr id="24" name="Nielsen wordmark">
            <a:extLst>
              <a:ext uri="{FF2B5EF4-FFF2-40B4-BE49-F238E27FC236}">
                <a16:creationId xmlns:a16="http://schemas.microsoft.com/office/drawing/2014/main" id="{8E329D7C-9D9C-5C6C-56E6-95CB0519B1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95274" y="5686380"/>
            <a:ext cx="2855736" cy="516802"/>
          </a:xfrm>
          <a:custGeom>
            <a:avLst/>
            <a:gdLst>
              <a:gd name="connsiteX0" fmla="*/ 1628098 w 2855736"/>
              <a:gd name="connsiteY0" fmla="*/ 189308 h 516802"/>
              <a:gd name="connsiteX1" fmla="*/ 1598276 w 2855736"/>
              <a:gd name="connsiteY1" fmla="*/ 194730 h 516802"/>
              <a:gd name="connsiteX2" fmla="*/ 1576820 w 2855736"/>
              <a:gd name="connsiteY2" fmla="*/ 209524 h 516802"/>
              <a:gd name="connsiteX3" fmla="*/ 1563188 w 2855736"/>
              <a:gd name="connsiteY3" fmla="*/ 231368 h 516802"/>
              <a:gd name="connsiteX4" fmla="*/ 1563188 w 2855736"/>
              <a:gd name="connsiteY4" fmla="*/ 231290 h 516802"/>
              <a:gd name="connsiteX5" fmla="*/ 1557921 w 2855736"/>
              <a:gd name="connsiteY5" fmla="*/ 254838 h 516802"/>
              <a:gd name="connsiteX6" fmla="*/ 1694015 w 2855736"/>
              <a:gd name="connsiteY6" fmla="*/ 254838 h 516802"/>
              <a:gd name="connsiteX7" fmla="*/ 1678059 w 2855736"/>
              <a:gd name="connsiteY7" fmla="*/ 207201 h 516802"/>
              <a:gd name="connsiteX8" fmla="*/ 1628098 w 2855736"/>
              <a:gd name="connsiteY8" fmla="*/ 189308 h 516802"/>
              <a:gd name="connsiteX9" fmla="*/ 782717 w 2855736"/>
              <a:gd name="connsiteY9" fmla="*/ 189308 h 516802"/>
              <a:gd name="connsiteX10" fmla="*/ 752895 w 2855736"/>
              <a:gd name="connsiteY10" fmla="*/ 194730 h 516802"/>
              <a:gd name="connsiteX11" fmla="*/ 731439 w 2855736"/>
              <a:gd name="connsiteY11" fmla="*/ 209524 h 516802"/>
              <a:gd name="connsiteX12" fmla="*/ 717807 w 2855736"/>
              <a:gd name="connsiteY12" fmla="*/ 231368 h 516802"/>
              <a:gd name="connsiteX13" fmla="*/ 717807 w 2855736"/>
              <a:gd name="connsiteY13" fmla="*/ 231290 h 516802"/>
              <a:gd name="connsiteX14" fmla="*/ 712539 w 2855736"/>
              <a:gd name="connsiteY14" fmla="*/ 254838 h 516802"/>
              <a:gd name="connsiteX15" fmla="*/ 848634 w 2855736"/>
              <a:gd name="connsiteY15" fmla="*/ 254838 h 516802"/>
              <a:gd name="connsiteX16" fmla="*/ 832677 w 2855736"/>
              <a:gd name="connsiteY16" fmla="*/ 207201 h 516802"/>
              <a:gd name="connsiteX17" fmla="*/ 782717 w 2855736"/>
              <a:gd name="connsiteY17" fmla="*/ 189308 h 516802"/>
              <a:gd name="connsiteX18" fmla="*/ 476601 w 2855736"/>
              <a:gd name="connsiteY18" fmla="*/ 124553 h 516802"/>
              <a:gd name="connsiteX19" fmla="*/ 480087 w 2855736"/>
              <a:gd name="connsiteY19" fmla="*/ 124553 h 516802"/>
              <a:gd name="connsiteX20" fmla="*/ 569319 w 2855736"/>
              <a:gd name="connsiteY20" fmla="*/ 124553 h 516802"/>
              <a:gd name="connsiteX21" fmla="*/ 572882 w 2855736"/>
              <a:gd name="connsiteY21" fmla="*/ 124553 h 516802"/>
              <a:gd name="connsiteX22" fmla="*/ 572882 w 2855736"/>
              <a:gd name="connsiteY22" fmla="*/ 128116 h 516802"/>
              <a:gd name="connsiteX23" fmla="*/ 572804 w 2855736"/>
              <a:gd name="connsiteY23" fmla="*/ 466299 h 516802"/>
              <a:gd name="connsiteX24" fmla="*/ 569319 w 2855736"/>
              <a:gd name="connsiteY24" fmla="*/ 466299 h 516802"/>
              <a:gd name="connsiteX25" fmla="*/ 480087 w 2855736"/>
              <a:gd name="connsiteY25" fmla="*/ 466299 h 516802"/>
              <a:gd name="connsiteX26" fmla="*/ 476601 w 2855736"/>
              <a:gd name="connsiteY26" fmla="*/ 466299 h 516802"/>
              <a:gd name="connsiteX27" fmla="*/ 476601 w 2855736"/>
              <a:gd name="connsiteY27" fmla="*/ 127496 h 516802"/>
              <a:gd name="connsiteX28" fmla="*/ 2026544 w 2855736"/>
              <a:gd name="connsiteY28" fmla="*/ 116342 h 516802"/>
              <a:gd name="connsiteX29" fmla="*/ 2113220 w 2855736"/>
              <a:gd name="connsiteY29" fmla="*/ 147093 h 516802"/>
              <a:gd name="connsiteX30" fmla="*/ 2141569 w 2855736"/>
              <a:gd name="connsiteY30" fmla="*/ 242832 h 516802"/>
              <a:gd name="connsiteX31" fmla="*/ 2141569 w 2855736"/>
              <a:gd name="connsiteY31" fmla="*/ 466376 h 516802"/>
              <a:gd name="connsiteX32" fmla="*/ 2045366 w 2855736"/>
              <a:gd name="connsiteY32" fmla="*/ 466376 h 516802"/>
              <a:gd name="connsiteX33" fmla="*/ 2045366 w 2855736"/>
              <a:gd name="connsiteY33" fmla="*/ 254992 h 516802"/>
              <a:gd name="connsiteX34" fmla="*/ 2033050 w 2855736"/>
              <a:gd name="connsiteY34" fmla="*/ 209757 h 516802"/>
              <a:gd name="connsiteX35" fmla="*/ 1999820 w 2855736"/>
              <a:gd name="connsiteY35" fmla="*/ 197983 h 516802"/>
              <a:gd name="connsiteX36" fmla="*/ 1971548 w 2855736"/>
              <a:gd name="connsiteY36" fmla="*/ 202786 h 516802"/>
              <a:gd name="connsiteX37" fmla="*/ 1949472 w 2855736"/>
              <a:gd name="connsiteY37" fmla="*/ 216651 h 516802"/>
              <a:gd name="connsiteX38" fmla="*/ 1935143 w 2855736"/>
              <a:gd name="connsiteY38" fmla="*/ 237022 h 516802"/>
              <a:gd name="connsiteX39" fmla="*/ 1929411 w 2855736"/>
              <a:gd name="connsiteY39" fmla="*/ 262583 h 516802"/>
              <a:gd name="connsiteX40" fmla="*/ 1929411 w 2855736"/>
              <a:gd name="connsiteY40" fmla="*/ 466299 h 516802"/>
              <a:gd name="connsiteX41" fmla="*/ 1833130 w 2855736"/>
              <a:gd name="connsiteY41" fmla="*/ 466299 h 516802"/>
              <a:gd name="connsiteX42" fmla="*/ 1833130 w 2855736"/>
              <a:gd name="connsiteY42" fmla="*/ 124630 h 516802"/>
              <a:gd name="connsiteX43" fmla="*/ 1926855 w 2855736"/>
              <a:gd name="connsiteY43" fmla="*/ 124630 h 516802"/>
              <a:gd name="connsiteX44" fmla="*/ 1926855 w 2855736"/>
              <a:gd name="connsiteY44" fmla="*/ 165063 h 516802"/>
              <a:gd name="connsiteX45" fmla="*/ 1968605 w 2855736"/>
              <a:gd name="connsiteY45" fmla="*/ 130052 h 516802"/>
              <a:gd name="connsiteX46" fmla="*/ 2026544 w 2855736"/>
              <a:gd name="connsiteY46" fmla="*/ 116342 h 516802"/>
              <a:gd name="connsiteX47" fmla="*/ 1272176 w 2855736"/>
              <a:gd name="connsiteY47" fmla="*/ 115490 h 516802"/>
              <a:gd name="connsiteX48" fmla="*/ 1339410 w 2855736"/>
              <a:gd name="connsiteY48" fmla="*/ 123623 h 516802"/>
              <a:gd name="connsiteX49" fmla="*/ 1384258 w 2855736"/>
              <a:gd name="connsiteY49" fmla="*/ 145544 h 516802"/>
              <a:gd name="connsiteX50" fmla="*/ 1397194 w 2855736"/>
              <a:gd name="connsiteY50" fmla="*/ 157860 h 516802"/>
              <a:gd name="connsiteX51" fmla="*/ 1410749 w 2855736"/>
              <a:gd name="connsiteY51" fmla="*/ 178696 h 516802"/>
              <a:gd name="connsiteX52" fmla="*/ 1415319 w 2855736"/>
              <a:gd name="connsiteY52" fmla="*/ 189695 h 516802"/>
              <a:gd name="connsiteX53" fmla="*/ 1416171 w 2855736"/>
              <a:gd name="connsiteY53" fmla="*/ 192174 h 516802"/>
              <a:gd name="connsiteX54" fmla="*/ 1422755 w 2855736"/>
              <a:gd name="connsiteY54" fmla="*/ 222847 h 516802"/>
              <a:gd name="connsiteX55" fmla="*/ 1423065 w 2855736"/>
              <a:gd name="connsiteY55" fmla="*/ 226643 h 516802"/>
              <a:gd name="connsiteX56" fmla="*/ 1335382 w 2855736"/>
              <a:gd name="connsiteY56" fmla="*/ 226643 h 516802"/>
              <a:gd name="connsiteX57" fmla="*/ 1333058 w 2855736"/>
              <a:gd name="connsiteY57" fmla="*/ 218432 h 516802"/>
              <a:gd name="connsiteX58" fmla="*/ 1318109 w 2855736"/>
              <a:gd name="connsiteY58" fmla="*/ 198835 h 516802"/>
              <a:gd name="connsiteX59" fmla="*/ 1274035 w 2855736"/>
              <a:gd name="connsiteY59" fmla="*/ 188688 h 516802"/>
              <a:gd name="connsiteX60" fmla="*/ 1245220 w 2855736"/>
              <a:gd name="connsiteY60" fmla="*/ 191477 h 516802"/>
              <a:gd name="connsiteX61" fmla="*/ 1227870 w 2855736"/>
              <a:gd name="connsiteY61" fmla="*/ 198293 h 516802"/>
              <a:gd name="connsiteX62" fmla="*/ 1219504 w 2855736"/>
              <a:gd name="connsiteY62" fmla="*/ 207123 h 516802"/>
              <a:gd name="connsiteX63" fmla="*/ 1217025 w 2855736"/>
              <a:gd name="connsiteY63" fmla="*/ 216418 h 516802"/>
              <a:gd name="connsiteX64" fmla="*/ 1225469 w 2855736"/>
              <a:gd name="connsiteY64" fmla="*/ 236867 h 516802"/>
              <a:gd name="connsiteX65" fmla="*/ 1262494 w 2855736"/>
              <a:gd name="connsiteY65" fmla="*/ 248641 h 516802"/>
              <a:gd name="connsiteX66" fmla="*/ 1304553 w 2855736"/>
              <a:gd name="connsiteY66" fmla="*/ 255612 h 516802"/>
              <a:gd name="connsiteX67" fmla="*/ 1365513 w 2855736"/>
              <a:gd name="connsiteY67" fmla="*/ 270484 h 516802"/>
              <a:gd name="connsiteX68" fmla="*/ 1403313 w 2855736"/>
              <a:gd name="connsiteY68" fmla="*/ 293179 h 516802"/>
              <a:gd name="connsiteX69" fmla="*/ 1423375 w 2855736"/>
              <a:gd name="connsiteY69" fmla="*/ 325635 h 516802"/>
              <a:gd name="connsiteX70" fmla="*/ 1423375 w 2855736"/>
              <a:gd name="connsiteY70" fmla="*/ 325712 h 516802"/>
              <a:gd name="connsiteX71" fmla="*/ 1428952 w 2855736"/>
              <a:gd name="connsiteY71" fmla="*/ 368159 h 516802"/>
              <a:gd name="connsiteX72" fmla="*/ 1391927 w 2855736"/>
              <a:gd name="connsiteY72" fmla="*/ 446392 h 516802"/>
              <a:gd name="connsiteX73" fmla="*/ 1279534 w 2855736"/>
              <a:gd name="connsiteY73" fmla="*/ 475516 h 516802"/>
              <a:gd name="connsiteX74" fmla="*/ 1221828 w 2855736"/>
              <a:gd name="connsiteY74" fmla="*/ 470017 h 516802"/>
              <a:gd name="connsiteX75" fmla="*/ 1172255 w 2855736"/>
              <a:gd name="connsiteY75" fmla="*/ 450730 h 516802"/>
              <a:gd name="connsiteX76" fmla="*/ 1136081 w 2855736"/>
              <a:gd name="connsiteY76" fmla="*/ 413937 h 516802"/>
              <a:gd name="connsiteX77" fmla="*/ 1120280 w 2855736"/>
              <a:gd name="connsiteY77" fmla="*/ 360336 h 516802"/>
              <a:gd name="connsiteX78" fmla="*/ 1213230 w 2855736"/>
              <a:gd name="connsiteY78" fmla="*/ 360336 h 516802"/>
              <a:gd name="connsiteX79" fmla="*/ 1233911 w 2855736"/>
              <a:gd name="connsiteY79" fmla="*/ 391087 h 516802"/>
              <a:gd name="connsiteX80" fmla="*/ 1278295 w 2855736"/>
              <a:gd name="connsiteY80" fmla="*/ 399685 h 516802"/>
              <a:gd name="connsiteX81" fmla="*/ 1322059 w 2855736"/>
              <a:gd name="connsiteY81" fmla="*/ 392171 h 516802"/>
              <a:gd name="connsiteX82" fmla="*/ 1333988 w 2855736"/>
              <a:gd name="connsiteY82" fmla="*/ 369398 h 516802"/>
              <a:gd name="connsiteX83" fmla="*/ 1326319 w 2855736"/>
              <a:gd name="connsiteY83" fmla="*/ 349492 h 516802"/>
              <a:gd name="connsiteX84" fmla="*/ 1295568 w 2855736"/>
              <a:gd name="connsiteY84" fmla="*/ 337253 h 516802"/>
              <a:gd name="connsiteX85" fmla="*/ 1247467 w 2855736"/>
              <a:gd name="connsiteY85" fmla="*/ 329585 h 516802"/>
              <a:gd name="connsiteX86" fmla="*/ 1155678 w 2855736"/>
              <a:gd name="connsiteY86" fmla="*/ 296045 h 516802"/>
              <a:gd name="connsiteX87" fmla="*/ 1124695 w 2855736"/>
              <a:gd name="connsiteY87" fmla="*/ 222847 h 516802"/>
              <a:gd name="connsiteX88" fmla="*/ 1135617 w 2855736"/>
              <a:gd name="connsiteY88" fmla="*/ 177844 h 516802"/>
              <a:gd name="connsiteX89" fmla="*/ 1166290 w 2855736"/>
              <a:gd name="connsiteY89" fmla="*/ 144150 h 516802"/>
              <a:gd name="connsiteX90" fmla="*/ 1212920 w 2855736"/>
              <a:gd name="connsiteY90" fmla="*/ 122926 h 516802"/>
              <a:gd name="connsiteX91" fmla="*/ 1272176 w 2855736"/>
              <a:gd name="connsiteY91" fmla="*/ 115490 h 516802"/>
              <a:gd name="connsiteX92" fmla="*/ 1629957 w 2855736"/>
              <a:gd name="connsiteY92" fmla="*/ 115335 h 516802"/>
              <a:gd name="connsiteX93" fmla="*/ 1747616 w 2855736"/>
              <a:gd name="connsiteY93" fmla="*/ 160493 h 516802"/>
              <a:gd name="connsiteX94" fmla="*/ 1787043 w 2855736"/>
              <a:gd name="connsiteY94" fmla="*/ 281328 h 516802"/>
              <a:gd name="connsiteX95" fmla="*/ 1787043 w 2855736"/>
              <a:gd name="connsiteY95" fmla="*/ 320522 h 516802"/>
              <a:gd name="connsiteX96" fmla="*/ 1556526 w 2855736"/>
              <a:gd name="connsiteY96" fmla="*/ 320522 h 516802"/>
              <a:gd name="connsiteX97" fmla="*/ 1575968 w 2855736"/>
              <a:gd name="connsiteY97" fmla="*/ 377454 h 516802"/>
              <a:gd name="connsiteX98" fmla="*/ 1630654 w 2855736"/>
              <a:gd name="connsiteY98" fmla="*/ 398833 h 516802"/>
              <a:gd name="connsiteX99" fmla="*/ 1688825 w 2855736"/>
              <a:gd name="connsiteY99" fmla="*/ 360181 h 516802"/>
              <a:gd name="connsiteX100" fmla="*/ 1688903 w 2855736"/>
              <a:gd name="connsiteY100" fmla="*/ 360181 h 516802"/>
              <a:gd name="connsiteX101" fmla="*/ 1782937 w 2855736"/>
              <a:gd name="connsiteY101" fmla="*/ 360181 h 516802"/>
              <a:gd name="connsiteX102" fmla="*/ 1737082 w 2855736"/>
              <a:gd name="connsiteY102" fmla="*/ 445540 h 516802"/>
              <a:gd name="connsiteX103" fmla="*/ 1630034 w 2855736"/>
              <a:gd name="connsiteY103" fmla="*/ 475284 h 516802"/>
              <a:gd name="connsiteX104" fmla="*/ 1502848 w 2855736"/>
              <a:gd name="connsiteY104" fmla="*/ 428267 h 516802"/>
              <a:gd name="connsiteX105" fmla="*/ 1460168 w 2855736"/>
              <a:gd name="connsiteY105" fmla="*/ 295890 h 516802"/>
              <a:gd name="connsiteX106" fmla="*/ 1472484 w 2855736"/>
              <a:gd name="connsiteY106" fmla="*/ 219826 h 516802"/>
              <a:gd name="connsiteX107" fmla="*/ 1507340 w 2855736"/>
              <a:gd name="connsiteY107" fmla="*/ 162894 h 516802"/>
              <a:gd name="connsiteX108" fmla="*/ 1561174 w 2855736"/>
              <a:gd name="connsiteY108" fmla="*/ 127341 h 516802"/>
              <a:gd name="connsiteX109" fmla="*/ 1629957 w 2855736"/>
              <a:gd name="connsiteY109" fmla="*/ 115335 h 516802"/>
              <a:gd name="connsiteX110" fmla="*/ 784576 w 2855736"/>
              <a:gd name="connsiteY110" fmla="*/ 115335 h 516802"/>
              <a:gd name="connsiteX111" fmla="*/ 902235 w 2855736"/>
              <a:gd name="connsiteY111" fmla="*/ 160493 h 516802"/>
              <a:gd name="connsiteX112" fmla="*/ 941661 w 2855736"/>
              <a:gd name="connsiteY112" fmla="*/ 281328 h 516802"/>
              <a:gd name="connsiteX113" fmla="*/ 941661 w 2855736"/>
              <a:gd name="connsiteY113" fmla="*/ 320522 h 516802"/>
              <a:gd name="connsiteX114" fmla="*/ 711145 w 2855736"/>
              <a:gd name="connsiteY114" fmla="*/ 320522 h 516802"/>
              <a:gd name="connsiteX115" fmla="*/ 730587 w 2855736"/>
              <a:gd name="connsiteY115" fmla="*/ 377454 h 516802"/>
              <a:gd name="connsiteX116" fmla="*/ 785273 w 2855736"/>
              <a:gd name="connsiteY116" fmla="*/ 398833 h 516802"/>
              <a:gd name="connsiteX117" fmla="*/ 843444 w 2855736"/>
              <a:gd name="connsiteY117" fmla="*/ 360181 h 516802"/>
              <a:gd name="connsiteX118" fmla="*/ 843522 w 2855736"/>
              <a:gd name="connsiteY118" fmla="*/ 360181 h 516802"/>
              <a:gd name="connsiteX119" fmla="*/ 937556 w 2855736"/>
              <a:gd name="connsiteY119" fmla="*/ 360181 h 516802"/>
              <a:gd name="connsiteX120" fmla="*/ 891701 w 2855736"/>
              <a:gd name="connsiteY120" fmla="*/ 445540 h 516802"/>
              <a:gd name="connsiteX121" fmla="*/ 784653 w 2855736"/>
              <a:gd name="connsiteY121" fmla="*/ 475284 h 516802"/>
              <a:gd name="connsiteX122" fmla="*/ 657467 w 2855736"/>
              <a:gd name="connsiteY122" fmla="*/ 428267 h 516802"/>
              <a:gd name="connsiteX123" fmla="*/ 614787 w 2855736"/>
              <a:gd name="connsiteY123" fmla="*/ 295890 h 516802"/>
              <a:gd name="connsiteX124" fmla="*/ 627103 w 2855736"/>
              <a:gd name="connsiteY124" fmla="*/ 219826 h 516802"/>
              <a:gd name="connsiteX125" fmla="*/ 661959 w 2855736"/>
              <a:gd name="connsiteY125" fmla="*/ 162894 h 516802"/>
              <a:gd name="connsiteX126" fmla="*/ 715793 w 2855736"/>
              <a:gd name="connsiteY126" fmla="*/ 127341 h 516802"/>
              <a:gd name="connsiteX127" fmla="*/ 784576 w 2855736"/>
              <a:gd name="connsiteY127" fmla="*/ 115335 h 516802"/>
              <a:gd name="connsiteX128" fmla="*/ 2576886 w 2855736"/>
              <a:gd name="connsiteY128" fmla="*/ 97288 h 516802"/>
              <a:gd name="connsiteX129" fmla="*/ 2435834 w 2855736"/>
              <a:gd name="connsiteY129" fmla="*/ 238339 h 516802"/>
              <a:gd name="connsiteX130" fmla="*/ 2576886 w 2855736"/>
              <a:gd name="connsiteY130" fmla="*/ 379391 h 516802"/>
              <a:gd name="connsiteX131" fmla="*/ 2717938 w 2855736"/>
              <a:gd name="connsiteY131" fmla="*/ 238339 h 516802"/>
              <a:gd name="connsiteX132" fmla="*/ 2576886 w 2855736"/>
              <a:gd name="connsiteY132" fmla="*/ 97288 h 516802"/>
              <a:gd name="connsiteX133" fmla="*/ 2196642 w 2855736"/>
              <a:gd name="connsiteY133" fmla="*/ 10456 h 516802"/>
              <a:gd name="connsiteX134" fmla="*/ 2290522 w 2855736"/>
              <a:gd name="connsiteY134" fmla="*/ 10456 h 516802"/>
              <a:gd name="connsiteX135" fmla="*/ 2290522 w 2855736"/>
              <a:gd name="connsiteY135" fmla="*/ 466298 h 516802"/>
              <a:gd name="connsiteX136" fmla="*/ 2196642 w 2855736"/>
              <a:gd name="connsiteY136" fmla="*/ 466298 h 516802"/>
              <a:gd name="connsiteX137" fmla="*/ 986665 w 2855736"/>
              <a:gd name="connsiteY137" fmla="*/ 10456 h 516802"/>
              <a:gd name="connsiteX138" fmla="*/ 1080545 w 2855736"/>
              <a:gd name="connsiteY138" fmla="*/ 10456 h 516802"/>
              <a:gd name="connsiteX139" fmla="*/ 1080545 w 2855736"/>
              <a:gd name="connsiteY139" fmla="*/ 475593 h 516802"/>
              <a:gd name="connsiteX140" fmla="*/ 1065905 w 2855736"/>
              <a:gd name="connsiteY140" fmla="*/ 475593 h 516802"/>
              <a:gd name="connsiteX141" fmla="*/ 986665 w 2855736"/>
              <a:gd name="connsiteY141" fmla="*/ 394107 h 516802"/>
              <a:gd name="connsiteX142" fmla="*/ 476601 w 2855736"/>
              <a:gd name="connsiteY142" fmla="*/ 10456 h 516802"/>
              <a:gd name="connsiteX143" fmla="*/ 480087 w 2855736"/>
              <a:gd name="connsiteY143" fmla="*/ 10456 h 516802"/>
              <a:gd name="connsiteX144" fmla="*/ 569319 w 2855736"/>
              <a:gd name="connsiteY144" fmla="*/ 10456 h 516802"/>
              <a:gd name="connsiteX145" fmla="*/ 572882 w 2855736"/>
              <a:gd name="connsiteY145" fmla="*/ 10456 h 516802"/>
              <a:gd name="connsiteX146" fmla="*/ 572882 w 2855736"/>
              <a:gd name="connsiteY146" fmla="*/ 81330 h 516802"/>
              <a:gd name="connsiteX147" fmla="*/ 572882 w 2855736"/>
              <a:gd name="connsiteY147" fmla="*/ 84893 h 516802"/>
              <a:gd name="connsiteX148" fmla="*/ 569319 w 2855736"/>
              <a:gd name="connsiteY148" fmla="*/ 84893 h 516802"/>
              <a:gd name="connsiteX149" fmla="*/ 480087 w 2855736"/>
              <a:gd name="connsiteY149" fmla="*/ 84893 h 516802"/>
              <a:gd name="connsiteX150" fmla="*/ 476601 w 2855736"/>
              <a:gd name="connsiteY150" fmla="*/ 84893 h 516802"/>
              <a:gd name="connsiteX151" fmla="*/ 476601 w 2855736"/>
              <a:gd name="connsiteY151" fmla="*/ 81330 h 516802"/>
              <a:gd name="connsiteX152" fmla="*/ 58559 w 2855736"/>
              <a:gd name="connsiteY152" fmla="*/ 6331 h 516802"/>
              <a:gd name="connsiteX153" fmla="*/ 82648 w 2855736"/>
              <a:gd name="connsiteY153" fmla="*/ 20990 h 516802"/>
              <a:gd name="connsiteX154" fmla="*/ 326565 w 2855736"/>
              <a:gd name="connsiteY154" fmla="*/ 298911 h 516802"/>
              <a:gd name="connsiteX155" fmla="*/ 326565 w 2855736"/>
              <a:gd name="connsiteY155" fmla="*/ 10456 h 516802"/>
              <a:gd name="connsiteX156" fmla="*/ 421064 w 2855736"/>
              <a:gd name="connsiteY156" fmla="*/ 10456 h 516802"/>
              <a:gd name="connsiteX157" fmla="*/ 421064 w 2855736"/>
              <a:gd name="connsiteY157" fmla="*/ 424781 h 516802"/>
              <a:gd name="connsiteX158" fmla="*/ 390545 w 2855736"/>
              <a:gd name="connsiteY158" fmla="*/ 469397 h 516802"/>
              <a:gd name="connsiteX159" fmla="*/ 373814 w 2855736"/>
              <a:gd name="connsiteY159" fmla="*/ 472495 h 516802"/>
              <a:gd name="connsiteX160" fmla="*/ 338416 w 2855736"/>
              <a:gd name="connsiteY160" fmla="*/ 456461 h 516802"/>
              <a:gd name="connsiteX161" fmla="*/ 94499 w 2855736"/>
              <a:gd name="connsiteY161" fmla="*/ 178541 h 516802"/>
              <a:gd name="connsiteX162" fmla="*/ 94499 w 2855736"/>
              <a:gd name="connsiteY162" fmla="*/ 466298 h 516802"/>
              <a:gd name="connsiteX163" fmla="*/ 0 w 2855736"/>
              <a:gd name="connsiteY163" fmla="*/ 466298 h 516802"/>
              <a:gd name="connsiteX164" fmla="*/ 0 w 2855736"/>
              <a:gd name="connsiteY164" fmla="*/ 52748 h 516802"/>
              <a:gd name="connsiteX165" fmla="*/ 30519 w 2855736"/>
              <a:gd name="connsiteY165" fmla="*/ 8055 h 516802"/>
              <a:gd name="connsiteX166" fmla="*/ 58559 w 2855736"/>
              <a:gd name="connsiteY166" fmla="*/ 6331 h 516802"/>
              <a:gd name="connsiteX167" fmla="*/ 2576886 w 2855736"/>
              <a:gd name="connsiteY167" fmla="*/ 0 h 516802"/>
              <a:gd name="connsiteX168" fmla="*/ 2815303 w 2855736"/>
              <a:gd name="connsiteY168" fmla="*/ 238417 h 516802"/>
              <a:gd name="connsiteX169" fmla="*/ 2775489 w 2855736"/>
              <a:gd name="connsiteY169" fmla="*/ 370096 h 516802"/>
              <a:gd name="connsiteX170" fmla="*/ 2775412 w 2855736"/>
              <a:gd name="connsiteY170" fmla="*/ 370096 h 516802"/>
              <a:gd name="connsiteX171" fmla="*/ 2855736 w 2855736"/>
              <a:gd name="connsiteY171" fmla="*/ 450420 h 516802"/>
              <a:gd name="connsiteX172" fmla="*/ 2789354 w 2855736"/>
              <a:gd name="connsiteY172" fmla="*/ 516802 h 516802"/>
              <a:gd name="connsiteX173" fmla="*/ 2709108 w 2855736"/>
              <a:gd name="connsiteY173" fmla="*/ 436555 h 516802"/>
              <a:gd name="connsiteX174" fmla="*/ 2576886 w 2855736"/>
              <a:gd name="connsiteY174" fmla="*/ 476756 h 516802"/>
              <a:gd name="connsiteX175" fmla="*/ 2338469 w 2855736"/>
              <a:gd name="connsiteY175" fmla="*/ 238417 h 516802"/>
              <a:gd name="connsiteX176" fmla="*/ 2576886 w 2855736"/>
              <a:gd name="connsiteY176" fmla="*/ 0 h 516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</a:cxnLst>
            <a:rect l="l" t="t" r="r" b="b"/>
            <a:pathLst>
              <a:path w="2855736" h="516802">
                <a:moveTo>
                  <a:pt x="1628098" y="189308"/>
                </a:moveTo>
                <a:cubicBezTo>
                  <a:pt x="1616711" y="189308"/>
                  <a:pt x="1606719" y="191089"/>
                  <a:pt x="1598276" y="194730"/>
                </a:cubicBezTo>
                <a:cubicBezTo>
                  <a:pt x="1589833" y="198370"/>
                  <a:pt x="1582630" y="203328"/>
                  <a:pt x="1576820" y="209524"/>
                </a:cubicBezTo>
                <a:cubicBezTo>
                  <a:pt x="1571011" y="215798"/>
                  <a:pt x="1566441" y="223157"/>
                  <a:pt x="1563188" y="231368"/>
                </a:cubicBezTo>
                <a:lnTo>
                  <a:pt x="1563188" y="231290"/>
                </a:lnTo>
                <a:cubicBezTo>
                  <a:pt x="1560399" y="238571"/>
                  <a:pt x="1558618" y="246472"/>
                  <a:pt x="1557921" y="254838"/>
                </a:cubicBezTo>
                <a:lnTo>
                  <a:pt x="1694015" y="254838"/>
                </a:lnTo>
                <a:cubicBezTo>
                  <a:pt x="1693473" y="234621"/>
                  <a:pt x="1688128" y="218587"/>
                  <a:pt x="1678059" y="207201"/>
                </a:cubicBezTo>
                <a:cubicBezTo>
                  <a:pt x="1667524" y="195349"/>
                  <a:pt x="1650716" y="189308"/>
                  <a:pt x="1628098" y="189308"/>
                </a:cubicBezTo>
                <a:close/>
                <a:moveTo>
                  <a:pt x="782717" y="189308"/>
                </a:moveTo>
                <a:cubicBezTo>
                  <a:pt x="771330" y="189308"/>
                  <a:pt x="761338" y="191089"/>
                  <a:pt x="752895" y="194730"/>
                </a:cubicBezTo>
                <a:cubicBezTo>
                  <a:pt x="744452" y="198370"/>
                  <a:pt x="737249" y="203328"/>
                  <a:pt x="731439" y="209524"/>
                </a:cubicBezTo>
                <a:cubicBezTo>
                  <a:pt x="725630" y="215798"/>
                  <a:pt x="721060" y="223157"/>
                  <a:pt x="717807" y="231368"/>
                </a:cubicBezTo>
                <a:lnTo>
                  <a:pt x="717807" y="231290"/>
                </a:lnTo>
                <a:cubicBezTo>
                  <a:pt x="715018" y="238571"/>
                  <a:pt x="713237" y="246472"/>
                  <a:pt x="712539" y="254838"/>
                </a:cubicBezTo>
                <a:lnTo>
                  <a:pt x="848634" y="254838"/>
                </a:lnTo>
                <a:cubicBezTo>
                  <a:pt x="848092" y="234621"/>
                  <a:pt x="842747" y="218587"/>
                  <a:pt x="832677" y="207201"/>
                </a:cubicBezTo>
                <a:cubicBezTo>
                  <a:pt x="822143" y="195349"/>
                  <a:pt x="805335" y="189308"/>
                  <a:pt x="782717" y="189308"/>
                </a:cubicBezTo>
                <a:close/>
                <a:moveTo>
                  <a:pt x="476601" y="124553"/>
                </a:moveTo>
                <a:lnTo>
                  <a:pt x="480087" y="124553"/>
                </a:lnTo>
                <a:lnTo>
                  <a:pt x="569319" y="124553"/>
                </a:lnTo>
                <a:lnTo>
                  <a:pt x="572882" y="124553"/>
                </a:lnTo>
                <a:lnTo>
                  <a:pt x="572882" y="128116"/>
                </a:lnTo>
                <a:lnTo>
                  <a:pt x="572804" y="466299"/>
                </a:lnTo>
                <a:lnTo>
                  <a:pt x="569319" y="466299"/>
                </a:lnTo>
                <a:lnTo>
                  <a:pt x="480087" y="466299"/>
                </a:lnTo>
                <a:lnTo>
                  <a:pt x="476601" y="466299"/>
                </a:lnTo>
                <a:lnTo>
                  <a:pt x="476601" y="127496"/>
                </a:lnTo>
                <a:close/>
                <a:moveTo>
                  <a:pt x="2026544" y="116342"/>
                </a:moveTo>
                <a:cubicBezTo>
                  <a:pt x="2065195" y="116342"/>
                  <a:pt x="2094320" y="126721"/>
                  <a:pt x="2113220" y="147093"/>
                </a:cubicBezTo>
                <a:cubicBezTo>
                  <a:pt x="2132042" y="167465"/>
                  <a:pt x="2141569" y="199687"/>
                  <a:pt x="2141569" y="242832"/>
                </a:cubicBezTo>
                <a:lnTo>
                  <a:pt x="2141569" y="466376"/>
                </a:lnTo>
                <a:lnTo>
                  <a:pt x="2045366" y="466376"/>
                </a:lnTo>
                <a:lnTo>
                  <a:pt x="2045366" y="254992"/>
                </a:lnTo>
                <a:cubicBezTo>
                  <a:pt x="2045366" y="232762"/>
                  <a:pt x="2041183" y="217503"/>
                  <a:pt x="2033050" y="209757"/>
                </a:cubicBezTo>
                <a:cubicBezTo>
                  <a:pt x="2024840" y="201933"/>
                  <a:pt x="2013686" y="197983"/>
                  <a:pt x="1999820" y="197983"/>
                </a:cubicBezTo>
                <a:cubicBezTo>
                  <a:pt x="1988899" y="197983"/>
                  <a:pt x="1979371" y="199610"/>
                  <a:pt x="1971548" y="202786"/>
                </a:cubicBezTo>
                <a:cubicBezTo>
                  <a:pt x="1963647" y="205961"/>
                  <a:pt x="1956211" y="210764"/>
                  <a:pt x="1949472" y="216651"/>
                </a:cubicBezTo>
                <a:cubicBezTo>
                  <a:pt x="1943818" y="222305"/>
                  <a:pt x="1938938" y="229121"/>
                  <a:pt x="1935143" y="237022"/>
                </a:cubicBezTo>
                <a:cubicBezTo>
                  <a:pt x="1931347" y="244768"/>
                  <a:pt x="1929411" y="253366"/>
                  <a:pt x="1929411" y="262583"/>
                </a:cubicBezTo>
                <a:lnTo>
                  <a:pt x="1929411" y="466299"/>
                </a:lnTo>
                <a:lnTo>
                  <a:pt x="1833130" y="466299"/>
                </a:lnTo>
                <a:lnTo>
                  <a:pt x="1833130" y="124630"/>
                </a:lnTo>
                <a:lnTo>
                  <a:pt x="1926855" y="124630"/>
                </a:lnTo>
                <a:lnTo>
                  <a:pt x="1926855" y="165063"/>
                </a:lnTo>
                <a:cubicBezTo>
                  <a:pt x="1938938" y="149494"/>
                  <a:pt x="1952958" y="137798"/>
                  <a:pt x="1968605" y="130052"/>
                </a:cubicBezTo>
                <a:cubicBezTo>
                  <a:pt x="1987040" y="120989"/>
                  <a:pt x="2006559" y="116342"/>
                  <a:pt x="2026544" y="116342"/>
                </a:cubicBezTo>
                <a:close/>
                <a:moveTo>
                  <a:pt x="1272176" y="115490"/>
                </a:moveTo>
                <a:cubicBezTo>
                  <a:pt x="1298667" y="115490"/>
                  <a:pt x="1321285" y="118279"/>
                  <a:pt x="1339410" y="123623"/>
                </a:cubicBezTo>
                <a:cubicBezTo>
                  <a:pt x="1357613" y="129045"/>
                  <a:pt x="1372717" y="136404"/>
                  <a:pt x="1384258" y="145544"/>
                </a:cubicBezTo>
                <a:cubicBezTo>
                  <a:pt x="1389061" y="149339"/>
                  <a:pt x="1393321" y="153445"/>
                  <a:pt x="1397194" y="157860"/>
                </a:cubicBezTo>
                <a:cubicBezTo>
                  <a:pt x="1402693" y="164211"/>
                  <a:pt x="1407263" y="171183"/>
                  <a:pt x="1410749" y="178696"/>
                </a:cubicBezTo>
                <a:cubicBezTo>
                  <a:pt x="1412376" y="182259"/>
                  <a:pt x="1413925" y="185977"/>
                  <a:pt x="1415319" y="189695"/>
                </a:cubicBezTo>
                <a:cubicBezTo>
                  <a:pt x="1415629" y="190547"/>
                  <a:pt x="1415861" y="191322"/>
                  <a:pt x="1416171" y="192174"/>
                </a:cubicBezTo>
                <a:cubicBezTo>
                  <a:pt x="1419347" y="201934"/>
                  <a:pt x="1421516" y="212235"/>
                  <a:pt x="1422755" y="222847"/>
                </a:cubicBezTo>
                <a:cubicBezTo>
                  <a:pt x="1422910" y="224087"/>
                  <a:pt x="1422910" y="225403"/>
                  <a:pt x="1423065" y="226643"/>
                </a:cubicBezTo>
                <a:lnTo>
                  <a:pt x="1335382" y="226643"/>
                </a:lnTo>
                <a:cubicBezTo>
                  <a:pt x="1334762" y="223699"/>
                  <a:pt x="1333988" y="220988"/>
                  <a:pt x="1333058" y="218432"/>
                </a:cubicBezTo>
                <a:cubicBezTo>
                  <a:pt x="1329263" y="208905"/>
                  <a:pt x="1324615" y="203793"/>
                  <a:pt x="1318109" y="198835"/>
                </a:cubicBezTo>
                <a:cubicBezTo>
                  <a:pt x="1309201" y="192096"/>
                  <a:pt x="1294406" y="188688"/>
                  <a:pt x="1274035" y="188688"/>
                </a:cubicBezTo>
                <a:cubicBezTo>
                  <a:pt x="1262494" y="188688"/>
                  <a:pt x="1252734" y="189618"/>
                  <a:pt x="1245220" y="191477"/>
                </a:cubicBezTo>
                <a:cubicBezTo>
                  <a:pt x="1237784" y="193258"/>
                  <a:pt x="1231975" y="195582"/>
                  <a:pt x="1227870" y="198293"/>
                </a:cubicBezTo>
                <a:cubicBezTo>
                  <a:pt x="1223919" y="200927"/>
                  <a:pt x="1221131" y="203870"/>
                  <a:pt x="1219504" y="207123"/>
                </a:cubicBezTo>
                <a:cubicBezTo>
                  <a:pt x="1217878" y="210454"/>
                  <a:pt x="1217025" y="213630"/>
                  <a:pt x="1217025" y="216418"/>
                </a:cubicBezTo>
                <a:cubicBezTo>
                  <a:pt x="1217025" y="225946"/>
                  <a:pt x="1219814" y="232685"/>
                  <a:pt x="1225469" y="236867"/>
                </a:cubicBezTo>
                <a:cubicBezTo>
                  <a:pt x="1231588" y="241437"/>
                  <a:pt x="1244058" y="245388"/>
                  <a:pt x="1262494" y="248641"/>
                </a:cubicBezTo>
                <a:lnTo>
                  <a:pt x="1304553" y="255612"/>
                </a:lnTo>
                <a:cubicBezTo>
                  <a:pt x="1328023" y="259485"/>
                  <a:pt x="1350022" y="264442"/>
                  <a:pt x="1365513" y="270484"/>
                </a:cubicBezTo>
                <a:cubicBezTo>
                  <a:pt x="1381160" y="276526"/>
                  <a:pt x="1393863" y="284194"/>
                  <a:pt x="1403313" y="293179"/>
                </a:cubicBezTo>
                <a:cubicBezTo>
                  <a:pt x="1412840" y="302320"/>
                  <a:pt x="1419579" y="313241"/>
                  <a:pt x="1423375" y="325635"/>
                </a:cubicBezTo>
                <a:lnTo>
                  <a:pt x="1423375" y="325712"/>
                </a:lnTo>
                <a:cubicBezTo>
                  <a:pt x="1427093" y="337950"/>
                  <a:pt x="1428952" y="352203"/>
                  <a:pt x="1428952" y="368159"/>
                </a:cubicBezTo>
                <a:cubicBezTo>
                  <a:pt x="1428952" y="400537"/>
                  <a:pt x="1416481" y="426873"/>
                  <a:pt x="1391927" y="446392"/>
                </a:cubicBezTo>
                <a:cubicBezTo>
                  <a:pt x="1367605" y="465757"/>
                  <a:pt x="1329805" y="475516"/>
                  <a:pt x="1279534" y="475516"/>
                </a:cubicBezTo>
                <a:cubicBezTo>
                  <a:pt x="1259473" y="475516"/>
                  <a:pt x="1240031" y="473657"/>
                  <a:pt x="1221828" y="470017"/>
                </a:cubicBezTo>
                <a:cubicBezTo>
                  <a:pt x="1203470" y="466299"/>
                  <a:pt x="1186739" y="459870"/>
                  <a:pt x="1172255" y="450730"/>
                </a:cubicBezTo>
                <a:cubicBezTo>
                  <a:pt x="1157615" y="441590"/>
                  <a:pt x="1145454" y="429196"/>
                  <a:pt x="1136081" y="413937"/>
                </a:cubicBezTo>
                <a:cubicBezTo>
                  <a:pt x="1127251" y="399607"/>
                  <a:pt x="1121984" y="381559"/>
                  <a:pt x="1120280" y="360336"/>
                </a:cubicBezTo>
                <a:lnTo>
                  <a:pt x="1213230" y="360336"/>
                </a:lnTo>
                <a:cubicBezTo>
                  <a:pt x="1216561" y="375828"/>
                  <a:pt x="1223455" y="386207"/>
                  <a:pt x="1233911" y="391087"/>
                </a:cubicBezTo>
                <a:cubicBezTo>
                  <a:pt x="1246072" y="396819"/>
                  <a:pt x="1261022" y="399685"/>
                  <a:pt x="1278295" y="399685"/>
                </a:cubicBezTo>
                <a:cubicBezTo>
                  <a:pt x="1298744" y="399685"/>
                  <a:pt x="1313539" y="397129"/>
                  <a:pt x="1322059" y="392171"/>
                </a:cubicBezTo>
                <a:cubicBezTo>
                  <a:pt x="1330115" y="387524"/>
                  <a:pt x="1333988" y="380088"/>
                  <a:pt x="1333988" y="369398"/>
                </a:cubicBezTo>
                <a:cubicBezTo>
                  <a:pt x="1333988" y="361808"/>
                  <a:pt x="1331509" y="355224"/>
                  <a:pt x="1326319" y="349492"/>
                </a:cubicBezTo>
                <a:cubicBezTo>
                  <a:pt x="1321207" y="343760"/>
                  <a:pt x="1310828" y="339654"/>
                  <a:pt x="1295568" y="337253"/>
                </a:cubicBezTo>
                <a:lnTo>
                  <a:pt x="1247467" y="329585"/>
                </a:lnTo>
                <a:cubicBezTo>
                  <a:pt x="1206723" y="323156"/>
                  <a:pt x="1175818" y="311847"/>
                  <a:pt x="1155678" y="296045"/>
                </a:cubicBezTo>
                <a:cubicBezTo>
                  <a:pt x="1135152" y="279934"/>
                  <a:pt x="1124695" y="255302"/>
                  <a:pt x="1124695" y="222847"/>
                </a:cubicBezTo>
                <a:cubicBezTo>
                  <a:pt x="1124695" y="206194"/>
                  <a:pt x="1128336" y="191089"/>
                  <a:pt x="1135617" y="177844"/>
                </a:cubicBezTo>
                <a:cubicBezTo>
                  <a:pt x="1142820" y="164676"/>
                  <a:pt x="1153122" y="153367"/>
                  <a:pt x="1166290" y="144150"/>
                </a:cubicBezTo>
                <a:cubicBezTo>
                  <a:pt x="1179303" y="135010"/>
                  <a:pt x="1194950" y="127883"/>
                  <a:pt x="1212920" y="122926"/>
                </a:cubicBezTo>
                <a:cubicBezTo>
                  <a:pt x="1230813" y="117969"/>
                  <a:pt x="1250720" y="115490"/>
                  <a:pt x="1272176" y="115490"/>
                </a:cubicBezTo>
                <a:close/>
                <a:moveTo>
                  <a:pt x="1629957" y="115335"/>
                </a:moveTo>
                <a:cubicBezTo>
                  <a:pt x="1681776" y="115335"/>
                  <a:pt x="1721358" y="130517"/>
                  <a:pt x="1747616" y="160493"/>
                </a:cubicBezTo>
                <a:cubicBezTo>
                  <a:pt x="1773797" y="190315"/>
                  <a:pt x="1787043" y="230980"/>
                  <a:pt x="1787043" y="281328"/>
                </a:cubicBezTo>
                <a:lnTo>
                  <a:pt x="1787043" y="320522"/>
                </a:lnTo>
                <a:lnTo>
                  <a:pt x="1556526" y="320522"/>
                </a:lnTo>
                <a:cubicBezTo>
                  <a:pt x="1557843" y="344612"/>
                  <a:pt x="1564350" y="363744"/>
                  <a:pt x="1575968" y="377454"/>
                </a:cubicBezTo>
                <a:cubicBezTo>
                  <a:pt x="1587974" y="391629"/>
                  <a:pt x="1606332" y="398833"/>
                  <a:pt x="1630654" y="398833"/>
                </a:cubicBezTo>
                <a:cubicBezTo>
                  <a:pt x="1662954" y="398833"/>
                  <a:pt x="1682009" y="386207"/>
                  <a:pt x="1688825" y="360181"/>
                </a:cubicBezTo>
                <a:lnTo>
                  <a:pt x="1688903" y="360181"/>
                </a:lnTo>
                <a:lnTo>
                  <a:pt x="1782937" y="360181"/>
                </a:lnTo>
                <a:cubicBezTo>
                  <a:pt x="1776663" y="397361"/>
                  <a:pt x="1761249" y="426098"/>
                  <a:pt x="1737082" y="445540"/>
                </a:cubicBezTo>
                <a:cubicBezTo>
                  <a:pt x="1712527" y="465292"/>
                  <a:pt x="1676509" y="475284"/>
                  <a:pt x="1630034" y="475284"/>
                </a:cubicBezTo>
                <a:cubicBezTo>
                  <a:pt x="1574032" y="475284"/>
                  <a:pt x="1531197" y="459482"/>
                  <a:pt x="1502848" y="428267"/>
                </a:cubicBezTo>
                <a:cubicBezTo>
                  <a:pt x="1474498" y="397129"/>
                  <a:pt x="1460168" y="352590"/>
                  <a:pt x="1460168" y="295890"/>
                </a:cubicBezTo>
                <a:cubicBezTo>
                  <a:pt x="1460168" y="267618"/>
                  <a:pt x="1464273" y="241979"/>
                  <a:pt x="1472484" y="219826"/>
                </a:cubicBezTo>
                <a:cubicBezTo>
                  <a:pt x="1480695" y="197673"/>
                  <a:pt x="1492391" y="178464"/>
                  <a:pt x="1507340" y="162894"/>
                </a:cubicBezTo>
                <a:cubicBezTo>
                  <a:pt x="1522290" y="147325"/>
                  <a:pt x="1540415" y="135397"/>
                  <a:pt x="1561174" y="127341"/>
                </a:cubicBezTo>
                <a:cubicBezTo>
                  <a:pt x="1581855" y="119363"/>
                  <a:pt x="1605015" y="115335"/>
                  <a:pt x="1629957" y="115335"/>
                </a:cubicBezTo>
                <a:close/>
                <a:moveTo>
                  <a:pt x="784576" y="115335"/>
                </a:moveTo>
                <a:cubicBezTo>
                  <a:pt x="836395" y="115335"/>
                  <a:pt x="875977" y="130517"/>
                  <a:pt x="902235" y="160493"/>
                </a:cubicBezTo>
                <a:cubicBezTo>
                  <a:pt x="928416" y="190315"/>
                  <a:pt x="941661" y="230980"/>
                  <a:pt x="941661" y="281328"/>
                </a:cubicBezTo>
                <a:lnTo>
                  <a:pt x="941661" y="320522"/>
                </a:lnTo>
                <a:lnTo>
                  <a:pt x="711145" y="320522"/>
                </a:lnTo>
                <a:cubicBezTo>
                  <a:pt x="712462" y="344612"/>
                  <a:pt x="718969" y="363744"/>
                  <a:pt x="730587" y="377454"/>
                </a:cubicBezTo>
                <a:cubicBezTo>
                  <a:pt x="742593" y="391629"/>
                  <a:pt x="760951" y="398833"/>
                  <a:pt x="785273" y="398833"/>
                </a:cubicBezTo>
                <a:cubicBezTo>
                  <a:pt x="817573" y="398833"/>
                  <a:pt x="836628" y="386207"/>
                  <a:pt x="843444" y="360181"/>
                </a:cubicBezTo>
                <a:lnTo>
                  <a:pt x="843522" y="360181"/>
                </a:lnTo>
                <a:lnTo>
                  <a:pt x="937556" y="360181"/>
                </a:lnTo>
                <a:cubicBezTo>
                  <a:pt x="931282" y="397361"/>
                  <a:pt x="915868" y="426098"/>
                  <a:pt x="891701" y="445540"/>
                </a:cubicBezTo>
                <a:cubicBezTo>
                  <a:pt x="867146" y="465292"/>
                  <a:pt x="831128" y="475284"/>
                  <a:pt x="784653" y="475284"/>
                </a:cubicBezTo>
                <a:cubicBezTo>
                  <a:pt x="728651" y="475284"/>
                  <a:pt x="685816" y="459482"/>
                  <a:pt x="657467" y="428267"/>
                </a:cubicBezTo>
                <a:cubicBezTo>
                  <a:pt x="629117" y="397129"/>
                  <a:pt x="614787" y="352590"/>
                  <a:pt x="614787" y="295890"/>
                </a:cubicBezTo>
                <a:cubicBezTo>
                  <a:pt x="614787" y="267618"/>
                  <a:pt x="618892" y="241979"/>
                  <a:pt x="627103" y="219826"/>
                </a:cubicBezTo>
                <a:cubicBezTo>
                  <a:pt x="635313" y="197673"/>
                  <a:pt x="647010" y="178464"/>
                  <a:pt x="661959" y="162894"/>
                </a:cubicBezTo>
                <a:cubicBezTo>
                  <a:pt x="676909" y="147325"/>
                  <a:pt x="695034" y="135397"/>
                  <a:pt x="715793" y="127341"/>
                </a:cubicBezTo>
                <a:cubicBezTo>
                  <a:pt x="736474" y="119363"/>
                  <a:pt x="759634" y="115335"/>
                  <a:pt x="784576" y="115335"/>
                </a:cubicBezTo>
                <a:close/>
                <a:moveTo>
                  <a:pt x="2576886" y="97288"/>
                </a:moveTo>
                <a:cubicBezTo>
                  <a:pt x="2499118" y="97288"/>
                  <a:pt x="2435834" y="160571"/>
                  <a:pt x="2435834" y="238339"/>
                </a:cubicBezTo>
                <a:cubicBezTo>
                  <a:pt x="2435834" y="316108"/>
                  <a:pt x="2499118" y="379391"/>
                  <a:pt x="2576886" y="379391"/>
                </a:cubicBezTo>
                <a:cubicBezTo>
                  <a:pt x="2654654" y="379391"/>
                  <a:pt x="2717938" y="316108"/>
                  <a:pt x="2717938" y="238339"/>
                </a:cubicBezTo>
                <a:cubicBezTo>
                  <a:pt x="2717938" y="160571"/>
                  <a:pt x="2654654" y="97288"/>
                  <a:pt x="2576886" y="97288"/>
                </a:cubicBezTo>
                <a:close/>
                <a:moveTo>
                  <a:pt x="2196642" y="10456"/>
                </a:moveTo>
                <a:lnTo>
                  <a:pt x="2290522" y="10456"/>
                </a:lnTo>
                <a:lnTo>
                  <a:pt x="2290522" y="466298"/>
                </a:lnTo>
                <a:lnTo>
                  <a:pt x="2196642" y="466298"/>
                </a:lnTo>
                <a:close/>
                <a:moveTo>
                  <a:pt x="986665" y="10456"/>
                </a:moveTo>
                <a:lnTo>
                  <a:pt x="1080545" y="10456"/>
                </a:lnTo>
                <a:lnTo>
                  <a:pt x="1080545" y="475593"/>
                </a:lnTo>
                <a:lnTo>
                  <a:pt x="1065905" y="475593"/>
                </a:lnTo>
                <a:cubicBezTo>
                  <a:pt x="1022063" y="475129"/>
                  <a:pt x="986665" y="438878"/>
                  <a:pt x="986665" y="394107"/>
                </a:cubicBezTo>
                <a:close/>
                <a:moveTo>
                  <a:pt x="476601" y="10456"/>
                </a:moveTo>
                <a:lnTo>
                  <a:pt x="480087" y="10456"/>
                </a:lnTo>
                <a:lnTo>
                  <a:pt x="569319" y="10456"/>
                </a:lnTo>
                <a:lnTo>
                  <a:pt x="572882" y="10456"/>
                </a:lnTo>
                <a:lnTo>
                  <a:pt x="572882" y="81330"/>
                </a:lnTo>
                <a:lnTo>
                  <a:pt x="572882" y="84893"/>
                </a:lnTo>
                <a:lnTo>
                  <a:pt x="569319" y="84893"/>
                </a:lnTo>
                <a:lnTo>
                  <a:pt x="480087" y="84893"/>
                </a:lnTo>
                <a:lnTo>
                  <a:pt x="476601" y="84893"/>
                </a:lnTo>
                <a:lnTo>
                  <a:pt x="476601" y="81330"/>
                </a:lnTo>
                <a:close/>
                <a:moveTo>
                  <a:pt x="58559" y="6331"/>
                </a:moveTo>
                <a:cubicBezTo>
                  <a:pt x="67660" y="8597"/>
                  <a:pt x="76103" y="13593"/>
                  <a:pt x="82648" y="20990"/>
                </a:cubicBezTo>
                <a:lnTo>
                  <a:pt x="326565" y="298911"/>
                </a:lnTo>
                <a:lnTo>
                  <a:pt x="326565" y="10456"/>
                </a:lnTo>
                <a:lnTo>
                  <a:pt x="421064" y="10456"/>
                </a:lnTo>
                <a:lnTo>
                  <a:pt x="421064" y="424781"/>
                </a:lnTo>
                <a:cubicBezTo>
                  <a:pt x="421064" y="444610"/>
                  <a:pt x="408903" y="462348"/>
                  <a:pt x="390545" y="469397"/>
                </a:cubicBezTo>
                <a:cubicBezTo>
                  <a:pt x="385123" y="471488"/>
                  <a:pt x="379391" y="472495"/>
                  <a:pt x="373814" y="472495"/>
                </a:cubicBezTo>
                <a:cubicBezTo>
                  <a:pt x="360491" y="472495"/>
                  <a:pt x="347556" y="466918"/>
                  <a:pt x="338416" y="456461"/>
                </a:cubicBezTo>
                <a:lnTo>
                  <a:pt x="94499" y="178541"/>
                </a:lnTo>
                <a:lnTo>
                  <a:pt x="94499" y="466298"/>
                </a:lnTo>
                <a:lnTo>
                  <a:pt x="0" y="466298"/>
                </a:lnTo>
                <a:lnTo>
                  <a:pt x="0" y="52748"/>
                </a:lnTo>
                <a:cubicBezTo>
                  <a:pt x="0" y="32841"/>
                  <a:pt x="12161" y="15103"/>
                  <a:pt x="30519" y="8055"/>
                </a:cubicBezTo>
                <a:cubicBezTo>
                  <a:pt x="39698" y="4530"/>
                  <a:pt x="49457" y="4066"/>
                  <a:pt x="58559" y="6331"/>
                </a:cubicBezTo>
                <a:close/>
                <a:moveTo>
                  <a:pt x="2576886" y="0"/>
                </a:moveTo>
                <a:cubicBezTo>
                  <a:pt x="2708333" y="0"/>
                  <a:pt x="2815303" y="106970"/>
                  <a:pt x="2815303" y="238417"/>
                </a:cubicBezTo>
                <a:cubicBezTo>
                  <a:pt x="2815303" y="287061"/>
                  <a:pt x="2800586" y="332296"/>
                  <a:pt x="2775489" y="370096"/>
                </a:cubicBezTo>
                <a:lnTo>
                  <a:pt x="2775412" y="370096"/>
                </a:lnTo>
                <a:lnTo>
                  <a:pt x="2855736" y="450420"/>
                </a:lnTo>
                <a:lnTo>
                  <a:pt x="2789354" y="516802"/>
                </a:lnTo>
                <a:lnTo>
                  <a:pt x="2709108" y="436555"/>
                </a:lnTo>
                <a:cubicBezTo>
                  <a:pt x="2671230" y="461962"/>
                  <a:pt x="2625762" y="476756"/>
                  <a:pt x="2576886" y="476756"/>
                </a:cubicBezTo>
                <a:cubicBezTo>
                  <a:pt x="2445439" y="476756"/>
                  <a:pt x="2338469" y="369864"/>
                  <a:pt x="2338469" y="238417"/>
                </a:cubicBezTo>
                <a:cubicBezTo>
                  <a:pt x="2338469" y="106970"/>
                  <a:pt x="2445439" y="0"/>
                  <a:pt x="2576886" y="0"/>
                </a:cubicBezTo>
                <a:close/>
              </a:path>
            </a:pathLst>
          </a:custGeom>
          <a:solidFill>
            <a:schemeClr val="tx2"/>
          </a:solidFill>
          <a:ln w="774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12" name="powered by GfK intelligence" hidden="1">
            <a:extLst>
              <a:ext uri="{FF2B5EF4-FFF2-40B4-BE49-F238E27FC236}">
                <a16:creationId xmlns:a16="http://schemas.microsoft.com/office/drawing/2014/main" id="{E1F211AB-21A6-84DF-3904-1A817F873EC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799817" y="5731161"/>
            <a:ext cx="2750234" cy="42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695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hoto Circl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tatic Light Bkgd">
            <a:extLst>
              <a:ext uri="{FF2B5EF4-FFF2-40B4-BE49-F238E27FC236}">
                <a16:creationId xmlns:a16="http://schemas.microsoft.com/office/drawing/2014/main" id="{EE705342-7994-AFF3-15FD-F6FDEC9AE6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A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" name="Photo Accent Circles">
            <a:extLst>
              <a:ext uri="{FF2B5EF4-FFF2-40B4-BE49-F238E27FC236}">
                <a16:creationId xmlns:a16="http://schemas.microsoft.com/office/drawing/2014/main" id="{142AC587-6F39-6154-A37A-868A63F4F005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5942370" y="1"/>
            <a:ext cx="6249631" cy="6778171"/>
            <a:chOff x="5942370" y="1"/>
            <a:chExt cx="6249631" cy="6778171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1DBC157-DD06-141E-B188-1EB8D24163C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942370" y="1"/>
              <a:ext cx="6249631" cy="6778171"/>
            </a:xfrm>
            <a:custGeom>
              <a:avLst/>
              <a:gdLst>
                <a:gd name="connsiteX0" fmla="*/ 1133398 w 6249631"/>
                <a:gd name="connsiteY0" fmla="*/ 0 h 6778171"/>
                <a:gd name="connsiteX1" fmla="*/ 6249631 w 6249631"/>
                <a:gd name="connsiteY1" fmla="*/ 0 h 6778171"/>
                <a:gd name="connsiteX2" fmla="*/ 6249631 w 6249631"/>
                <a:gd name="connsiteY2" fmla="*/ 6079239 h 6778171"/>
                <a:gd name="connsiteX3" fmla="*/ 6227147 w 6249631"/>
                <a:gd name="connsiteY3" fmla="*/ 6096052 h 6778171"/>
                <a:gd name="connsiteX4" fmla="*/ 3994041 w 6249631"/>
                <a:gd name="connsiteY4" fmla="*/ 6778171 h 6778171"/>
                <a:gd name="connsiteX5" fmla="*/ 0 w 6249631"/>
                <a:gd name="connsiteY5" fmla="*/ 2784130 h 6778171"/>
                <a:gd name="connsiteX6" fmla="*/ 912045 w 6249631"/>
                <a:gd name="connsiteY6" fmla="*/ 243549 h 6778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249631" h="6778171">
                  <a:moveTo>
                    <a:pt x="1133398" y="0"/>
                  </a:moveTo>
                  <a:lnTo>
                    <a:pt x="6249631" y="0"/>
                  </a:lnTo>
                  <a:lnTo>
                    <a:pt x="6249631" y="6079239"/>
                  </a:lnTo>
                  <a:lnTo>
                    <a:pt x="6227147" y="6096052"/>
                  </a:lnTo>
                  <a:cubicBezTo>
                    <a:pt x="5589694" y="6526707"/>
                    <a:pt x="4821234" y="6778171"/>
                    <a:pt x="3994041" y="6778171"/>
                  </a:cubicBezTo>
                  <a:cubicBezTo>
                    <a:pt x="1788193" y="6778171"/>
                    <a:pt x="0" y="4989978"/>
                    <a:pt x="0" y="2784130"/>
                  </a:cubicBezTo>
                  <a:cubicBezTo>
                    <a:pt x="0" y="1819072"/>
                    <a:pt x="342272" y="933955"/>
                    <a:pt x="912045" y="243549"/>
                  </a:cubicBezTo>
                  <a:close/>
                </a:path>
              </a:pathLst>
            </a:custGeom>
            <a:solidFill>
              <a:srgbClr val="0631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5D9CB59-0278-69D3-1B88-9D97D9D9BF6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596886" y="1"/>
              <a:ext cx="5595114" cy="6115087"/>
            </a:xfrm>
            <a:custGeom>
              <a:avLst/>
              <a:gdLst>
                <a:gd name="connsiteX0" fmla="*/ 1504880 w 5595114"/>
                <a:gd name="connsiteY0" fmla="*/ 0 h 6115087"/>
                <a:gd name="connsiteX1" fmla="*/ 5157035 w 5595114"/>
                <a:gd name="connsiteY1" fmla="*/ 0 h 6115087"/>
                <a:gd name="connsiteX2" fmla="*/ 5193327 w 5595114"/>
                <a:gd name="connsiteY2" fmla="*/ 22048 h 6115087"/>
                <a:gd name="connsiteX3" fmla="*/ 5449755 w 5595114"/>
                <a:gd name="connsiteY3" fmla="*/ 213802 h 6115087"/>
                <a:gd name="connsiteX4" fmla="*/ 5595114 w 5595114"/>
                <a:gd name="connsiteY4" fmla="*/ 345913 h 6115087"/>
                <a:gd name="connsiteX5" fmla="*/ 5595114 w 5595114"/>
                <a:gd name="connsiteY5" fmla="*/ 5222347 h 6115087"/>
                <a:gd name="connsiteX6" fmla="*/ 5449755 w 5595114"/>
                <a:gd name="connsiteY6" fmla="*/ 5354459 h 6115087"/>
                <a:gd name="connsiteX7" fmla="*/ 3330957 w 5595114"/>
                <a:gd name="connsiteY7" fmla="*/ 6115087 h 6115087"/>
                <a:gd name="connsiteX8" fmla="*/ 0 w 5595114"/>
                <a:gd name="connsiteY8" fmla="*/ 2784130 h 6115087"/>
                <a:gd name="connsiteX9" fmla="*/ 1468588 w 5595114"/>
                <a:gd name="connsiteY9" fmla="*/ 22048 h 611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95114" h="6115087">
                  <a:moveTo>
                    <a:pt x="1504880" y="0"/>
                  </a:moveTo>
                  <a:lnTo>
                    <a:pt x="5157035" y="0"/>
                  </a:lnTo>
                  <a:lnTo>
                    <a:pt x="5193327" y="22048"/>
                  </a:lnTo>
                  <a:cubicBezTo>
                    <a:pt x="5281931" y="81908"/>
                    <a:pt x="5367500" y="145919"/>
                    <a:pt x="5449755" y="213802"/>
                  </a:cubicBezTo>
                  <a:lnTo>
                    <a:pt x="5595114" y="345913"/>
                  </a:lnTo>
                  <a:lnTo>
                    <a:pt x="5595114" y="5222347"/>
                  </a:lnTo>
                  <a:lnTo>
                    <a:pt x="5449755" y="5354459"/>
                  </a:lnTo>
                  <a:cubicBezTo>
                    <a:pt x="4873969" y="5829639"/>
                    <a:pt x="4135798" y="6115087"/>
                    <a:pt x="3330957" y="6115087"/>
                  </a:cubicBezTo>
                  <a:cubicBezTo>
                    <a:pt x="1491320" y="6115087"/>
                    <a:pt x="0" y="4623767"/>
                    <a:pt x="0" y="2784130"/>
                  </a:cubicBezTo>
                  <a:cubicBezTo>
                    <a:pt x="0" y="1634357"/>
                    <a:pt x="582547" y="620645"/>
                    <a:pt x="1468588" y="22048"/>
                  </a:cubicBezTo>
                  <a:close/>
                </a:path>
              </a:pathLst>
            </a:custGeom>
            <a:solidFill>
              <a:srgbClr val="0949D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rgbClr val="DADADA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EF44984-8F7A-8C11-AE43-676924BE71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7172234" y="28520"/>
              <a:ext cx="5019767" cy="5511220"/>
            </a:xfrm>
            <a:custGeom>
              <a:avLst/>
              <a:gdLst>
                <a:gd name="connsiteX0" fmla="*/ 2755610 w 5019767"/>
                <a:gd name="connsiteY0" fmla="*/ 0 h 5511220"/>
                <a:gd name="connsiteX1" fmla="*/ 4881972 w 5019767"/>
                <a:gd name="connsiteY1" fmla="*/ 1002786 h 5511220"/>
                <a:gd name="connsiteX2" fmla="*/ 5019767 w 5019767"/>
                <a:gd name="connsiteY2" fmla="*/ 1187056 h 5511220"/>
                <a:gd name="connsiteX3" fmla="*/ 5019767 w 5019767"/>
                <a:gd name="connsiteY3" fmla="*/ 4324164 h 5511220"/>
                <a:gd name="connsiteX4" fmla="*/ 4881972 w 5019767"/>
                <a:gd name="connsiteY4" fmla="*/ 4508434 h 5511220"/>
                <a:gd name="connsiteX5" fmla="*/ 2755610 w 5019767"/>
                <a:gd name="connsiteY5" fmla="*/ 5511220 h 5511220"/>
                <a:gd name="connsiteX6" fmla="*/ 0 w 5019767"/>
                <a:gd name="connsiteY6" fmla="*/ 2755610 h 5511220"/>
                <a:gd name="connsiteX7" fmla="*/ 2755610 w 5019767"/>
                <a:gd name="connsiteY7" fmla="*/ 0 h 5511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19767" h="5511220">
                  <a:moveTo>
                    <a:pt x="2755610" y="0"/>
                  </a:moveTo>
                  <a:cubicBezTo>
                    <a:pt x="3611668" y="0"/>
                    <a:pt x="4376553" y="390360"/>
                    <a:pt x="4881972" y="1002786"/>
                  </a:cubicBezTo>
                  <a:lnTo>
                    <a:pt x="5019767" y="1187056"/>
                  </a:lnTo>
                  <a:lnTo>
                    <a:pt x="5019767" y="4324164"/>
                  </a:lnTo>
                  <a:lnTo>
                    <a:pt x="4881972" y="4508434"/>
                  </a:lnTo>
                  <a:cubicBezTo>
                    <a:pt x="4376553" y="5120861"/>
                    <a:pt x="3611668" y="5511220"/>
                    <a:pt x="2755610" y="5511220"/>
                  </a:cubicBezTo>
                  <a:cubicBezTo>
                    <a:pt x="1233729" y="5511220"/>
                    <a:pt x="0" y="4277491"/>
                    <a:pt x="0" y="2755610"/>
                  </a:cubicBezTo>
                  <a:cubicBezTo>
                    <a:pt x="0" y="1233729"/>
                    <a:pt x="1233729" y="0"/>
                    <a:pt x="27556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</p:grpSp>
      <p:sp>
        <p:nvSpPr>
          <p:cNvPr id="9" name="Copyright Line">
            <a:extLst>
              <a:ext uri="{FF2B5EF4-FFF2-40B4-BE49-F238E27FC236}">
                <a16:creationId xmlns:a16="http://schemas.microsoft.com/office/drawing/2014/main" id="{D2389545-B6D7-497B-37D4-C8C4C52F8A1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88558" y="6536553"/>
            <a:ext cx="2458455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>
                <a:solidFill>
                  <a:srgbClr val="BBBBBB"/>
                </a:solidFill>
                <a:latin typeface="+mn-lt"/>
                <a:ea typeface="+mn-ea"/>
                <a:cs typeface="+mn-cs"/>
              </a:rPr>
              <a:t>© </a:t>
            </a:r>
            <a:fld id="{8BFAE56B-6D08-4B3F-AB76-3783A8251C9C}" type="datetimeyyyy">
              <a:rPr lang="en-US" sz="700" kern="1200" smtClean="0">
                <a:solidFill>
                  <a:srgbClr val="BBBBBB"/>
                </a:solidFill>
                <a:latin typeface="+mn-lt"/>
                <a:ea typeface="+mn-ea"/>
                <a:cs typeface="+mn-cs"/>
              </a:rPr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</a:t>
            </a:fld>
            <a:r>
              <a:rPr lang="en-US" sz="700" kern="1200">
                <a:solidFill>
                  <a:srgbClr val="BBBBBB"/>
                </a:solidFill>
                <a:latin typeface="+mn-lt"/>
                <a:ea typeface="+mn-ea"/>
                <a:cs typeface="+mn-cs"/>
              </a:rPr>
              <a:t> Nielsen Consumer LLC. All Rights Reserved.</a:t>
            </a:r>
          </a:p>
        </p:txBody>
      </p:sp>
      <p:sp>
        <p:nvSpPr>
          <p:cNvPr id="7" name="Confidential disclaimer">
            <a:extLst>
              <a:ext uri="{FF2B5EF4-FFF2-40B4-BE49-F238E27FC236}">
                <a16:creationId xmlns:a16="http://schemas.microsoft.com/office/drawing/2014/main" id="{7F366BE8-8DFF-9E64-8372-4E4C126B56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798636" y="6573016"/>
            <a:ext cx="1101264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Confidential and proprietary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E33C4BA-B3E3-D8C7-C496-E55C90D029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3"/>
          </p:nvPr>
        </p:nvSpPr>
        <p:spPr>
          <a:xfrm>
            <a:off x="3251200" y="6485399"/>
            <a:ext cx="3716336" cy="282957"/>
          </a:xfrm>
          <a:solidFill>
            <a:schemeClr val="tx2"/>
          </a:solidFill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25" name="Picture Placeholder">
            <a:extLst>
              <a:ext uri="{FF2B5EF4-FFF2-40B4-BE49-F238E27FC236}">
                <a16:creationId xmlns:a16="http://schemas.microsoft.com/office/drawing/2014/main" id="{278BDEAF-4B5A-EDEC-5FBB-5BDC0B1311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7465671" y="321957"/>
            <a:ext cx="4726329" cy="4924346"/>
          </a:xfrm>
          <a:custGeom>
            <a:avLst/>
            <a:gdLst>
              <a:gd name="connsiteX0" fmla="*/ 2462173 w 4726329"/>
              <a:gd name="connsiteY0" fmla="*/ 0 h 4924346"/>
              <a:gd name="connsiteX1" fmla="*/ 4627175 w 4726329"/>
              <a:gd name="connsiteY1" fmla="*/ 1288555 h 4924346"/>
              <a:gd name="connsiteX2" fmla="*/ 4726329 w 4726329"/>
              <a:gd name="connsiteY2" fmla="*/ 1494386 h 4924346"/>
              <a:gd name="connsiteX3" fmla="*/ 4726329 w 4726329"/>
              <a:gd name="connsiteY3" fmla="*/ 3429960 h 4924346"/>
              <a:gd name="connsiteX4" fmla="*/ 4627175 w 4726329"/>
              <a:gd name="connsiteY4" fmla="*/ 3635791 h 4924346"/>
              <a:gd name="connsiteX5" fmla="*/ 2462173 w 4726329"/>
              <a:gd name="connsiteY5" fmla="*/ 4924346 h 4924346"/>
              <a:gd name="connsiteX6" fmla="*/ 0 w 4726329"/>
              <a:gd name="connsiteY6" fmla="*/ 2462173 h 4924346"/>
              <a:gd name="connsiteX7" fmla="*/ 2462173 w 4726329"/>
              <a:gd name="connsiteY7" fmla="*/ 0 h 4924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26329" h="4924346">
                <a:moveTo>
                  <a:pt x="2462173" y="0"/>
                </a:moveTo>
                <a:cubicBezTo>
                  <a:pt x="3397050" y="0"/>
                  <a:pt x="4210233" y="521034"/>
                  <a:pt x="4627175" y="1288555"/>
                </a:cubicBezTo>
                <a:lnTo>
                  <a:pt x="4726329" y="1494386"/>
                </a:lnTo>
                <a:lnTo>
                  <a:pt x="4726329" y="3429960"/>
                </a:lnTo>
                <a:lnTo>
                  <a:pt x="4627175" y="3635791"/>
                </a:lnTo>
                <a:cubicBezTo>
                  <a:pt x="4210233" y="4403313"/>
                  <a:pt x="3397050" y="4924346"/>
                  <a:pt x="2462173" y="4924346"/>
                </a:cubicBezTo>
                <a:cubicBezTo>
                  <a:pt x="1102352" y="4924346"/>
                  <a:pt x="0" y="3821994"/>
                  <a:pt x="0" y="2462173"/>
                </a:cubicBezTo>
                <a:cubicBezTo>
                  <a:pt x="0" y="1102352"/>
                  <a:pt x="1102352" y="0"/>
                  <a:pt x="2462173" y="0"/>
                </a:cubicBezTo>
                <a:close/>
              </a:path>
            </a:pathLst>
          </a:custGeom>
          <a:solidFill>
            <a:srgbClr val="777777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picture icon to add photo</a:t>
            </a:r>
          </a:p>
        </p:txBody>
      </p:sp>
      <p:sp>
        <p:nvSpPr>
          <p:cNvPr id="11" name="Date Placeholder">
            <a:extLst>
              <a:ext uri="{FF2B5EF4-FFF2-40B4-BE49-F238E27FC236}">
                <a16:creationId xmlns:a16="http://schemas.microsoft.com/office/drawing/2014/main" id="{56FDEAC7-8736-5846-42B8-66DC00FA3B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>
          <a:xfrm>
            <a:off x="292100" y="5036705"/>
            <a:ext cx="1744664" cy="282957"/>
          </a:xfrm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Title/Dept Placeholder">
            <a:extLst>
              <a:ext uri="{FF2B5EF4-FFF2-40B4-BE49-F238E27FC236}">
                <a16:creationId xmlns:a16="http://schemas.microsoft.com/office/drawing/2014/main" id="{F49547DD-E825-E7A3-C48A-64AA78C199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 hasCustomPrompt="1"/>
          </p:nvPr>
        </p:nvSpPr>
        <p:spPr>
          <a:xfrm>
            <a:off x="292100" y="4560602"/>
            <a:ext cx="6689728" cy="344385"/>
          </a:xfrm>
        </p:spPr>
        <p:txBody>
          <a:bodyPr t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FFFFFF"/>
                </a:solidFill>
              </a:defRPr>
            </a:lvl1pPr>
            <a:lvl2pPr marL="457200" indent="0">
              <a:buNone/>
              <a:defRPr sz="1200" b="1">
                <a:solidFill>
                  <a:schemeClr val="bg1"/>
                </a:solidFill>
              </a:defRPr>
            </a:lvl2pPr>
            <a:lvl3pPr marL="914400" indent="0">
              <a:buNone/>
              <a:defRPr sz="1200" b="1">
                <a:solidFill>
                  <a:schemeClr val="bg1"/>
                </a:solidFill>
              </a:defRPr>
            </a:lvl3pPr>
            <a:lvl4pPr marL="1371600" indent="0">
              <a:buNone/>
              <a:defRPr sz="1200" b="1">
                <a:solidFill>
                  <a:schemeClr val="bg1"/>
                </a:solidFill>
              </a:defRPr>
            </a:lvl4pPr>
            <a:lvl5pPr marL="1828800" indent="0">
              <a:buNone/>
              <a:defRPr sz="1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Title/Department</a:t>
            </a:r>
          </a:p>
        </p:txBody>
      </p:sp>
      <p:sp>
        <p:nvSpPr>
          <p:cNvPr id="2" name="Presenter Name Placeholder">
            <a:extLst>
              <a:ext uri="{FF2B5EF4-FFF2-40B4-BE49-F238E27FC236}">
                <a16:creationId xmlns:a16="http://schemas.microsoft.com/office/drawing/2014/main" id="{5A598B2A-BB91-C356-7BCC-18D04DA85A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292100" y="4192468"/>
            <a:ext cx="6689728" cy="344384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FFFFF"/>
                </a:solidFill>
              </a:defRPr>
            </a:lvl1pPr>
            <a:lvl2pPr marL="457200" indent="0">
              <a:buNone/>
              <a:defRPr sz="1200" b="1">
                <a:solidFill>
                  <a:schemeClr val="bg1"/>
                </a:solidFill>
              </a:defRPr>
            </a:lvl2pPr>
            <a:lvl3pPr marL="914400" indent="0">
              <a:buNone/>
              <a:defRPr sz="1200" b="1">
                <a:solidFill>
                  <a:schemeClr val="bg1"/>
                </a:solidFill>
              </a:defRPr>
            </a:lvl3pPr>
            <a:lvl4pPr marL="1371600" indent="0">
              <a:buNone/>
              <a:defRPr sz="1200" b="1">
                <a:solidFill>
                  <a:schemeClr val="bg1"/>
                </a:solidFill>
              </a:defRPr>
            </a:lvl4pPr>
            <a:lvl5pPr marL="1828800" indent="0">
              <a:buNone/>
              <a:defRPr sz="1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name Last name</a:t>
            </a:r>
          </a:p>
        </p:txBody>
      </p:sp>
      <p:sp>
        <p:nvSpPr>
          <p:cNvPr id="8" name="Subtitle Placeholder">
            <a:extLst>
              <a:ext uri="{FF2B5EF4-FFF2-40B4-BE49-F238E27FC236}">
                <a16:creationId xmlns:a16="http://schemas.microsoft.com/office/drawing/2014/main" id="{23B6A8FC-C3C4-F7DA-BF00-D56866D580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>
            <a:off x="292100" y="3114710"/>
            <a:ext cx="6689729" cy="83788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615225DC-38B1-15E3-05E6-88F5A6B976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292100" y="654818"/>
            <a:ext cx="6689729" cy="23876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/>
              <a:t>Insert your presentation title here maximum of three lines</a:t>
            </a:r>
          </a:p>
        </p:txBody>
      </p:sp>
      <p:pic>
        <p:nvPicPr>
          <p:cNvPr id="13" name="NielsenIQ GFK lockup" hidden="1">
            <a:extLst>
              <a:ext uri="{FF2B5EF4-FFF2-40B4-BE49-F238E27FC236}">
                <a16:creationId xmlns:a16="http://schemas.microsoft.com/office/drawing/2014/main" id="{51A84534-5796-A095-D591-6A7A8257DBB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95275" y="5623108"/>
            <a:ext cx="2855736" cy="637108"/>
          </a:xfrm>
          <a:prstGeom prst="rect">
            <a:avLst/>
          </a:prstGeom>
        </p:spPr>
      </p:pic>
      <p:pic>
        <p:nvPicPr>
          <p:cNvPr id="16" name="NielsenIQ logo+wordmark" descr="A black and orange sign with white text&#10;&#10;Description automatically generated" hidden="1">
            <a:extLst>
              <a:ext uri="{FF2B5EF4-FFF2-40B4-BE49-F238E27FC236}">
                <a16:creationId xmlns:a16="http://schemas.microsoft.com/office/drawing/2014/main" id="{61CFC50E-3E71-5988-A8C4-2558860078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77" y="5561267"/>
            <a:ext cx="2068879" cy="751864"/>
          </a:xfrm>
          <a:prstGeom prst="rect">
            <a:avLst/>
          </a:prstGeom>
        </p:spPr>
      </p:pic>
      <p:sp>
        <p:nvSpPr>
          <p:cNvPr id="12" name="Nielsen wordmark">
            <a:extLst>
              <a:ext uri="{FF2B5EF4-FFF2-40B4-BE49-F238E27FC236}">
                <a16:creationId xmlns:a16="http://schemas.microsoft.com/office/drawing/2014/main" id="{61E661A4-799C-0226-FBED-FED8D4B3B3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95274" y="5686380"/>
            <a:ext cx="2855736" cy="516802"/>
          </a:xfrm>
          <a:custGeom>
            <a:avLst/>
            <a:gdLst>
              <a:gd name="connsiteX0" fmla="*/ 1628098 w 2855736"/>
              <a:gd name="connsiteY0" fmla="*/ 189308 h 516802"/>
              <a:gd name="connsiteX1" fmla="*/ 1598276 w 2855736"/>
              <a:gd name="connsiteY1" fmla="*/ 194730 h 516802"/>
              <a:gd name="connsiteX2" fmla="*/ 1576820 w 2855736"/>
              <a:gd name="connsiteY2" fmla="*/ 209524 h 516802"/>
              <a:gd name="connsiteX3" fmla="*/ 1563188 w 2855736"/>
              <a:gd name="connsiteY3" fmla="*/ 231368 h 516802"/>
              <a:gd name="connsiteX4" fmla="*/ 1563188 w 2855736"/>
              <a:gd name="connsiteY4" fmla="*/ 231290 h 516802"/>
              <a:gd name="connsiteX5" fmla="*/ 1557921 w 2855736"/>
              <a:gd name="connsiteY5" fmla="*/ 254838 h 516802"/>
              <a:gd name="connsiteX6" fmla="*/ 1694015 w 2855736"/>
              <a:gd name="connsiteY6" fmla="*/ 254838 h 516802"/>
              <a:gd name="connsiteX7" fmla="*/ 1678059 w 2855736"/>
              <a:gd name="connsiteY7" fmla="*/ 207201 h 516802"/>
              <a:gd name="connsiteX8" fmla="*/ 1628098 w 2855736"/>
              <a:gd name="connsiteY8" fmla="*/ 189308 h 516802"/>
              <a:gd name="connsiteX9" fmla="*/ 782717 w 2855736"/>
              <a:gd name="connsiteY9" fmla="*/ 189308 h 516802"/>
              <a:gd name="connsiteX10" fmla="*/ 752895 w 2855736"/>
              <a:gd name="connsiteY10" fmla="*/ 194730 h 516802"/>
              <a:gd name="connsiteX11" fmla="*/ 731439 w 2855736"/>
              <a:gd name="connsiteY11" fmla="*/ 209524 h 516802"/>
              <a:gd name="connsiteX12" fmla="*/ 717807 w 2855736"/>
              <a:gd name="connsiteY12" fmla="*/ 231368 h 516802"/>
              <a:gd name="connsiteX13" fmla="*/ 717807 w 2855736"/>
              <a:gd name="connsiteY13" fmla="*/ 231290 h 516802"/>
              <a:gd name="connsiteX14" fmla="*/ 712539 w 2855736"/>
              <a:gd name="connsiteY14" fmla="*/ 254838 h 516802"/>
              <a:gd name="connsiteX15" fmla="*/ 848634 w 2855736"/>
              <a:gd name="connsiteY15" fmla="*/ 254838 h 516802"/>
              <a:gd name="connsiteX16" fmla="*/ 832677 w 2855736"/>
              <a:gd name="connsiteY16" fmla="*/ 207201 h 516802"/>
              <a:gd name="connsiteX17" fmla="*/ 782717 w 2855736"/>
              <a:gd name="connsiteY17" fmla="*/ 189308 h 516802"/>
              <a:gd name="connsiteX18" fmla="*/ 476601 w 2855736"/>
              <a:gd name="connsiteY18" fmla="*/ 124553 h 516802"/>
              <a:gd name="connsiteX19" fmla="*/ 480087 w 2855736"/>
              <a:gd name="connsiteY19" fmla="*/ 124553 h 516802"/>
              <a:gd name="connsiteX20" fmla="*/ 569319 w 2855736"/>
              <a:gd name="connsiteY20" fmla="*/ 124553 h 516802"/>
              <a:gd name="connsiteX21" fmla="*/ 572882 w 2855736"/>
              <a:gd name="connsiteY21" fmla="*/ 124553 h 516802"/>
              <a:gd name="connsiteX22" fmla="*/ 572882 w 2855736"/>
              <a:gd name="connsiteY22" fmla="*/ 128116 h 516802"/>
              <a:gd name="connsiteX23" fmla="*/ 572804 w 2855736"/>
              <a:gd name="connsiteY23" fmla="*/ 466299 h 516802"/>
              <a:gd name="connsiteX24" fmla="*/ 569319 w 2855736"/>
              <a:gd name="connsiteY24" fmla="*/ 466299 h 516802"/>
              <a:gd name="connsiteX25" fmla="*/ 480087 w 2855736"/>
              <a:gd name="connsiteY25" fmla="*/ 466299 h 516802"/>
              <a:gd name="connsiteX26" fmla="*/ 476601 w 2855736"/>
              <a:gd name="connsiteY26" fmla="*/ 466299 h 516802"/>
              <a:gd name="connsiteX27" fmla="*/ 476601 w 2855736"/>
              <a:gd name="connsiteY27" fmla="*/ 127496 h 516802"/>
              <a:gd name="connsiteX28" fmla="*/ 2026544 w 2855736"/>
              <a:gd name="connsiteY28" fmla="*/ 116342 h 516802"/>
              <a:gd name="connsiteX29" fmla="*/ 2113220 w 2855736"/>
              <a:gd name="connsiteY29" fmla="*/ 147093 h 516802"/>
              <a:gd name="connsiteX30" fmla="*/ 2141569 w 2855736"/>
              <a:gd name="connsiteY30" fmla="*/ 242832 h 516802"/>
              <a:gd name="connsiteX31" fmla="*/ 2141569 w 2855736"/>
              <a:gd name="connsiteY31" fmla="*/ 466376 h 516802"/>
              <a:gd name="connsiteX32" fmla="*/ 2045366 w 2855736"/>
              <a:gd name="connsiteY32" fmla="*/ 466376 h 516802"/>
              <a:gd name="connsiteX33" fmla="*/ 2045366 w 2855736"/>
              <a:gd name="connsiteY33" fmla="*/ 254992 h 516802"/>
              <a:gd name="connsiteX34" fmla="*/ 2033050 w 2855736"/>
              <a:gd name="connsiteY34" fmla="*/ 209757 h 516802"/>
              <a:gd name="connsiteX35" fmla="*/ 1999820 w 2855736"/>
              <a:gd name="connsiteY35" fmla="*/ 197983 h 516802"/>
              <a:gd name="connsiteX36" fmla="*/ 1971548 w 2855736"/>
              <a:gd name="connsiteY36" fmla="*/ 202786 h 516802"/>
              <a:gd name="connsiteX37" fmla="*/ 1949472 w 2855736"/>
              <a:gd name="connsiteY37" fmla="*/ 216651 h 516802"/>
              <a:gd name="connsiteX38" fmla="*/ 1935143 w 2855736"/>
              <a:gd name="connsiteY38" fmla="*/ 237022 h 516802"/>
              <a:gd name="connsiteX39" fmla="*/ 1929411 w 2855736"/>
              <a:gd name="connsiteY39" fmla="*/ 262583 h 516802"/>
              <a:gd name="connsiteX40" fmla="*/ 1929411 w 2855736"/>
              <a:gd name="connsiteY40" fmla="*/ 466299 h 516802"/>
              <a:gd name="connsiteX41" fmla="*/ 1833130 w 2855736"/>
              <a:gd name="connsiteY41" fmla="*/ 466299 h 516802"/>
              <a:gd name="connsiteX42" fmla="*/ 1833130 w 2855736"/>
              <a:gd name="connsiteY42" fmla="*/ 124630 h 516802"/>
              <a:gd name="connsiteX43" fmla="*/ 1926855 w 2855736"/>
              <a:gd name="connsiteY43" fmla="*/ 124630 h 516802"/>
              <a:gd name="connsiteX44" fmla="*/ 1926855 w 2855736"/>
              <a:gd name="connsiteY44" fmla="*/ 165063 h 516802"/>
              <a:gd name="connsiteX45" fmla="*/ 1968605 w 2855736"/>
              <a:gd name="connsiteY45" fmla="*/ 130052 h 516802"/>
              <a:gd name="connsiteX46" fmla="*/ 2026544 w 2855736"/>
              <a:gd name="connsiteY46" fmla="*/ 116342 h 516802"/>
              <a:gd name="connsiteX47" fmla="*/ 1272176 w 2855736"/>
              <a:gd name="connsiteY47" fmla="*/ 115490 h 516802"/>
              <a:gd name="connsiteX48" fmla="*/ 1339410 w 2855736"/>
              <a:gd name="connsiteY48" fmla="*/ 123623 h 516802"/>
              <a:gd name="connsiteX49" fmla="*/ 1384258 w 2855736"/>
              <a:gd name="connsiteY49" fmla="*/ 145544 h 516802"/>
              <a:gd name="connsiteX50" fmla="*/ 1397194 w 2855736"/>
              <a:gd name="connsiteY50" fmla="*/ 157860 h 516802"/>
              <a:gd name="connsiteX51" fmla="*/ 1410749 w 2855736"/>
              <a:gd name="connsiteY51" fmla="*/ 178696 h 516802"/>
              <a:gd name="connsiteX52" fmla="*/ 1415319 w 2855736"/>
              <a:gd name="connsiteY52" fmla="*/ 189695 h 516802"/>
              <a:gd name="connsiteX53" fmla="*/ 1416171 w 2855736"/>
              <a:gd name="connsiteY53" fmla="*/ 192174 h 516802"/>
              <a:gd name="connsiteX54" fmla="*/ 1422755 w 2855736"/>
              <a:gd name="connsiteY54" fmla="*/ 222847 h 516802"/>
              <a:gd name="connsiteX55" fmla="*/ 1423065 w 2855736"/>
              <a:gd name="connsiteY55" fmla="*/ 226643 h 516802"/>
              <a:gd name="connsiteX56" fmla="*/ 1335382 w 2855736"/>
              <a:gd name="connsiteY56" fmla="*/ 226643 h 516802"/>
              <a:gd name="connsiteX57" fmla="*/ 1333058 w 2855736"/>
              <a:gd name="connsiteY57" fmla="*/ 218432 h 516802"/>
              <a:gd name="connsiteX58" fmla="*/ 1318109 w 2855736"/>
              <a:gd name="connsiteY58" fmla="*/ 198835 h 516802"/>
              <a:gd name="connsiteX59" fmla="*/ 1274035 w 2855736"/>
              <a:gd name="connsiteY59" fmla="*/ 188688 h 516802"/>
              <a:gd name="connsiteX60" fmla="*/ 1245220 w 2855736"/>
              <a:gd name="connsiteY60" fmla="*/ 191477 h 516802"/>
              <a:gd name="connsiteX61" fmla="*/ 1227870 w 2855736"/>
              <a:gd name="connsiteY61" fmla="*/ 198293 h 516802"/>
              <a:gd name="connsiteX62" fmla="*/ 1219504 w 2855736"/>
              <a:gd name="connsiteY62" fmla="*/ 207123 h 516802"/>
              <a:gd name="connsiteX63" fmla="*/ 1217025 w 2855736"/>
              <a:gd name="connsiteY63" fmla="*/ 216418 h 516802"/>
              <a:gd name="connsiteX64" fmla="*/ 1225469 w 2855736"/>
              <a:gd name="connsiteY64" fmla="*/ 236867 h 516802"/>
              <a:gd name="connsiteX65" fmla="*/ 1262494 w 2855736"/>
              <a:gd name="connsiteY65" fmla="*/ 248641 h 516802"/>
              <a:gd name="connsiteX66" fmla="*/ 1304553 w 2855736"/>
              <a:gd name="connsiteY66" fmla="*/ 255612 h 516802"/>
              <a:gd name="connsiteX67" fmla="*/ 1365513 w 2855736"/>
              <a:gd name="connsiteY67" fmla="*/ 270484 h 516802"/>
              <a:gd name="connsiteX68" fmla="*/ 1403313 w 2855736"/>
              <a:gd name="connsiteY68" fmla="*/ 293179 h 516802"/>
              <a:gd name="connsiteX69" fmla="*/ 1423375 w 2855736"/>
              <a:gd name="connsiteY69" fmla="*/ 325635 h 516802"/>
              <a:gd name="connsiteX70" fmla="*/ 1423375 w 2855736"/>
              <a:gd name="connsiteY70" fmla="*/ 325712 h 516802"/>
              <a:gd name="connsiteX71" fmla="*/ 1428952 w 2855736"/>
              <a:gd name="connsiteY71" fmla="*/ 368159 h 516802"/>
              <a:gd name="connsiteX72" fmla="*/ 1391927 w 2855736"/>
              <a:gd name="connsiteY72" fmla="*/ 446392 h 516802"/>
              <a:gd name="connsiteX73" fmla="*/ 1279534 w 2855736"/>
              <a:gd name="connsiteY73" fmla="*/ 475516 h 516802"/>
              <a:gd name="connsiteX74" fmla="*/ 1221828 w 2855736"/>
              <a:gd name="connsiteY74" fmla="*/ 470017 h 516802"/>
              <a:gd name="connsiteX75" fmla="*/ 1172255 w 2855736"/>
              <a:gd name="connsiteY75" fmla="*/ 450730 h 516802"/>
              <a:gd name="connsiteX76" fmla="*/ 1136081 w 2855736"/>
              <a:gd name="connsiteY76" fmla="*/ 413937 h 516802"/>
              <a:gd name="connsiteX77" fmla="*/ 1120280 w 2855736"/>
              <a:gd name="connsiteY77" fmla="*/ 360336 h 516802"/>
              <a:gd name="connsiteX78" fmla="*/ 1213230 w 2855736"/>
              <a:gd name="connsiteY78" fmla="*/ 360336 h 516802"/>
              <a:gd name="connsiteX79" fmla="*/ 1233911 w 2855736"/>
              <a:gd name="connsiteY79" fmla="*/ 391087 h 516802"/>
              <a:gd name="connsiteX80" fmla="*/ 1278295 w 2855736"/>
              <a:gd name="connsiteY80" fmla="*/ 399685 h 516802"/>
              <a:gd name="connsiteX81" fmla="*/ 1322059 w 2855736"/>
              <a:gd name="connsiteY81" fmla="*/ 392171 h 516802"/>
              <a:gd name="connsiteX82" fmla="*/ 1333988 w 2855736"/>
              <a:gd name="connsiteY82" fmla="*/ 369398 h 516802"/>
              <a:gd name="connsiteX83" fmla="*/ 1326319 w 2855736"/>
              <a:gd name="connsiteY83" fmla="*/ 349492 h 516802"/>
              <a:gd name="connsiteX84" fmla="*/ 1295568 w 2855736"/>
              <a:gd name="connsiteY84" fmla="*/ 337253 h 516802"/>
              <a:gd name="connsiteX85" fmla="*/ 1247467 w 2855736"/>
              <a:gd name="connsiteY85" fmla="*/ 329585 h 516802"/>
              <a:gd name="connsiteX86" fmla="*/ 1155678 w 2855736"/>
              <a:gd name="connsiteY86" fmla="*/ 296045 h 516802"/>
              <a:gd name="connsiteX87" fmla="*/ 1124695 w 2855736"/>
              <a:gd name="connsiteY87" fmla="*/ 222847 h 516802"/>
              <a:gd name="connsiteX88" fmla="*/ 1135617 w 2855736"/>
              <a:gd name="connsiteY88" fmla="*/ 177844 h 516802"/>
              <a:gd name="connsiteX89" fmla="*/ 1166290 w 2855736"/>
              <a:gd name="connsiteY89" fmla="*/ 144150 h 516802"/>
              <a:gd name="connsiteX90" fmla="*/ 1212920 w 2855736"/>
              <a:gd name="connsiteY90" fmla="*/ 122926 h 516802"/>
              <a:gd name="connsiteX91" fmla="*/ 1272176 w 2855736"/>
              <a:gd name="connsiteY91" fmla="*/ 115490 h 516802"/>
              <a:gd name="connsiteX92" fmla="*/ 1629957 w 2855736"/>
              <a:gd name="connsiteY92" fmla="*/ 115335 h 516802"/>
              <a:gd name="connsiteX93" fmla="*/ 1747616 w 2855736"/>
              <a:gd name="connsiteY93" fmla="*/ 160493 h 516802"/>
              <a:gd name="connsiteX94" fmla="*/ 1787043 w 2855736"/>
              <a:gd name="connsiteY94" fmla="*/ 281328 h 516802"/>
              <a:gd name="connsiteX95" fmla="*/ 1787043 w 2855736"/>
              <a:gd name="connsiteY95" fmla="*/ 320522 h 516802"/>
              <a:gd name="connsiteX96" fmla="*/ 1556526 w 2855736"/>
              <a:gd name="connsiteY96" fmla="*/ 320522 h 516802"/>
              <a:gd name="connsiteX97" fmla="*/ 1575968 w 2855736"/>
              <a:gd name="connsiteY97" fmla="*/ 377454 h 516802"/>
              <a:gd name="connsiteX98" fmla="*/ 1630654 w 2855736"/>
              <a:gd name="connsiteY98" fmla="*/ 398833 h 516802"/>
              <a:gd name="connsiteX99" fmla="*/ 1688825 w 2855736"/>
              <a:gd name="connsiteY99" fmla="*/ 360181 h 516802"/>
              <a:gd name="connsiteX100" fmla="*/ 1688903 w 2855736"/>
              <a:gd name="connsiteY100" fmla="*/ 360181 h 516802"/>
              <a:gd name="connsiteX101" fmla="*/ 1782937 w 2855736"/>
              <a:gd name="connsiteY101" fmla="*/ 360181 h 516802"/>
              <a:gd name="connsiteX102" fmla="*/ 1737082 w 2855736"/>
              <a:gd name="connsiteY102" fmla="*/ 445540 h 516802"/>
              <a:gd name="connsiteX103" fmla="*/ 1630034 w 2855736"/>
              <a:gd name="connsiteY103" fmla="*/ 475284 h 516802"/>
              <a:gd name="connsiteX104" fmla="*/ 1502848 w 2855736"/>
              <a:gd name="connsiteY104" fmla="*/ 428267 h 516802"/>
              <a:gd name="connsiteX105" fmla="*/ 1460168 w 2855736"/>
              <a:gd name="connsiteY105" fmla="*/ 295890 h 516802"/>
              <a:gd name="connsiteX106" fmla="*/ 1472484 w 2855736"/>
              <a:gd name="connsiteY106" fmla="*/ 219826 h 516802"/>
              <a:gd name="connsiteX107" fmla="*/ 1507340 w 2855736"/>
              <a:gd name="connsiteY107" fmla="*/ 162894 h 516802"/>
              <a:gd name="connsiteX108" fmla="*/ 1561174 w 2855736"/>
              <a:gd name="connsiteY108" fmla="*/ 127341 h 516802"/>
              <a:gd name="connsiteX109" fmla="*/ 1629957 w 2855736"/>
              <a:gd name="connsiteY109" fmla="*/ 115335 h 516802"/>
              <a:gd name="connsiteX110" fmla="*/ 784576 w 2855736"/>
              <a:gd name="connsiteY110" fmla="*/ 115335 h 516802"/>
              <a:gd name="connsiteX111" fmla="*/ 902235 w 2855736"/>
              <a:gd name="connsiteY111" fmla="*/ 160493 h 516802"/>
              <a:gd name="connsiteX112" fmla="*/ 941661 w 2855736"/>
              <a:gd name="connsiteY112" fmla="*/ 281328 h 516802"/>
              <a:gd name="connsiteX113" fmla="*/ 941661 w 2855736"/>
              <a:gd name="connsiteY113" fmla="*/ 320522 h 516802"/>
              <a:gd name="connsiteX114" fmla="*/ 711145 w 2855736"/>
              <a:gd name="connsiteY114" fmla="*/ 320522 h 516802"/>
              <a:gd name="connsiteX115" fmla="*/ 730587 w 2855736"/>
              <a:gd name="connsiteY115" fmla="*/ 377454 h 516802"/>
              <a:gd name="connsiteX116" fmla="*/ 785273 w 2855736"/>
              <a:gd name="connsiteY116" fmla="*/ 398833 h 516802"/>
              <a:gd name="connsiteX117" fmla="*/ 843444 w 2855736"/>
              <a:gd name="connsiteY117" fmla="*/ 360181 h 516802"/>
              <a:gd name="connsiteX118" fmla="*/ 843522 w 2855736"/>
              <a:gd name="connsiteY118" fmla="*/ 360181 h 516802"/>
              <a:gd name="connsiteX119" fmla="*/ 937556 w 2855736"/>
              <a:gd name="connsiteY119" fmla="*/ 360181 h 516802"/>
              <a:gd name="connsiteX120" fmla="*/ 891701 w 2855736"/>
              <a:gd name="connsiteY120" fmla="*/ 445540 h 516802"/>
              <a:gd name="connsiteX121" fmla="*/ 784653 w 2855736"/>
              <a:gd name="connsiteY121" fmla="*/ 475284 h 516802"/>
              <a:gd name="connsiteX122" fmla="*/ 657467 w 2855736"/>
              <a:gd name="connsiteY122" fmla="*/ 428267 h 516802"/>
              <a:gd name="connsiteX123" fmla="*/ 614787 w 2855736"/>
              <a:gd name="connsiteY123" fmla="*/ 295890 h 516802"/>
              <a:gd name="connsiteX124" fmla="*/ 627103 w 2855736"/>
              <a:gd name="connsiteY124" fmla="*/ 219826 h 516802"/>
              <a:gd name="connsiteX125" fmla="*/ 661959 w 2855736"/>
              <a:gd name="connsiteY125" fmla="*/ 162894 h 516802"/>
              <a:gd name="connsiteX126" fmla="*/ 715793 w 2855736"/>
              <a:gd name="connsiteY126" fmla="*/ 127341 h 516802"/>
              <a:gd name="connsiteX127" fmla="*/ 784576 w 2855736"/>
              <a:gd name="connsiteY127" fmla="*/ 115335 h 516802"/>
              <a:gd name="connsiteX128" fmla="*/ 2576886 w 2855736"/>
              <a:gd name="connsiteY128" fmla="*/ 97288 h 516802"/>
              <a:gd name="connsiteX129" fmla="*/ 2435834 w 2855736"/>
              <a:gd name="connsiteY129" fmla="*/ 238339 h 516802"/>
              <a:gd name="connsiteX130" fmla="*/ 2576886 w 2855736"/>
              <a:gd name="connsiteY130" fmla="*/ 379391 h 516802"/>
              <a:gd name="connsiteX131" fmla="*/ 2717938 w 2855736"/>
              <a:gd name="connsiteY131" fmla="*/ 238339 h 516802"/>
              <a:gd name="connsiteX132" fmla="*/ 2576886 w 2855736"/>
              <a:gd name="connsiteY132" fmla="*/ 97288 h 516802"/>
              <a:gd name="connsiteX133" fmla="*/ 2196642 w 2855736"/>
              <a:gd name="connsiteY133" fmla="*/ 10456 h 516802"/>
              <a:gd name="connsiteX134" fmla="*/ 2290522 w 2855736"/>
              <a:gd name="connsiteY134" fmla="*/ 10456 h 516802"/>
              <a:gd name="connsiteX135" fmla="*/ 2290522 w 2855736"/>
              <a:gd name="connsiteY135" fmla="*/ 466298 h 516802"/>
              <a:gd name="connsiteX136" fmla="*/ 2196642 w 2855736"/>
              <a:gd name="connsiteY136" fmla="*/ 466298 h 516802"/>
              <a:gd name="connsiteX137" fmla="*/ 986665 w 2855736"/>
              <a:gd name="connsiteY137" fmla="*/ 10456 h 516802"/>
              <a:gd name="connsiteX138" fmla="*/ 1080545 w 2855736"/>
              <a:gd name="connsiteY138" fmla="*/ 10456 h 516802"/>
              <a:gd name="connsiteX139" fmla="*/ 1080545 w 2855736"/>
              <a:gd name="connsiteY139" fmla="*/ 475593 h 516802"/>
              <a:gd name="connsiteX140" fmla="*/ 1065905 w 2855736"/>
              <a:gd name="connsiteY140" fmla="*/ 475593 h 516802"/>
              <a:gd name="connsiteX141" fmla="*/ 986665 w 2855736"/>
              <a:gd name="connsiteY141" fmla="*/ 394107 h 516802"/>
              <a:gd name="connsiteX142" fmla="*/ 476601 w 2855736"/>
              <a:gd name="connsiteY142" fmla="*/ 10456 h 516802"/>
              <a:gd name="connsiteX143" fmla="*/ 480087 w 2855736"/>
              <a:gd name="connsiteY143" fmla="*/ 10456 h 516802"/>
              <a:gd name="connsiteX144" fmla="*/ 569319 w 2855736"/>
              <a:gd name="connsiteY144" fmla="*/ 10456 h 516802"/>
              <a:gd name="connsiteX145" fmla="*/ 572882 w 2855736"/>
              <a:gd name="connsiteY145" fmla="*/ 10456 h 516802"/>
              <a:gd name="connsiteX146" fmla="*/ 572882 w 2855736"/>
              <a:gd name="connsiteY146" fmla="*/ 81330 h 516802"/>
              <a:gd name="connsiteX147" fmla="*/ 572882 w 2855736"/>
              <a:gd name="connsiteY147" fmla="*/ 84893 h 516802"/>
              <a:gd name="connsiteX148" fmla="*/ 569319 w 2855736"/>
              <a:gd name="connsiteY148" fmla="*/ 84893 h 516802"/>
              <a:gd name="connsiteX149" fmla="*/ 480087 w 2855736"/>
              <a:gd name="connsiteY149" fmla="*/ 84893 h 516802"/>
              <a:gd name="connsiteX150" fmla="*/ 476601 w 2855736"/>
              <a:gd name="connsiteY150" fmla="*/ 84893 h 516802"/>
              <a:gd name="connsiteX151" fmla="*/ 476601 w 2855736"/>
              <a:gd name="connsiteY151" fmla="*/ 81330 h 516802"/>
              <a:gd name="connsiteX152" fmla="*/ 58559 w 2855736"/>
              <a:gd name="connsiteY152" fmla="*/ 6331 h 516802"/>
              <a:gd name="connsiteX153" fmla="*/ 82648 w 2855736"/>
              <a:gd name="connsiteY153" fmla="*/ 20990 h 516802"/>
              <a:gd name="connsiteX154" fmla="*/ 326565 w 2855736"/>
              <a:gd name="connsiteY154" fmla="*/ 298911 h 516802"/>
              <a:gd name="connsiteX155" fmla="*/ 326565 w 2855736"/>
              <a:gd name="connsiteY155" fmla="*/ 10456 h 516802"/>
              <a:gd name="connsiteX156" fmla="*/ 421064 w 2855736"/>
              <a:gd name="connsiteY156" fmla="*/ 10456 h 516802"/>
              <a:gd name="connsiteX157" fmla="*/ 421064 w 2855736"/>
              <a:gd name="connsiteY157" fmla="*/ 424781 h 516802"/>
              <a:gd name="connsiteX158" fmla="*/ 390545 w 2855736"/>
              <a:gd name="connsiteY158" fmla="*/ 469397 h 516802"/>
              <a:gd name="connsiteX159" fmla="*/ 373814 w 2855736"/>
              <a:gd name="connsiteY159" fmla="*/ 472495 h 516802"/>
              <a:gd name="connsiteX160" fmla="*/ 338416 w 2855736"/>
              <a:gd name="connsiteY160" fmla="*/ 456461 h 516802"/>
              <a:gd name="connsiteX161" fmla="*/ 94499 w 2855736"/>
              <a:gd name="connsiteY161" fmla="*/ 178541 h 516802"/>
              <a:gd name="connsiteX162" fmla="*/ 94499 w 2855736"/>
              <a:gd name="connsiteY162" fmla="*/ 466298 h 516802"/>
              <a:gd name="connsiteX163" fmla="*/ 0 w 2855736"/>
              <a:gd name="connsiteY163" fmla="*/ 466298 h 516802"/>
              <a:gd name="connsiteX164" fmla="*/ 0 w 2855736"/>
              <a:gd name="connsiteY164" fmla="*/ 52748 h 516802"/>
              <a:gd name="connsiteX165" fmla="*/ 30519 w 2855736"/>
              <a:gd name="connsiteY165" fmla="*/ 8055 h 516802"/>
              <a:gd name="connsiteX166" fmla="*/ 58559 w 2855736"/>
              <a:gd name="connsiteY166" fmla="*/ 6331 h 516802"/>
              <a:gd name="connsiteX167" fmla="*/ 2576886 w 2855736"/>
              <a:gd name="connsiteY167" fmla="*/ 0 h 516802"/>
              <a:gd name="connsiteX168" fmla="*/ 2815303 w 2855736"/>
              <a:gd name="connsiteY168" fmla="*/ 238417 h 516802"/>
              <a:gd name="connsiteX169" fmla="*/ 2775489 w 2855736"/>
              <a:gd name="connsiteY169" fmla="*/ 370096 h 516802"/>
              <a:gd name="connsiteX170" fmla="*/ 2775412 w 2855736"/>
              <a:gd name="connsiteY170" fmla="*/ 370096 h 516802"/>
              <a:gd name="connsiteX171" fmla="*/ 2855736 w 2855736"/>
              <a:gd name="connsiteY171" fmla="*/ 450420 h 516802"/>
              <a:gd name="connsiteX172" fmla="*/ 2789354 w 2855736"/>
              <a:gd name="connsiteY172" fmla="*/ 516802 h 516802"/>
              <a:gd name="connsiteX173" fmla="*/ 2709108 w 2855736"/>
              <a:gd name="connsiteY173" fmla="*/ 436555 h 516802"/>
              <a:gd name="connsiteX174" fmla="*/ 2576886 w 2855736"/>
              <a:gd name="connsiteY174" fmla="*/ 476756 h 516802"/>
              <a:gd name="connsiteX175" fmla="*/ 2338469 w 2855736"/>
              <a:gd name="connsiteY175" fmla="*/ 238417 h 516802"/>
              <a:gd name="connsiteX176" fmla="*/ 2576886 w 2855736"/>
              <a:gd name="connsiteY176" fmla="*/ 0 h 516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</a:cxnLst>
            <a:rect l="l" t="t" r="r" b="b"/>
            <a:pathLst>
              <a:path w="2855736" h="516802">
                <a:moveTo>
                  <a:pt x="1628098" y="189308"/>
                </a:moveTo>
                <a:cubicBezTo>
                  <a:pt x="1616711" y="189308"/>
                  <a:pt x="1606719" y="191089"/>
                  <a:pt x="1598276" y="194730"/>
                </a:cubicBezTo>
                <a:cubicBezTo>
                  <a:pt x="1589833" y="198370"/>
                  <a:pt x="1582630" y="203328"/>
                  <a:pt x="1576820" y="209524"/>
                </a:cubicBezTo>
                <a:cubicBezTo>
                  <a:pt x="1571011" y="215798"/>
                  <a:pt x="1566441" y="223157"/>
                  <a:pt x="1563188" y="231368"/>
                </a:cubicBezTo>
                <a:lnTo>
                  <a:pt x="1563188" y="231290"/>
                </a:lnTo>
                <a:cubicBezTo>
                  <a:pt x="1560399" y="238571"/>
                  <a:pt x="1558618" y="246472"/>
                  <a:pt x="1557921" y="254838"/>
                </a:cubicBezTo>
                <a:lnTo>
                  <a:pt x="1694015" y="254838"/>
                </a:lnTo>
                <a:cubicBezTo>
                  <a:pt x="1693473" y="234621"/>
                  <a:pt x="1688128" y="218587"/>
                  <a:pt x="1678059" y="207201"/>
                </a:cubicBezTo>
                <a:cubicBezTo>
                  <a:pt x="1667524" y="195349"/>
                  <a:pt x="1650716" y="189308"/>
                  <a:pt x="1628098" y="189308"/>
                </a:cubicBezTo>
                <a:close/>
                <a:moveTo>
                  <a:pt x="782717" y="189308"/>
                </a:moveTo>
                <a:cubicBezTo>
                  <a:pt x="771330" y="189308"/>
                  <a:pt x="761338" y="191089"/>
                  <a:pt x="752895" y="194730"/>
                </a:cubicBezTo>
                <a:cubicBezTo>
                  <a:pt x="744452" y="198370"/>
                  <a:pt x="737249" y="203328"/>
                  <a:pt x="731439" y="209524"/>
                </a:cubicBezTo>
                <a:cubicBezTo>
                  <a:pt x="725630" y="215798"/>
                  <a:pt x="721060" y="223157"/>
                  <a:pt x="717807" y="231368"/>
                </a:cubicBezTo>
                <a:lnTo>
                  <a:pt x="717807" y="231290"/>
                </a:lnTo>
                <a:cubicBezTo>
                  <a:pt x="715018" y="238571"/>
                  <a:pt x="713237" y="246472"/>
                  <a:pt x="712539" y="254838"/>
                </a:cubicBezTo>
                <a:lnTo>
                  <a:pt x="848634" y="254838"/>
                </a:lnTo>
                <a:cubicBezTo>
                  <a:pt x="848092" y="234621"/>
                  <a:pt x="842747" y="218587"/>
                  <a:pt x="832677" y="207201"/>
                </a:cubicBezTo>
                <a:cubicBezTo>
                  <a:pt x="822143" y="195349"/>
                  <a:pt x="805335" y="189308"/>
                  <a:pt x="782717" y="189308"/>
                </a:cubicBezTo>
                <a:close/>
                <a:moveTo>
                  <a:pt x="476601" y="124553"/>
                </a:moveTo>
                <a:lnTo>
                  <a:pt x="480087" y="124553"/>
                </a:lnTo>
                <a:lnTo>
                  <a:pt x="569319" y="124553"/>
                </a:lnTo>
                <a:lnTo>
                  <a:pt x="572882" y="124553"/>
                </a:lnTo>
                <a:lnTo>
                  <a:pt x="572882" y="128116"/>
                </a:lnTo>
                <a:lnTo>
                  <a:pt x="572804" y="466299"/>
                </a:lnTo>
                <a:lnTo>
                  <a:pt x="569319" y="466299"/>
                </a:lnTo>
                <a:lnTo>
                  <a:pt x="480087" y="466299"/>
                </a:lnTo>
                <a:lnTo>
                  <a:pt x="476601" y="466299"/>
                </a:lnTo>
                <a:lnTo>
                  <a:pt x="476601" y="127496"/>
                </a:lnTo>
                <a:close/>
                <a:moveTo>
                  <a:pt x="2026544" y="116342"/>
                </a:moveTo>
                <a:cubicBezTo>
                  <a:pt x="2065195" y="116342"/>
                  <a:pt x="2094320" y="126721"/>
                  <a:pt x="2113220" y="147093"/>
                </a:cubicBezTo>
                <a:cubicBezTo>
                  <a:pt x="2132042" y="167465"/>
                  <a:pt x="2141569" y="199687"/>
                  <a:pt x="2141569" y="242832"/>
                </a:cubicBezTo>
                <a:lnTo>
                  <a:pt x="2141569" y="466376"/>
                </a:lnTo>
                <a:lnTo>
                  <a:pt x="2045366" y="466376"/>
                </a:lnTo>
                <a:lnTo>
                  <a:pt x="2045366" y="254992"/>
                </a:lnTo>
                <a:cubicBezTo>
                  <a:pt x="2045366" y="232762"/>
                  <a:pt x="2041183" y="217503"/>
                  <a:pt x="2033050" y="209757"/>
                </a:cubicBezTo>
                <a:cubicBezTo>
                  <a:pt x="2024840" y="201933"/>
                  <a:pt x="2013686" y="197983"/>
                  <a:pt x="1999820" y="197983"/>
                </a:cubicBezTo>
                <a:cubicBezTo>
                  <a:pt x="1988899" y="197983"/>
                  <a:pt x="1979371" y="199610"/>
                  <a:pt x="1971548" y="202786"/>
                </a:cubicBezTo>
                <a:cubicBezTo>
                  <a:pt x="1963647" y="205961"/>
                  <a:pt x="1956211" y="210764"/>
                  <a:pt x="1949472" y="216651"/>
                </a:cubicBezTo>
                <a:cubicBezTo>
                  <a:pt x="1943818" y="222305"/>
                  <a:pt x="1938938" y="229121"/>
                  <a:pt x="1935143" y="237022"/>
                </a:cubicBezTo>
                <a:cubicBezTo>
                  <a:pt x="1931347" y="244768"/>
                  <a:pt x="1929411" y="253366"/>
                  <a:pt x="1929411" y="262583"/>
                </a:cubicBezTo>
                <a:lnTo>
                  <a:pt x="1929411" y="466299"/>
                </a:lnTo>
                <a:lnTo>
                  <a:pt x="1833130" y="466299"/>
                </a:lnTo>
                <a:lnTo>
                  <a:pt x="1833130" y="124630"/>
                </a:lnTo>
                <a:lnTo>
                  <a:pt x="1926855" y="124630"/>
                </a:lnTo>
                <a:lnTo>
                  <a:pt x="1926855" y="165063"/>
                </a:lnTo>
                <a:cubicBezTo>
                  <a:pt x="1938938" y="149494"/>
                  <a:pt x="1952958" y="137798"/>
                  <a:pt x="1968605" y="130052"/>
                </a:cubicBezTo>
                <a:cubicBezTo>
                  <a:pt x="1987040" y="120989"/>
                  <a:pt x="2006559" y="116342"/>
                  <a:pt x="2026544" y="116342"/>
                </a:cubicBezTo>
                <a:close/>
                <a:moveTo>
                  <a:pt x="1272176" y="115490"/>
                </a:moveTo>
                <a:cubicBezTo>
                  <a:pt x="1298667" y="115490"/>
                  <a:pt x="1321285" y="118279"/>
                  <a:pt x="1339410" y="123623"/>
                </a:cubicBezTo>
                <a:cubicBezTo>
                  <a:pt x="1357613" y="129045"/>
                  <a:pt x="1372717" y="136404"/>
                  <a:pt x="1384258" y="145544"/>
                </a:cubicBezTo>
                <a:cubicBezTo>
                  <a:pt x="1389061" y="149339"/>
                  <a:pt x="1393321" y="153445"/>
                  <a:pt x="1397194" y="157860"/>
                </a:cubicBezTo>
                <a:cubicBezTo>
                  <a:pt x="1402693" y="164211"/>
                  <a:pt x="1407263" y="171183"/>
                  <a:pt x="1410749" y="178696"/>
                </a:cubicBezTo>
                <a:cubicBezTo>
                  <a:pt x="1412376" y="182259"/>
                  <a:pt x="1413925" y="185977"/>
                  <a:pt x="1415319" y="189695"/>
                </a:cubicBezTo>
                <a:cubicBezTo>
                  <a:pt x="1415629" y="190547"/>
                  <a:pt x="1415861" y="191322"/>
                  <a:pt x="1416171" y="192174"/>
                </a:cubicBezTo>
                <a:cubicBezTo>
                  <a:pt x="1419347" y="201934"/>
                  <a:pt x="1421516" y="212235"/>
                  <a:pt x="1422755" y="222847"/>
                </a:cubicBezTo>
                <a:cubicBezTo>
                  <a:pt x="1422910" y="224087"/>
                  <a:pt x="1422910" y="225403"/>
                  <a:pt x="1423065" y="226643"/>
                </a:cubicBezTo>
                <a:lnTo>
                  <a:pt x="1335382" y="226643"/>
                </a:lnTo>
                <a:cubicBezTo>
                  <a:pt x="1334762" y="223699"/>
                  <a:pt x="1333988" y="220988"/>
                  <a:pt x="1333058" y="218432"/>
                </a:cubicBezTo>
                <a:cubicBezTo>
                  <a:pt x="1329263" y="208905"/>
                  <a:pt x="1324615" y="203793"/>
                  <a:pt x="1318109" y="198835"/>
                </a:cubicBezTo>
                <a:cubicBezTo>
                  <a:pt x="1309201" y="192096"/>
                  <a:pt x="1294406" y="188688"/>
                  <a:pt x="1274035" y="188688"/>
                </a:cubicBezTo>
                <a:cubicBezTo>
                  <a:pt x="1262494" y="188688"/>
                  <a:pt x="1252734" y="189618"/>
                  <a:pt x="1245220" y="191477"/>
                </a:cubicBezTo>
                <a:cubicBezTo>
                  <a:pt x="1237784" y="193258"/>
                  <a:pt x="1231975" y="195582"/>
                  <a:pt x="1227870" y="198293"/>
                </a:cubicBezTo>
                <a:cubicBezTo>
                  <a:pt x="1223919" y="200927"/>
                  <a:pt x="1221131" y="203870"/>
                  <a:pt x="1219504" y="207123"/>
                </a:cubicBezTo>
                <a:cubicBezTo>
                  <a:pt x="1217878" y="210454"/>
                  <a:pt x="1217025" y="213630"/>
                  <a:pt x="1217025" y="216418"/>
                </a:cubicBezTo>
                <a:cubicBezTo>
                  <a:pt x="1217025" y="225946"/>
                  <a:pt x="1219814" y="232685"/>
                  <a:pt x="1225469" y="236867"/>
                </a:cubicBezTo>
                <a:cubicBezTo>
                  <a:pt x="1231588" y="241437"/>
                  <a:pt x="1244058" y="245388"/>
                  <a:pt x="1262494" y="248641"/>
                </a:cubicBezTo>
                <a:lnTo>
                  <a:pt x="1304553" y="255612"/>
                </a:lnTo>
                <a:cubicBezTo>
                  <a:pt x="1328023" y="259485"/>
                  <a:pt x="1350022" y="264442"/>
                  <a:pt x="1365513" y="270484"/>
                </a:cubicBezTo>
                <a:cubicBezTo>
                  <a:pt x="1381160" y="276526"/>
                  <a:pt x="1393863" y="284194"/>
                  <a:pt x="1403313" y="293179"/>
                </a:cubicBezTo>
                <a:cubicBezTo>
                  <a:pt x="1412840" y="302320"/>
                  <a:pt x="1419579" y="313241"/>
                  <a:pt x="1423375" y="325635"/>
                </a:cubicBezTo>
                <a:lnTo>
                  <a:pt x="1423375" y="325712"/>
                </a:lnTo>
                <a:cubicBezTo>
                  <a:pt x="1427093" y="337950"/>
                  <a:pt x="1428952" y="352203"/>
                  <a:pt x="1428952" y="368159"/>
                </a:cubicBezTo>
                <a:cubicBezTo>
                  <a:pt x="1428952" y="400537"/>
                  <a:pt x="1416481" y="426873"/>
                  <a:pt x="1391927" y="446392"/>
                </a:cubicBezTo>
                <a:cubicBezTo>
                  <a:pt x="1367605" y="465757"/>
                  <a:pt x="1329805" y="475516"/>
                  <a:pt x="1279534" y="475516"/>
                </a:cubicBezTo>
                <a:cubicBezTo>
                  <a:pt x="1259473" y="475516"/>
                  <a:pt x="1240031" y="473657"/>
                  <a:pt x="1221828" y="470017"/>
                </a:cubicBezTo>
                <a:cubicBezTo>
                  <a:pt x="1203470" y="466299"/>
                  <a:pt x="1186739" y="459870"/>
                  <a:pt x="1172255" y="450730"/>
                </a:cubicBezTo>
                <a:cubicBezTo>
                  <a:pt x="1157615" y="441590"/>
                  <a:pt x="1145454" y="429196"/>
                  <a:pt x="1136081" y="413937"/>
                </a:cubicBezTo>
                <a:cubicBezTo>
                  <a:pt x="1127251" y="399607"/>
                  <a:pt x="1121984" y="381559"/>
                  <a:pt x="1120280" y="360336"/>
                </a:cubicBezTo>
                <a:lnTo>
                  <a:pt x="1213230" y="360336"/>
                </a:lnTo>
                <a:cubicBezTo>
                  <a:pt x="1216561" y="375828"/>
                  <a:pt x="1223455" y="386207"/>
                  <a:pt x="1233911" y="391087"/>
                </a:cubicBezTo>
                <a:cubicBezTo>
                  <a:pt x="1246072" y="396819"/>
                  <a:pt x="1261022" y="399685"/>
                  <a:pt x="1278295" y="399685"/>
                </a:cubicBezTo>
                <a:cubicBezTo>
                  <a:pt x="1298744" y="399685"/>
                  <a:pt x="1313539" y="397129"/>
                  <a:pt x="1322059" y="392171"/>
                </a:cubicBezTo>
                <a:cubicBezTo>
                  <a:pt x="1330115" y="387524"/>
                  <a:pt x="1333988" y="380088"/>
                  <a:pt x="1333988" y="369398"/>
                </a:cubicBezTo>
                <a:cubicBezTo>
                  <a:pt x="1333988" y="361808"/>
                  <a:pt x="1331509" y="355224"/>
                  <a:pt x="1326319" y="349492"/>
                </a:cubicBezTo>
                <a:cubicBezTo>
                  <a:pt x="1321207" y="343760"/>
                  <a:pt x="1310828" y="339654"/>
                  <a:pt x="1295568" y="337253"/>
                </a:cubicBezTo>
                <a:lnTo>
                  <a:pt x="1247467" y="329585"/>
                </a:lnTo>
                <a:cubicBezTo>
                  <a:pt x="1206723" y="323156"/>
                  <a:pt x="1175818" y="311847"/>
                  <a:pt x="1155678" y="296045"/>
                </a:cubicBezTo>
                <a:cubicBezTo>
                  <a:pt x="1135152" y="279934"/>
                  <a:pt x="1124695" y="255302"/>
                  <a:pt x="1124695" y="222847"/>
                </a:cubicBezTo>
                <a:cubicBezTo>
                  <a:pt x="1124695" y="206194"/>
                  <a:pt x="1128336" y="191089"/>
                  <a:pt x="1135617" y="177844"/>
                </a:cubicBezTo>
                <a:cubicBezTo>
                  <a:pt x="1142820" y="164676"/>
                  <a:pt x="1153122" y="153367"/>
                  <a:pt x="1166290" y="144150"/>
                </a:cubicBezTo>
                <a:cubicBezTo>
                  <a:pt x="1179303" y="135010"/>
                  <a:pt x="1194950" y="127883"/>
                  <a:pt x="1212920" y="122926"/>
                </a:cubicBezTo>
                <a:cubicBezTo>
                  <a:pt x="1230813" y="117969"/>
                  <a:pt x="1250720" y="115490"/>
                  <a:pt x="1272176" y="115490"/>
                </a:cubicBezTo>
                <a:close/>
                <a:moveTo>
                  <a:pt x="1629957" y="115335"/>
                </a:moveTo>
                <a:cubicBezTo>
                  <a:pt x="1681776" y="115335"/>
                  <a:pt x="1721358" y="130517"/>
                  <a:pt x="1747616" y="160493"/>
                </a:cubicBezTo>
                <a:cubicBezTo>
                  <a:pt x="1773797" y="190315"/>
                  <a:pt x="1787043" y="230980"/>
                  <a:pt x="1787043" y="281328"/>
                </a:cubicBezTo>
                <a:lnTo>
                  <a:pt x="1787043" y="320522"/>
                </a:lnTo>
                <a:lnTo>
                  <a:pt x="1556526" y="320522"/>
                </a:lnTo>
                <a:cubicBezTo>
                  <a:pt x="1557843" y="344612"/>
                  <a:pt x="1564350" y="363744"/>
                  <a:pt x="1575968" y="377454"/>
                </a:cubicBezTo>
                <a:cubicBezTo>
                  <a:pt x="1587974" y="391629"/>
                  <a:pt x="1606332" y="398833"/>
                  <a:pt x="1630654" y="398833"/>
                </a:cubicBezTo>
                <a:cubicBezTo>
                  <a:pt x="1662954" y="398833"/>
                  <a:pt x="1682009" y="386207"/>
                  <a:pt x="1688825" y="360181"/>
                </a:cubicBezTo>
                <a:lnTo>
                  <a:pt x="1688903" y="360181"/>
                </a:lnTo>
                <a:lnTo>
                  <a:pt x="1782937" y="360181"/>
                </a:lnTo>
                <a:cubicBezTo>
                  <a:pt x="1776663" y="397361"/>
                  <a:pt x="1761249" y="426098"/>
                  <a:pt x="1737082" y="445540"/>
                </a:cubicBezTo>
                <a:cubicBezTo>
                  <a:pt x="1712527" y="465292"/>
                  <a:pt x="1676509" y="475284"/>
                  <a:pt x="1630034" y="475284"/>
                </a:cubicBezTo>
                <a:cubicBezTo>
                  <a:pt x="1574032" y="475284"/>
                  <a:pt x="1531197" y="459482"/>
                  <a:pt x="1502848" y="428267"/>
                </a:cubicBezTo>
                <a:cubicBezTo>
                  <a:pt x="1474498" y="397129"/>
                  <a:pt x="1460168" y="352590"/>
                  <a:pt x="1460168" y="295890"/>
                </a:cubicBezTo>
                <a:cubicBezTo>
                  <a:pt x="1460168" y="267618"/>
                  <a:pt x="1464273" y="241979"/>
                  <a:pt x="1472484" y="219826"/>
                </a:cubicBezTo>
                <a:cubicBezTo>
                  <a:pt x="1480695" y="197673"/>
                  <a:pt x="1492391" y="178464"/>
                  <a:pt x="1507340" y="162894"/>
                </a:cubicBezTo>
                <a:cubicBezTo>
                  <a:pt x="1522290" y="147325"/>
                  <a:pt x="1540415" y="135397"/>
                  <a:pt x="1561174" y="127341"/>
                </a:cubicBezTo>
                <a:cubicBezTo>
                  <a:pt x="1581855" y="119363"/>
                  <a:pt x="1605015" y="115335"/>
                  <a:pt x="1629957" y="115335"/>
                </a:cubicBezTo>
                <a:close/>
                <a:moveTo>
                  <a:pt x="784576" y="115335"/>
                </a:moveTo>
                <a:cubicBezTo>
                  <a:pt x="836395" y="115335"/>
                  <a:pt x="875977" y="130517"/>
                  <a:pt x="902235" y="160493"/>
                </a:cubicBezTo>
                <a:cubicBezTo>
                  <a:pt x="928416" y="190315"/>
                  <a:pt x="941661" y="230980"/>
                  <a:pt x="941661" y="281328"/>
                </a:cubicBezTo>
                <a:lnTo>
                  <a:pt x="941661" y="320522"/>
                </a:lnTo>
                <a:lnTo>
                  <a:pt x="711145" y="320522"/>
                </a:lnTo>
                <a:cubicBezTo>
                  <a:pt x="712462" y="344612"/>
                  <a:pt x="718969" y="363744"/>
                  <a:pt x="730587" y="377454"/>
                </a:cubicBezTo>
                <a:cubicBezTo>
                  <a:pt x="742593" y="391629"/>
                  <a:pt x="760951" y="398833"/>
                  <a:pt x="785273" y="398833"/>
                </a:cubicBezTo>
                <a:cubicBezTo>
                  <a:pt x="817573" y="398833"/>
                  <a:pt x="836628" y="386207"/>
                  <a:pt x="843444" y="360181"/>
                </a:cubicBezTo>
                <a:lnTo>
                  <a:pt x="843522" y="360181"/>
                </a:lnTo>
                <a:lnTo>
                  <a:pt x="937556" y="360181"/>
                </a:lnTo>
                <a:cubicBezTo>
                  <a:pt x="931282" y="397361"/>
                  <a:pt x="915868" y="426098"/>
                  <a:pt x="891701" y="445540"/>
                </a:cubicBezTo>
                <a:cubicBezTo>
                  <a:pt x="867146" y="465292"/>
                  <a:pt x="831128" y="475284"/>
                  <a:pt x="784653" y="475284"/>
                </a:cubicBezTo>
                <a:cubicBezTo>
                  <a:pt x="728651" y="475284"/>
                  <a:pt x="685816" y="459482"/>
                  <a:pt x="657467" y="428267"/>
                </a:cubicBezTo>
                <a:cubicBezTo>
                  <a:pt x="629117" y="397129"/>
                  <a:pt x="614787" y="352590"/>
                  <a:pt x="614787" y="295890"/>
                </a:cubicBezTo>
                <a:cubicBezTo>
                  <a:pt x="614787" y="267618"/>
                  <a:pt x="618892" y="241979"/>
                  <a:pt x="627103" y="219826"/>
                </a:cubicBezTo>
                <a:cubicBezTo>
                  <a:pt x="635313" y="197673"/>
                  <a:pt x="647010" y="178464"/>
                  <a:pt x="661959" y="162894"/>
                </a:cubicBezTo>
                <a:cubicBezTo>
                  <a:pt x="676909" y="147325"/>
                  <a:pt x="695034" y="135397"/>
                  <a:pt x="715793" y="127341"/>
                </a:cubicBezTo>
                <a:cubicBezTo>
                  <a:pt x="736474" y="119363"/>
                  <a:pt x="759634" y="115335"/>
                  <a:pt x="784576" y="115335"/>
                </a:cubicBezTo>
                <a:close/>
                <a:moveTo>
                  <a:pt x="2576886" y="97288"/>
                </a:moveTo>
                <a:cubicBezTo>
                  <a:pt x="2499118" y="97288"/>
                  <a:pt x="2435834" y="160571"/>
                  <a:pt x="2435834" y="238339"/>
                </a:cubicBezTo>
                <a:cubicBezTo>
                  <a:pt x="2435834" y="316108"/>
                  <a:pt x="2499118" y="379391"/>
                  <a:pt x="2576886" y="379391"/>
                </a:cubicBezTo>
                <a:cubicBezTo>
                  <a:pt x="2654654" y="379391"/>
                  <a:pt x="2717938" y="316108"/>
                  <a:pt x="2717938" y="238339"/>
                </a:cubicBezTo>
                <a:cubicBezTo>
                  <a:pt x="2717938" y="160571"/>
                  <a:pt x="2654654" y="97288"/>
                  <a:pt x="2576886" y="97288"/>
                </a:cubicBezTo>
                <a:close/>
                <a:moveTo>
                  <a:pt x="2196642" y="10456"/>
                </a:moveTo>
                <a:lnTo>
                  <a:pt x="2290522" y="10456"/>
                </a:lnTo>
                <a:lnTo>
                  <a:pt x="2290522" y="466298"/>
                </a:lnTo>
                <a:lnTo>
                  <a:pt x="2196642" y="466298"/>
                </a:lnTo>
                <a:close/>
                <a:moveTo>
                  <a:pt x="986665" y="10456"/>
                </a:moveTo>
                <a:lnTo>
                  <a:pt x="1080545" y="10456"/>
                </a:lnTo>
                <a:lnTo>
                  <a:pt x="1080545" y="475593"/>
                </a:lnTo>
                <a:lnTo>
                  <a:pt x="1065905" y="475593"/>
                </a:lnTo>
                <a:cubicBezTo>
                  <a:pt x="1022063" y="475129"/>
                  <a:pt x="986665" y="438878"/>
                  <a:pt x="986665" y="394107"/>
                </a:cubicBezTo>
                <a:close/>
                <a:moveTo>
                  <a:pt x="476601" y="10456"/>
                </a:moveTo>
                <a:lnTo>
                  <a:pt x="480087" y="10456"/>
                </a:lnTo>
                <a:lnTo>
                  <a:pt x="569319" y="10456"/>
                </a:lnTo>
                <a:lnTo>
                  <a:pt x="572882" y="10456"/>
                </a:lnTo>
                <a:lnTo>
                  <a:pt x="572882" y="81330"/>
                </a:lnTo>
                <a:lnTo>
                  <a:pt x="572882" y="84893"/>
                </a:lnTo>
                <a:lnTo>
                  <a:pt x="569319" y="84893"/>
                </a:lnTo>
                <a:lnTo>
                  <a:pt x="480087" y="84893"/>
                </a:lnTo>
                <a:lnTo>
                  <a:pt x="476601" y="84893"/>
                </a:lnTo>
                <a:lnTo>
                  <a:pt x="476601" y="81330"/>
                </a:lnTo>
                <a:close/>
                <a:moveTo>
                  <a:pt x="58559" y="6331"/>
                </a:moveTo>
                <a:cubicBezTo>
                  <a:pt x="67660" y="8597"/>
                  <a:pt x="76103" y="13593"/>
                  <a:pt x="82648" y="20990"/>
                </a:cubicBezTo>
                <a:lnTo>
                  <a:pt x="326565" y="298911"/>
                </a:lnTo>
                <a:lnTo>
                  <a:pt x="326565" y="10456"/>
                </a:lnTo>
                <a:lnTo>
                  <a:pt x="421064" y="10456"/>
                </a:lnTo>
                <a:lnTo>
                  <a:pt x="421064" y="424781"/>
                </a:lnTo>
                <a:cubicBezTo>
                  <a:pt x="421064" y="444610"/>
                  <a:pt x="408903" y="462348"/>
                  <a:pt x="390545" y="469397"/>
                </a:cubicBezTo>
                <a:cubicBezTo>
                  <a:pt x="385123" y="471488"/>
                  <a:pt x="379391" y="472495"/>
                  <a:pt x="373814" y="472495"/>
                </a:cubicBezTo>
                <a:cubicBezTo>
                  <a:pt x="360491" y="472495"/>
                  <a:pt x="347556" y="466918"/>
                  <a:pt x="338416" y="456461"/>
                </a:cubicBezTo>
                <a:lnTo>
                  <a:pt x="94499" y="178541"/>
                </a:lnTo>
                <a:lnTo>
                  <a:pt x="94499" y="466298"/>
                </a:lnTo>
                <a:lnTo>
                  <a:pt x="0" y="466298"/>
                </a:lnTo>
                <a:lnTo>
                  <a:pt x="0" y="52748"/>
                </a:lnTo>
                <a:cubicBezTo>
                  <a:pt x="0" y="32841"/>
                  <a:pt x="12161" y="15103"/>
                  <a:pt x="30519" y="8055"/>
                </a:cubicBezTo>
                <a:cubicBezTo>
                  <a:pt x="39698" y="4530"/>
                  <a:pt x="49457" y="4066"/>
                  <a:pt x="58559" y="6331"/>
                </a:cubicBezTo>
                <a:close/>
                <a:moveTo>
                  <a:pt x="2576886" y="0"/>
                </a:moveTo>
                <a:cubicBezTo>
                  <a:pt x="2708333" y="0"/>
                  <a:pt x="2815303" y="106970"/>
                  <a:pt x="2815303" y="238417"/>
                </a:cubicBezTo>
                <a:cubicBezTo>
                  <a:pt x="2815303" y="287061"/>
                  <a:pt x="2800586" y="332296"/>
                  <a:pt x="2775489" y="370096"/>
                </a:cubicBezTo>
                <a:lnTo>
                  <a:pt x="2775412" y="370096"/>
                </a:lnTo>
                <a:lnTo>
                  <a:pt x="2855736" y="450420"/>
                </a:lnTo>
                <a:lnTo>
                  <a:pt x="2789354" y="516802"/>
                </a:lnTo>
                <a:lnTo>
                  <a:pt x="2709108" y="436555"/>
                </a:lnTo>
                <a:cubicBezTo>
                  <a:pt x="2671230" y="461962"/>
                  <a:pt x="2625762" y="476756"/>
                  <a:pt x="2576886" y="476756"/>
                </a:cubicBezTo>
                <a:cubicBezTo>
                  <a:pt x="2445439" y="476756"/>
                  <a:pt x="2338469" y="369864"/>
                  <a:pt x="2338469" y="238417"/>
                </a:cubicBezTo>
                <a:cubicBezTo>
                  <a:pt x="2338469" y="106970"/>
                  <a:pt x="2445439" y="0"/>
                  <a:pt x="2576886" y="0"/>
                </a:cubicBezTo>
                <a:close/>
              </a:path>
            </a:pathLst>
          </a:custGeom>
          <a:solidFill>
            <a:srgbClr val="EF5F17"/>
          </a:solidFill>
          <a:ln w="774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pic>
        <p:nvPicPr>
          <p:cNvPr id="18" name="powered by GfK intelligence" hidden="1">
            <a:extLst>
              <a:ext uri="{FF2B5EF4-FFF2-40B4-BE49-F238E27FC236}">
                <a16:creationId xmlns:a16="http://schemas.microsoft.com/office/drawing/2014/main" id="{78DEB039-9939-9391-3801-E7B7ACD9C1A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799817" y="5731161"/>
            <a:ext cx="2750234" cy="42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20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llu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llustration Background">
            <a:extLst>
              <a:ext uri="{FF2B5EF4-FFF2-40B4-BE49-F238E27FC236}">
                <a16:creationId xmlns:a16="http://schemas.microsoft.com/office/drawing/2014/main" id="{DB788935-E7B2-2CAC-0048-B92417139B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67" y="0"/>
            <a:ext cx="12187065" cy="6858000"/>
          </a:xfrm>
          <a:prstGeom prst="rect">
            <a:avLst/>
          </a:prstGeom>
        </p:spPr>
      </p:pic>
      <p:sp>
        <p:nvSpPr>
          <p:cNvPr id="5" name="Confidential disclaimer">
            <a:extLst>
              <a:ext uri="{FF2B5EF4-FFF2-40B4-BE49-F238E27FC236}">
                <a16:creationId xmlns:a16="http://schemas.microsoft.com/office/drawing/2014/main" id="{CD47C08F-F59E-5783-DCC8-C91095C566C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798636" y="6573016"/>
            <a:ext cx="1101264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Confidential and proprietary</a:t>
            </a:r>
          </a:p>
        </p:txBody>
      </p:sp>
      <p:sp>
        <p:nvSpPr>
          <p:cNvPr id="7" name="Copyright Line">
            <a:extLst>
              <a:ext uri="{FF2B5EF4-FFF2-40B4-BE49-F238E27FC236}">
                <a16:creationId xmlns:a16="http://schemas.microsoft.com/office/drawing/2014/main" id="{94679E81-620B-431C-44E4-1FAE9486A5E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88558" y="6536553"/>
            <a:ext cx="2458455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>
                <a:solidFill>
                  <a:srgbClr val="BBBBBB"/>
                </a:solidFill>
                <a:latin typeface="+mn-lt"/>
                <a:ea typeface="+mn-ea"/>
                <a:cs typeface="+mn-cs"/>
              </a:rPr>
              <a:t>© </a:t>
            </a:r>
            <a:fld id="{8BFAE56B-6D08-4B3F-AB76-3783A8251C9C}" type="datetimeyyyy">
              <a:rPr lang="en-US" sz="700" kern="1200" smtClean="0">
                <a:solidFill>
                  <a:srgbClr val="BBBBBB"/>
                </a:solidFill>
                <a:latin typeface="+mn-lt"/>
                <a:ea typeface="+mn-ea"/>
                <a:cs typeface="+mn-cs"/>
              </a:rPr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</a:t>
            </a:fld>
            <a:r>
              <a:rPr lang="en-US" sz="700" kern="1200">
                <a:solidFill>
                  <a:srgbClr val="BBBBBB"/>
                </a:solidFill>
                <a:latin typeface="+mn-lt"/>
                <a:ea typeface="+mn-ea"/>
                <a:cs typeface="+mn-cs"/>
              </a:rPr>
              <a:t> Nielsen Consumer LLC. All Rights Reserved.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4D4D5DC7-A70B-2666-E654-41F700D18D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3"/>
          </p:nvPr>
        </p:nvSpPr>
        <p:spPr>
          <a:xfrm>
            <a:off x="3251200" y="6485399"/>
            <a:ext cx="3716336" cy="282957"/>
          </a:xfrm>
          <a:noFill/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27" name="Date Placeholder">
            <a:extLst>
              <a:ext uri="{FF2B5EF4-FFF2-40B4-BE49-F238E27FC236}">
                <a16:creationId xmlns:a16="http://schemas.microsoft.com/office/drawing/2014/main" id="{959D1E47-A59F-7F2A-1103-CE2E01F9C3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>
          <a:xfrm>
            <a:off x="292100" y="5036705"/>
            <a:ext cx="1744664" cy="282957"/>
          </a:xfrm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Title/Dept Placeholder">
            <a:extLst>
              <a:ext uri="{FF2B5EF4-FFF2-40B4-BE49-F238E27FC236}">
                <a16:creationId xmlns:a16="http://schemas.microsoft.com/office/drawing/2014/main" id="{DADB3285-032F-C5EA-E4E6-C62E075FF1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 hasCustomPrompt="1"/>
          </p:nvPr>
        </p:nvSpPr>
        <p:spPr>
          <a:xfrm>
            <a:off x="288558" y="4560602"/>
            <a:ext cx="8642082" cy="344385"/>
          </a:xfrm>
        </p:spPr>
        <p:txBody>
          <a:bodyPr t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FFFFFF"/>
                </a:solidFill>
              </a:defRPr>
            </a:lvl1pPr>
            <a:lvl2pPr marL="457200" indent="0">
              <a:buNone/>
              <a:defRPr sz="1200" b="1">
                <a:solidFill>
                  <a:schemeClr val="bg1"/>
                </a:solidFill>
              </a:defRPr>
            </a:lvl2pPr>
            <a:lvl3pPr marL="914400" indent="0">
              <a:buNone/>
              <a:defRPr sz="1200" b="1">
                <a:solidFill>
                  <a:schemeClr val="bg1"/>
                </a:solidFill>
              </a:defRPr>
            </a:lvl3pPr>
            <a:lvl4pPr marL="1371600" indent="0">
              <a:buNone/>
              <a:defRPr sz="1200" b="1">
                <a:solidFill>
                  <a:schemeClr val="bg1"/>
                </a:solidFill>
              </a:defRPr>
            </a:lvl4pPr>
            <a:lvl5pPr marL="1828800" indent="0">
              <a:buNone/>
              <a:defRPr sz="1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Title/Department</a:t>
            </a:r>
          </a:p>
        </p:txBody>
      </p:sp>
      <p:sp>
        <p:nvSpPr>
          <p:cNvPr id="2" name="Presenter Name Placeholder">
            <a:extLst>
              <a:ext uri="{FF2B5EF4-FFF2-40B4-BE49-F238E27FC236}">
                <a16:creationId xmlns:a16="http://schemas.microsoft.com/office/drawing/2014/main" id="{3417592A-6067-984F-549E-3833CDB76A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288558" y="4192468"/>
            <a:ext cx="8642082" cy="344384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FFFFF"/>
                </a:solidFill>
              </a:defRPr>
            </a:lvl1pPr>
            <a:lvl2pPr marL="457200" indent="0">
              <a:buNone/>
              <a:defRPr sz="1200" b="1">
                <a:solidFill>
                  <a:schemeClr val="bg1"/>
                </a:solidFill>
              </a:defRPr>
            </a:lvl2pPr>
            <a:lvl3pPr marL="914400" indent="0">
              <a:buNone/>
              <a:defRPr sz="1200" b="1">
                <a:solidFill>
                  <a:schemeClr val="bg1"/>
                </a:solidFill>
              </a:defRPr>
            </a:lvl3pPr>
            <a:lvl4pPr marL="1371600" indent="0">
              <a:buNone/>
              <a:defRPr sz="1200" b="1">
                <a:solidFill>
                  <a:schemeClr val="bg1"/>
                </a:solidFill>
              </a:defRPr>
            </a:lvl4pPr>
            <a:lvl5pPr marL="1828800" indent="0">
              <a:buNone/>
              <a:defRPr sz="1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name Last name</a:t>
            </a:r>
          </a:p>
        </p:txBody>
      </p:sp>
      <p:sp>
        <p:nvSpPr>
          <p:cNvPr id="17" name="Subtitle Placeholder">
            <a:extLst>
              <a:ext uri="{FF2B5EF4-FFF2-40B4-BE49-F238E27FC236}">
                <a16:creationId xmlns:a16="http://schemas.microsoft.com/office/drawing/2014/main" id="{A4501D72-EE3C-0DA6-BA4B-C1D78BA85A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>
            <a:off x="288558" y="3114710"/>
            <a:ext cx="8642082" cy="83788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Title Placeholder">
            <a:extLst>
              <a:ext uri="{FF2B5EF4-FFF2-40B4-BE49-F238E27FC236}">
                <a16:creationId xmlns:a16="http://schemas.microsoft.com/office/drawing/2014/main" id="{7987C027-455E-4C45-138D-8334F13BBE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288558" y="635035"/>
            <a:ext cx="8642082" cy="23876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5400">
                <a:solidFill>
                  <a:srgbClr val="FFFFFF"/>
                </a:solidFill>
              </a:defRPr>
            </a:lvl1pPr>
          </a:lstStyle>
          <a:p>
            <a:r>
              <a:rPr lang="en-US"/>
              <a:t>Insert your presentation title here maximum of three lines</a:t>
            </a:r>
          </a:p>
        </p:txBody>
      </p:sp>
      <p:sp>
        <p:nvSpPr>
          <p:cNvPr id="8" name="Nielsen wordmark">
            <a:extLst>
              <a:ext uri="{FF2B5EF4-FFF2-40B4-BE49-F238E27FC236}">
                <a16:creationId xmlns:a16="http://schemas.microsoft.com/office/drawing/2014/main" id="{4BFD1796-2F8B-4ED9-936A-10DB34E78C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95274" y="5686380"/>
            <a:ext cx="2855736" cy="516802"/>
          </a:xfrm>
          <a:custGeom>
            <a:avLst/>
            <a:gdLst>
              <a:gd name="connsiteX0" fmla="*/ 1628098 w 2855736"/>
              <a:gd name="connsiteY0" fmla="*/ 189308 h 516802"/>
              <a:gd name="connsiteX1" fmla="*/ 1598276 w 2855736"/>
              <a:gd name="connsiteY1" fmla="*/ 194730 h 516802"/>
              <a:gd name="connsiteX2" fmla="*/ 1576820 w 2855736"/>
              <a:gd name="connsiteY2" fmla="*/ 209524 h 516802"/>
              <a:gd name="connsiteX3" fmla="*/ 1563188 w 2855736"/>
              <a:gd name="connsiteY3" fmla="*/ 231368 h 516802"/>
              <a:gd name="connsiteX4" fmla="*/ 1563188 w 2855736"/>
              <a:gd name="connsiteY4" fmla="*/ 231290 h 516802"/>
              <a:gd name="connsiteX5" fmla="*/ 1557921 w 2855736"/>
              <a:gd name="connsiteY5" fmla="*/ 254838 h 516802"/>
              <a:gd name="connsiteX6" fmla="*/ 1694015 w 2855736"/>
              <a:gd name="connsiteY6" fmla="*/ 254838 h 516802"/>
              <a:gd name="connsiteX7" fmla="*/ 1678059 w 2855736"/>
              <a:gd name="connsiteY7" fmla="*/ 207201 h 516802"/>
              <a:gd name="connsiteX8" fmla="*/ 1628098 w 2855736"/>
              <a:gd name="connsiteY8" fmla="*/ 189308 h 516802"/>
              <a:gd name="connsiteX9" fmla="*/ 782717 w 2855736"/>
              <a:gd name="connsiteY9" fmla="*/ 189308 h 516802"/>
              <a:gd name="connsiteX10" fmla="*/ 752895 w 2855736"/>
              <a:gd name="connsiteY10" fmla="*/ 194730 h 516802"/>
              <a:gd name="connsiteX11" fmla="*/ 731439 w 2855736"/>
              <a:gd name="connsiteY11" fmla="*/ 209524 h 516802"/>
              <a:gd name="connsiteX12" fmla="*/ 717807 w 2855736"/>
              <a:gd name="connsiteY12" fmla="*/ 231368 h 516802"/>
              <a:gd name="connsiteX13" fmla="*/ 717807 w 2855736"/>
              <a:gd name="connsiteY13" fmla="*/ 231290 h 516802"/>
              <a:gd name="connsiteX14" fmla="*/ 712539 w 2855736"/>
              <a:gd name="connsiteY14" fmla="*/ 254838 h 516802"/>
              <a:gd name="connsiteX15" fmla="*/ 848634 w 2855736"/>
              <a:gd name="connsiteY15" fmla="*/ 254838 h 516802"/>
              <a:gd name="connsiteX16" fmla="*/ 832677 w 2855736"/>
              <a:gd name="connsiteY16" fmla="*/ 207201 h 516802"/>
              <a:gd name="connsiteX17" fmla="*/ 782717 w 2855736"/>
              <a:gd name="connsiteY17" fmla="*/ 189308 h 516802"/>
              <a:gd name="connsiteX18" fmla="*/ 476601 w 2855736"/>
              <a:gd name="connsiteY18" fmla="*/ 124553 h 516802"/>
              <a:gd name="connsiteX19" fmla="*/ 480087 w 2855736"/>
              <a:gd name="connsiteY19" fmla="*/ 124553 h 516802"/>
              <a:gd name="connsiteX20" fmla="*/ 569319 w 2855736"/>
              <a:gd name="connsiteY20" fmla="*/ 124553 h 516802"/>
              <a:gd name="connsiteX21" fmla="*/ 572882 w 2855736"/>
              <a:gd name="connsiteY21" fmla="*/ 124553 h 516802"/>
              <a:gd name="connsiteX22" fmla="*/ 572882 w 2855736"/>
              <a:gd name="connsiteY22" fmla="*/ 128116 h 516802"/>
              <a:gd name="connsiteX23" fmla="*/ 572804 w 2855736"/>
              <a:gd name="connsiteY23" fmla="*/ 466299 h 516802"/>
              <a:gd name="connsiteX24" fmla="*/ 569319 w 2855736"/>
              <a:gd name="connsiteY24" fmla="*/ 466299 h 516802"/>
              <a:gd name="connsiteX25" fmla="*/ 480087 w 2855736"/>
              <a:gd name="connsiteY25" fmla="*/ 466299 h 516802"/>
              <a:gd name="connsiteX26" fmla="*/ 476601 w 2855736"/>
              <a:gd name="connsiteY26" fmla="*/ 466299 h 516802"/>
              <a:gd name="connsiteX27" fmla="*/ 476601 w 2855736"/>
              <a:gd name="connsiteY27" fmla="*/ 127496 h 516802"/>
              <a:gd name="connsiteX28" fmla="*/ 2026544 w 2855736"/>
              <a:gd name="connsiteY28" fmla="*/ 116342 h 516802"/>
              <a:gd name="connsiteX29" fmla="*/ 2113220 w 2855736"/>
              <a:gd name="connsiteY29" fmla="*/ 147093 h 516802"/>
              <a:gd name="connsiteX30" fmla="*/ 2141569 w 2855736"/>
              <a:gd name="connsiteY30" fmla="*/ 242832 h 516802"/>
              <a:gd name="connsiteX31" fmla="*/ 2141569 w 2855736"/>
              <a:gd name="connsiteY31" fmla="*/ 466376 h 516802"/>
              <a:gd name="connsiteX32" fmla="*/ 2045366 w 2855736"/>
              <a:gd name="connsiteY32" fmla="*/ 466376 h 516802"/>
              <a:gd name="connsiteX33" fmla="*/ 2045366 w 2855736"/>
              <a:gd name="connsiteY33" fmla="*/ 254992 h 516802"/>
              <a:gd name="connsiteX34" fmla="*/ 2033050 w 2855736"/>
              <a:gd name="connsiteY34" fmla="*/ 209757 h 516802"/>
              <a:gd name="connsiteX35" fmla="*/ 1999820 w 2855736"/>
              <a:gd name="connsiteY35" fmla="*/ 197983 h 516802"/>
              <a:gd name="connsiteX36" fmla="*/ 1971548 w 2855736"/>
              <a:gd name="connsiteY36" fmla="*/ 202786 h 516802"/>
              <a:gd name="connsiteX37" fmla="*/ 1949472 w 2855736"/>
              <a:gd name="connsiteY37" fmla="*/ 216651 h 516802"/>
              <a:gd name="connsiteX38" fmla="*/ 1935143 w 2855736"/>
              <a:gd name="connsiteY38" fmla="*/ 237022 h 516802"/>
              <a:gd name="connsiteX39" fmla="*/ 1929411 w 2855736"/>
              <a:gd name="connsiteY39" fmla="*/ 262583 h 516802"/>
              <a:gd name="connsiteX40" fmla="*/ 1929411 w 2855736"/>
              <a:gd name="connsiteY40" fmla="*/ 466299 h 516802"/>
              <a:gd name="connsiteX41" fmla="*/ 1833130 w 2855736"/>
              <a:gd name="connsiteY41" fmla="*/ 466299 h 516802"/>
              <a:gd name="connsiteX42" fmla="*/ 1833130 w 2855736"/>
              <a:gd name="connsiteY42" fmla="*/ 124630 h 516802"/>
              <a:gd name="connsiteX43" fmla="*/ 1926855 w 2855736"/>
              <a:gd name="connsiteY43" fmla="*/ 124630 h 516802"/>
              <a:gd name="connsiteX44" fmla="*/ 1926855 w 2855736"/>
              <a:gd name="connsiteY44" fmla="*/ 165063 h 516802"/>
              <a:gd name="connsiteX45" fmla="*/ 1968605 w 2855736"/>
              <a:gd name="connsiteY45" fmla="*/ 130052 h 516802"/>
              <a:gd name="connsiteX46" fmla="*/ 2026544 w 2855736"/>
              <a:gd name="connsiteY46" fmla="*/ 116342 h 516802"/>
              <a:gd name="connsiteX47" fmla="*/ 1272176 w 2855736"/>
              <a:gd name="connsiteY47" fmla="*/ 115490 h 516802"/>
              <a:gd name="connsiteX48" fmla="*/ 1339410 w 2855736"/>
              <a:gd name="connsiteY48" fmla="*/ 123623 h 516802"/>
              <a:gd name="connsiteX49" fmla="*/ 1384258 w 2855736"/>
              <a:gd name="connsiteY49" fmla="*/ 145544 h 516802"/>
              <a:gd name="connsiteX50" fmla="*/ 1397194 w 2855736"/>
              <a:gd name="connsiteY50" fmla="*/ 157860 h 516802"/>
              <a:gd name="connsiteX51" fmla="*/ 1410749 w 2855736"/>
              <a:gd name="connsiteY51" fmla="*/ 178696 h 516802"/>
              <a:gd name="connsiteX52" fmla="*/ 1415319 w 2855736"/>
              <a:gd name="connsiteY52" fmla="*/ 189695 h 516802"/>
              <a:gd name="connsiteX53" fmla="*/ 1416171 w 2855736"/>
              <a:gd name="connsiteY53" fmla="*/ 192174 h 516802"/>
              <a:gd name="connsiteX54" fmla="*/ 1422755 w 2855736"/>
              <a:gd name="connsiteY54" fmla="*/ 222847 h 516802"/>
              <a:gd name="connsiteX55" fmla="*/ 1423065 w 2855736"/>
              <a:gd name="connsiteY55" fmla="*/ 226643 h 516802"/>
              <a:gd name="connsiteX56" fmla="*/ 1335382 w 2855736"/>
              <a:gd name="connsiteY56" fmla="*/ 226643 h 516802"/>
              <a:gd name="connsiteX57" fmla="*/ 1333058 w 2855736"/>
              <a:gd name="connsiteY57" fmla="*/ 218432 h 516802"/>
              <a:gd name="connsiteX58" fmla="*/ 1318109 w 2855736"/>
              <a:gd name="connsiteY58" fmla="*/ 198835 h 516802"/>
              <a:gd name="connsiteX59" fmla="*/ 1274035 w 2855736"/>
              <a:gd name="connsiteY59" fmla="*/ 188688 h 516802"/>
              <a:gd name="connsiteX60" fmla="*/ 1245220 w 2855736"/>
              <a:gd name="connsiteY60" fmla="*/ 191477 h 516802"/>
              <a:gd name="connsiteX61" fmla="*/ 1227870 w 2855736"/>
              <a:gd name="connsiteY61" fmla="*/ 198293 h 516802"/>
              <a:gd name="connsiteX62" fmla="*/ 1219504 w 2855736"/>
              <a:gd name="connsiteY62" fmla="*/ 207123 h 516802"/>
              <a:gd name="connsiteX63" fmla="*/ 1217025 w 2855736"/>
              <a:gd name="connsiteY63" fmla="*/ 216418 h 516802"/>
              <a:gd name="connsiteX64" fmla="*/ 1225469 w 2855736"/>
              <a:gd name="connsiteY64" fmla="*/ 236867 h 516802"/>
              <a:gd name="connsiteX65" fmla="*/ 1262494 w 2855736"/>
              <a:gd name="connsiteY65" fmla="*/ 248641 h 516802"/>
              <a:gd name="connsiteX66" fmla="*/ 1304553 w 2855736"/>
              <a:gd name="connsiteY66" fmla="*/ 255612 h 516802"/>
              <a:gd name="connsiteX67" fmla="*/ 1365513 w 2855736"/>
              <a:gd name="connsiteY67" fmla="*/ 270484 h 516802"/>
              <a:gd name="connsiteX68" fmla="*/ 1403313 w 2855736"/>
              <a:gd name="connsiteY68" fmla="*/ 293179 h 516802"/>
              <a:gd name="connsiteX69" fmla="*/ 1423375 w 2855736"/>
              <a:gd name="connsiteY69" fmla="*/ 325635 h 516802"/>
              <a:gd name="connsiteX70" fmla="*/ 1423375 w 2855736"/>
              <a:gd name="connsiteY70" fmla="*/ 325712 h 516802"/>
              <a:gd name="connsiteX71" fmla="*/ 1428952 w 2855736"/>
              <a:gd name="connsiteY71" fmla="*/ 368159 h 516802"/>
              <a:gd name="connsiteX72" fmla="*/ 1391927 w 2855736"/>
              <a:gd name="connsiteY72" fmla="*/ 446392 h 516802"/>
              <a:gd name="connsiteX73" fmla="*/ 1279534 w 2855736"/>
              <a:gd name="connsiteY73" fmla="*/ 475516 h 516802"/>
              <a:gd name="connsiteX74" fmla="*/ 1221828 w 2855736"/>
              <a:gd name="connsiteY74" fmla="*/ 470017 h 516802"/>
              <a:gd name="connsiteX75" fmla="*/ 1172255 w 2855736"/>
              <a:gd name="connsiteY75" fmla="*/ 450730 h 516802"/>
              <a:gd name="connsiteX76" fmla="*/ 1136081 w 2855736"/>
              <a:gd name="connsiteY76" fmla="*/ 413937 h 516802"/>
              <a:gd name="connsiteX77" fmla="*/ 1120280 w 2855736"/>
              <a:gd name="connsiteY77" fmla="*/ 360336 h 516802"/>
              <a:gd name="connsiteX78" fmla="*/ 1213230 w 2855736"/>
              <a:gd name="connsiteY78" fmla="*/ 360336 h 516802"/>
              <a:gd name="connsiteX79" fmla="*/ 1233911 w 2855736"/>
              <a:gd name="connsiteY79" fmla="*/ 391087 h 516802"/>
              <a:gd name="connsiteX80" fmla="*/ 1278295 w 2855736"/>
              <a:gd name="connsiteY80" fmla="*/ 399685 h 516802"/>
              <a:gd name="connsiteX81" fmla="*/ 1322059 w 2855736"/>
              <a:gd name="connsiteY81" fmla="*/ 392171 h 516802"/>
              <a:gd name="connsiteX82" fmla="*/ 1333988 w 2855736"/>
              <a:gd name="connsiteY82" fmla="*/ 369398 h 516802"/>
              <a:gd name="connsiteX83" fmla="*/ 1326319 w 2855736"/>
              <a:gd name="connsiteY83" fmla="*/ 349492 h 516802"/>
              <a:gd name="connsiteX84" fmla="*/ 1295568 w 2855736"/>
              <a:gd name="connsiteY84" fmla="*/ 337253 h 516802"/>
              <a:gd name="connsiteX85" fmla="*/ 1247467 w 2855736"/>
              <a:gd name="connsiteY85" fmla="*/ 329585 h 516802"/>
              <a:gd name="connsiteX86" fmla="*/ 1155678 w 2855736"/>
              <a:gd name="connsiteY86" fmla="*/ 296045 h 516802"/>
              <a:gd name="connsiteX87" fmla="*/ 1124695 w 2855736"/>
              <a:gd name="connsiteY87" fmla="*/ 222847 h 516802"/>
              <a:gd name="connsiteX88" fmla="*/ 1135617 w 2855736"/>
              <a:gd name="connsiteY88" fmla="*/ 177844 h 516802"/>
              <a:gd name="connsiteX89" fmla="*/ 1166290 w 2855736"/>
              <a:gd name="connsiteY89" fmla="*/ 144150 h 516802"/>
              <a:gd name="connsiteX90" fmla="*/ 1212920 w 2855736"/>
              <a:gd name="connsiteY90" fmla="*/ 122926 h 516802"/>
              <a:gd name="connsiteX91" fmla="*/ 1272176 w 2855736"/>
              <a:gd name="connsiteY91" fmla="*/ 115490 h 516802"/>
              <a:gd name="connsiteX92" fmla="*/ 1629957 w 2855736"/>
              <a:gd name="connsiteY92" fmla="*/ 115335 h 516802"/>
              <a:gd name="connsiteX93" fmla="*/ 1747616 w 2855736"/>
              <a:gd name="connsiteY93" fmla="*/ 160493 h 516802"/>
              <a:gd name="connsiteX94" fmla="*/ 1787043 w 2855736"/>
              <a:gd name="connsiteY94" fmla="*/ 281328 h 516802"/>
              <a:gd name="connsiteX95" fmla="*/ 1787043 w 2855736"/>
              <a:gd name="connsiteY95" fmla="*/ 320522 h 516802"/>
              <a:gd name="connsiteX96" fmla="*/ 1556526 w 2855736"/>
              <a:gd name="connsiteY96" fmla="*/ 320522 h 516802"/>
              <a:gd name="connsiteX97" fmla="*/ 1575968 w 2855736"/>
              <a:gd name="connsiteY97" fmla="*/ 377454 h 516802"/>
              <a:gd name="connsiteX98" fmla="*/ 1630654 w 2855736"/>
              <a:gd name="connsiteY98" fmla="*/ 398833 h 516802"/>
              <a:gd name="connsiteX99" fmla="*/ 1688825 w 2855736"/>
              <a:gd name="connsiteY99" fmla="*/ 360181 h 516802"/>
              <a:gd name="connsiteX100" fmla="*/ 1688903 w 2855736"/>
              <a:gd name="connsiteY100" fmla="*/ 360181 h 516802"/>
              <a:gd name="connsiteX101" fmla="*/ 1782937 w 2855736"/>
              <a:gd name="connsiteY101" fmla="*/ 360181 h 516802"/>
              <a:gd name="connsiteX102" fmla="*/ 1737082 w 2855736"/>
              <a:gd name="connsiteY102" fmla="*/ 445540 h 516802"/>
              <a:gd name="connsiteX103" fmla="*/ 1630034 w 2855736"/>
              <a:gd name="connsiteY103" fmla="*/ 475284 h 516802"/>
              <a:gd name="connsiteX104" fmla="*/ 1502848 w 2855736"/>
              <a:gd name="connsiteY104" fmla="*/ 428267 h 516802"/>
              <a:gd name="connsiteX105" fmla="*/ 1460168 w 2855736"/>
              <a:gd name="connsiteY105" fmla="*/ 295890 h 516802"/>
              <a:gd name="connsiteX106" fmla="*/ 1472484 w 2855736"/>
              <a:gd name="connsiteY106" fmla="*/ 219826 h 516802"/>
              <a:gd name="connsiteX107" fmla="*/ 1507340 w 2855736"/>
              <a:gd name="connsiteY107" fmla="*/ 162894 h 516802"/>
              <a:gd name="connsiteX108" fmla="*/ 1561174 w 2855736"/>
              <a:gd name="connsiteY108" fmla="*/ 127341 h 516802"/>
              <a:gd name="connsiteX109" fmla="*/ 1629957 w 2855736"/>
              <a:gd name="connsiteY109" fmla="*/ 115335 h 516802"/>
              <a:gd name="connsiteX110" fmla="*/ 784576 w 2855736"/>
              <a:gd name="connsiteY110" fmla="*/ 115335 h 516802"/>
              <a:gd name="connsiteX111" fmla="*/ 902235 w 2855736"/>
              <a:gd name="connsiteY111" fmla="*/ 160493 h 516802"/>
              <a:gd name="connsiteX112" fmla="*/ 941661 w 2855736"/>
              <a:gd name="connsiteY112" fmla="*/ 281328 h 516802"/>
              <a:gd name="connsiteX113" fmla="*/ 941661 w 2855736"/>
              <a:gd name="connsiteY113" fmla="*/ 320522 h 516802"/>
              <a:gd name="connsiteX114" fmla="*/ 711145 w 2855736"/>
              <a:gd name="connsiteY114" fmla="*/ 320522 h 516802"/>
              <a:gd name="connsiteX115" fmla="*/ 730587 w 2855736"/>
              <a:gd name="connsiteY115" fmla="*/ 377454 h 516802"/>
              <a:gd name="connsiteX116" fmla="*/ 785273 w 2855736"/>
              <a:gd name="connsiteY116" fmla="*/ 398833 h 516802"/>
              <a:gd name="connsiteX117" fmla="*/ 843444 w 2855736"/>
              <a:gd name="connsiteY117" fmla="*/ 360181 h 516802"/>
              <a:gd name="connsiteX118" fmla="*/ 843522 w 2855736"/>
              <a:gd name="connsiteY118" fmla="*/ 360181 h 516802"/>
              <a:gd name="connsiteX119" fmla="*/ 937556 w 2855736"/>
              <a:gd name="connsiteY119" fmla="*/ 360181 h 516802"/>
              <a:gd name="connsiteX120" fmla="*/ 891701 w 2855736"/>
              <a:gd name="connsiteY120" fmla="*/ 445540 h 516802"/>
              <a:gd name="connsiteX121" fmla="*/ 784653 w 2855736"/>
              <a:gd name="connsiteY121" fmla="*/ 475284 h 516802"/>
              <a:gd name="connsiteX122" fmla="*/ 657467 w 2855736"/>
              <a:gd name="connsiteY122" fmla="*/ 428267 h 516802"/>
              <a:gd name="connsiteX123" fmla="*/ 614787 w 2855736"/>
              <a:gd name="connsiteY123" fmla="*/ 295890 h 516802"/>
              <a:gd name="connsiteX124" fmla="*/ 627103 w 2855736"/>
              <a:gd name="connsiteY124" fmla="*/ 219826 h 516802"/>
              <a:gd name="connsiteX125" fmla="*/ 661959 w 2855736"/>
              <a:gd name="connsiteY125" fmla="*/ 162894 h 516802"/>
              <a:gd name="connsiteX126" fmla="*/ 715793 w 2855736"/>
              <a:gd name="connsiteY126" fmla="*/ 127341 h 516802"/>
              <a:gd name="connsiteX127" fmla="*/ 784576 w 2855736"/>
              <a:gd name="connsiteY127" fmla="*/ 115335 h 516802"/>
              <a:gd name="connsiteX128" fmla="*/ 2576886 w 2855736"/>
              <a:gd name="connsiteY128" fmla="*/ 97288 h 516802"/>
              <a:gd name="connsiteX129" fmla="*/ 2435834 w 2855736"/>
              <a:gd name="connsiteY129" fmla="*/ 238339 h 516802"/>
              <a:gd name="connsiteX130" fmla="*/ 2576886 w 2855736"/>
              <a:gd name="connsiteY130" fmla="*/ 379391 h 516802"/>
              <a:gd name="connsiteX131" fmla="*/ 2717938 w 2855736"/>
              <a:gd name="connsiteY131" fmla="*/ 238339 h 516802"/>
              <a:gd name="connsiteX132" fmla="*/ 2576886 w 2855736"/>
              <a:gd name="connsiteY132" fmla="*/ 97288 h 516802"/>
              <a:gd name="connsiteX133" fmla="*/ 2196642 w 2855736"/>
              <a:gd name="connsiteY133" fmla="*/ 10456 h 516802"/>
              <a:gd name="connsiteX134" fmla="*/ 2290522 w 2855736"/>
              <a:gd name="connsiteY134" fmla="*/ 10456 h 516802"/>
              <a:gd name="connsiteX135" fmla="*/ 2290522 w 2855736"/>
              <a:gd name="connsiteY135" fmla="*/ 466298 h 516802"/>
              <a:gd name="connsiteX136" fmla="*/ 2196642 w 2855736"/>
              <a:gd name="connsiteY136" fmla="*/ 466298 h 516802"/>
              <a:gd name="connsiteX137" fmla="*/ 986665 w 2855736"/>
              <a:gd name="connsiteY137" fmla="*/ 10456 h 516802"/>
              <a:gd name="connsiteX138" fmla="*/ 1080545 w 2855736"/>
              <a:gd name="connsiteY138" fmla="*/ 10456 h 516802"/>
              <a:gd name="connsiteX139" fmla="*/ 1080545 w 2855736"/>
              <a:gd name="connsiteY139" fmla="*/ 475593 h 516802"/>
              <a:gd name="connsiteX140" fmla="*/ 1065905 w 2855736"/>
              <a:gd name="connsiteY140" fmla="*/ 475593 h 516802"/>
              <a:gd name="connsiteX141" fmla="*/ 986665 w 2855736"/>
              <a:gd name="connsiteY141" fmla="*/ 394107 h 516802"/>
              <a:gd name="connsiteX142" fmla="*/ 476601 w 2855736"/>
              <a:gd name="connsiteY142" fmla="*/ 10456 h 516802"/>
              <a:gd name="connsiteX143" fmla="*/ 480087 w 2855736"/>
              <a:gd name="connsiteY143" fmla="*/ 10456 h 516802"/>
              <a:gd name="connsiteX144" fmla="*/ 569319 w 2855736"/>
              <a:gd name="connsiteY144" fmla="*/ 10456 h 516802"/>
              <a:gd name="connsiteX145" fmla="*/ 572882 w 2855736"/>
              <a:gd name="connsiteY145" fmla="*/ 10456 h 516802"/>
              <a:gd name="connsiteX146" fmla="*/ 572882 w 2855736"/>
              <a:gd name="connsiteY146" fmla="*/ 81330 h 516802"/>
              <a:gd name="connsiteX147" fmla="*/ 572882 w 2855736"/>
              <a:gd name="connsiteY147" fmla="*/ 84893 h 516802"/>
              <a:gd name="connsiteX148" fmla="*/ 569319 w 2855736"/>
              <a:gd name="connsiteY148" fmla="*/ 84893 h 516802"/>
              <a:gd name="connsiteX149" fmla="*/ 480087 w 2855736"/>
              <a:gd name="connsiteY149" fmla="*/ 84893 h 516802"/>
              <a:gd name="connsiteX150" fmla="*/ 476601 w 2855736"/>
              <a:gd name="connsiteY150" fmla="*/ 84893 h 516802"/>
              <a:gd name="connsiteX151" fmla="*/ 476601 w 2855736"/>
              <a:gd name="connsiteY151" fmla="*/ 81330 h 516802"/>
              <a:gd name="connsiteX152" fmla="*/ 58559 w 2855736"/>
              <a:gd name="connsiteY152" fmla="*/ 6331 h 516802"/>
              <a:gd name="connsiteX153" fmla="*/ 82648 w 2855736"/>
              <a:gd name="connsiteY153" fmla="*/ 20990 h 516802"/>
              <a:gd name="connsiteX154" fmla="*/ 326565 w 2855736"/>
              <a:gd name="connsiteY154" fmla="*/ 298911 h 516802"/>
              <a:gd name="connsiteX155" fmla="*/ 326565 w 2855736"/>
              <a:gd name="connsiteY155" fmla="*/ 10456 h 516802"/>
              <a:gd name="connsiteX156" fmla="*/ 421064 w 2855736"/>
              <a:gd name="connsiteY156" fmla="*/ 10456 h 516802"/>
              <a:gd name="connsiteX157" fmla="*/ 421064 w 2855736"/>
              <a:gd name="connsiteY157" fmla="*/ 424781 h 516802"/>
              <a:gd name="connsiteX158" fmla="*/ 390545 w 2855736"/>
              <a:gd name="connsiteY158" fmla="*/ 469397 h 516802"/>
              <a:gd name="connsiteX159" fmla="*/ 373814 w 2855736"/>
              <a:gd name="connsiteY159" fmla="*/ 472495 h 516802"/>
              <a:gd name="connsiteX160" fmla="*/ 338416 w 2855736"/>
              <a:gd name="connsiteY160" fmla="*/ 456461 h 516802"/>
              <a:gd name="connsiteX161" fmla="*/ 94499 w 2855736"/>
              <a:gd name="connsiteY161" fmla="*/ 178541 h 516802"/>
              <a:gd name="connsiteX162" fmla="*/ 94499 w 2855736"/>
              <a:gd name="connsiteY162" fmla="*/ 466298 h 516802"/>
              <a:gd name="connsiteX163" fmla="*/ 0 w 2855736"/>
              <a:gd name="connsiteY163" fmla="*/ 466298 h 516802"/>
              <a:gd name="connsiteX164" fmla="*/ 0 w 2855736"/>
              <a:gd name="connsiteY164" fmla="*/ 52748 h 516802"/>
              <a:gd name="connsiteX165" fmla="*/ 30519 w 2855736"/>
              <a:gd name="connsiteY165" fmla="*/ 8055 h 516802"/>
              <a:gd name="connsiteX166" fmla="*/ 58559 w 2855736"/>
              <a:gd name="connsiteY166" fmla="*/ 6331 h 516802"/>
              <a:gd name="connsiteX167" fmla="*/ 2576886 w 2855736"/>
              <a:gd name="connsiteY167" fmla="*/ 0 h 516802"/>
              <a:gd name="connsiteX168" fmla="*/ 2815303 w 2855736"/>
              <a:gd name="connsiteY168" fmla="*/ 238417 h 516802"/>
              <a:gd name="connsiteX169" fmla="*/ 2775489 w 2855736"/>
              <a:gd name="connsiteY169" fmla="*/ 370096 h 516802"/>
              <a:gd name="connsiteX170" fmla="*/ 2775412 w 2855736"/>
              <a:gd name="connsiteY170" fmla="*/ 370096 h 516802"/>
              <a:gd name="connsiteX171" fmla="*/ 2855736 w 2855736"/>
              <a:gd name="connsiteY171" fmla="*/ 450420 h 516802"/>
              <a:gd name="connsiteX172" fmla="*/ 2789354 w 2855736"/>
              <a:gd name="connsiteY172" fmla="*/ 516802 h 516802"/>
              <a:gd name="connsiteX173" fmla="*/ 2709108 w 2855736"/>
              <a:gd name="connsiteY173" fmla="*/ 436555 h 516802"/>
              <a:gd name="connsiteX174" fmla="*/ 2576886 w 2855736"/>
              <a:gd name="connsiteY174" fmla="*/ 476756 h 516802"/>
              <a:gd name="connsiteX175" fmla="*/ 2338469 w 2855736"/>
              <a:gd name="connsiteY175" fmla="*/ 238417 h 516802"/>
              <a:gd name="connsiteX176" fmla="*/ 2576886 w 2855736"/>
              <a:gd name="connsiteY176" fmla="*/ 0 h 516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</a:cxnLst>
            <a:rect l="l" t="t" r="r" b="b"/>
            <a:pathLst>
              <a:path w="2855736" h="516802">
                <a:moveTo>
                  <a:pt x="1628098" y="189308"/>
                </a:moveTo>
                <a:cubicBezTo>
                  <a:pt x="1616711" y="189308"/>
                  <a:pt x="1606719" y="191089"/>
                  <a:pt x="1598276" y="194730"/>
                </a:cubicBezTo>
                <a:cubicBezTo>
                  <a:pt x="1589833" y="198370"/>
                  <a:pt x="1582630" y="203328"/>
                  <a:pt x="1576820" y="209524"/>
                </a:cubicBezTo>
                <a:cubicBezTo>
                  <a:pt x="1571011" y="215798"/>
                  <a:pt x="1566441" y="223157"/>
                  <a:pt x="1563188" y="231368"/>
                </a:cubicBezTo>
                <a:lnTo>
                  <a:pt x="1563188" y="231290"/>
                </a:lnTo>
                <a:cubicBezTo>
                  <a:pt x="1560399" y="238571"/>
                  <a:pt x="1558618" y="246472"/>
                  <a:pt x="1557921" y="254838"/>
                </a:cubicBezTo>
                <a:lnTo>
                  <a:pt x="1694015" y="254838"/>
                </a:lnTo>
                <a:cubicBezTo>
                  <a:pt x="1693473" y="234621"/>
                  <a:pt x="1688128" y="218587"/>
                  <a:pt x="1678059" y="207201"/>
                </a:cubicBezTo>
                <a:cubicBezTo>
                  <a:pt x="1667524" y="195349"/>
                  <a:pt x="1650716" y="189308"/>
                  <a:pt x="1628098" y="189308"/>
                </a:cubicBezTo>
                <a:close/>
                <a:moveTo>
                  <a:pt x="782717" y="189308"/>
                </a:moveTo>
                <a:cubicBezTo>
                  <a:pt x="771330" y="189308"/>
                  <a:pt x="761338" y="191089"/>
                  <a:pt x="752895" y="194730"/>
                </a:cubicBezTo>
                <a:cubicBezTo>
                  <a:pt x="744452" y="198370"/>
                  <a:pt x="737249" y="203328"/>
                  <a:pt x="731439" y="209524"/>
                </a:cubicBezTo>
                <a:cubicBezTo>
                  <a:pt x="725630" y="215798"/>
                  <a:pt x="721060" y="223157"/>
                  <a:pt x="717807" y="231368"/>
                </a:cubicBezTo>
                <a:lnTo>
                  <a:pt x="717807" y="231290"/>
                </a:lnTo>
                <a:cubicBezTo>
                  <a:pt x="715018" y="238571"/>
                  <a:pt x="713237" y="246472"/>
                  <a:pt x="712539" y="254838"/>
                </a:cubicBezTo>
                <a:lnTo>
                  <a:pt x="848634" y="254838"/>
                </a:lnTo>
                <a:cubicBezTo>
                  <a:pt x="848092" y="234621"/>
                  <a:pt x="842747" y="218587"/>
                  <a:pt x="832677" y="207201"/>
                </a:cubicBezTo>
                <a:cubicBezTo>
                  <a:pt x="822143" y="195349"/>
                  <a:pt x="805335" y="189308"/>
                  <a:pt x="782717" y="189308"/>
                </a:cubicBezTo>
                <a:close/>
                <a:moveTo>
                  <a:pt x="476601" y="124553"/>
                </a:moveTo>
                <a:lnTo>
                  <a:pt x="480087" y="124553"/>
                </a:lnTo>
                <a:lnTo>
                  <a:pt x="569319" y="124553"/>
                </a:lnTo>
                <a:lnTo>
                  <a:pt x="572882" y="124553"/>
                </a:lnTo>
                <a:lnTo>
                  <a:pt x="572882" y="128116"/>
                </a:lnTo>
                <a:lnTo>
                  <a:pt x="572804" y="466299"/>
                </a:lnTo>
                <a:lnTo>
                  <a:pt x="569319" y="466299"/>
                </a:lnTo>
                <a:lnTo>
                  <a:pt x="480087" y="466299"/>
                </a:lnTo>
                <a:lnTo>
                  <a:pt x="476601" y="466299"/>
                </a:lnTo>
                <a:lnTo>
                  <a:pt x="476601" y="127496"/>
                </a:lnTo>
                <a:close/>
                <a:moveTo>
                  <a:pt x="2026544" y="116342"/>
                </a:moveTo>
                <a:cubicBezTo>
                  <a:pt x="2065195" y="116342"/>
                  <a:pt x="2094320" y="126721"/>
                  <a:pt x="2113220" y="147093"/>
                </a:cubicBezTo>
                <a:cubicBezTo>
                  <a:pt x="2132042" y="167465"/>
                  <a:pt x="2141569" y="199687"/>
                  <a:pt x="2141569" y="242832"/>
                </a:cubicBezTo>
                <a:lnTo>
                  <a:pt x="2141569" y="466376"/>
                </a:lnTo>
                <a:lnTo>
                  <a:pt x="2045366" y="466376"/>
                </a:lnTo>
                <a:lnTo>
                  <a:pt x="2045366" y="254992"/>
                </a:lnTo>
                <a:cubicBezTo>
                  <a:pt x="2045366" y="232762"/>
                  <a:pt x="2041183" y="217503"/>
                  <a:pt x="2033050" y="209757"/>
                </a:cubicBezTo>
                <a:cubicBezTo>
                  <a:pt x="2024840" y="201933"/>
                  <a:pt x="2013686" y="197983"/>
                  <a:pt x="1999820" y="197983"/>
                </a:cubicBezTo>
                <a:cubicBezTo>
                  <a:pt x="1988899" y="197983"/>
                  <a:pt x="1979371" y="199610"/>
                  <a:pt x="1971548" y="202786"/>
                </a:cubicBezTo>
                <a:cubicBezTo>
                  <a:pt x="1963647" y="205961"/>
                  <a:pt x="1956211" y="210764"/>
                  <a:pt x="1949472" y="216651"/>
                </a:cubicBezTo>
                <a:cubicBezTo>
                  <a:pt x="1943818" y="222305"/>
                  <a:pt x="1938938" y="229121"/>
                  <a:pt x="1935143" y="237022"/>
                </a:cubicBezTo>
                <a:cubicBezTo>
                  <a:pt x="1931347" y="244768"/>
                  <a:pt x="1929411" y="253366"/>
                  <a:pt x="1929411" y="262583"/>
                </a:cubicBezTo>
                <a:lnTo>
                  <a:pt x="1929411" y="466299"/>
                </a:lnTo>
                <a:lnTo>
                  <a:pt x="1833130" y="466299"/>
                </a:lnTo>
                <a:lnTo>
                  <a:pt x="1833130" y="124630"/>
                </a:lnTo>
                <a:lnTo>
                  <a:pt x="1926855" y="124630"/>
                </a:lnTo>
                <a:lnTo>
                  <a:pt x="1926855" y="165063"/>
                </a:lnTo>
                <a:cubicBezTo>
                  <a:pt x="1938938" y="149494"/>
                  <a:pt x="1952958" y="137798"/>
                  <a:pt x="1968605" y="130052"/>
                </a:cubicBezTo>
                <a:cubicBezTo>
                  <a:pt x="1987040" y="120989"/>
                  <a:pt x="2006559" y="116342"/>
                  <a:pt x="2026544" y="116342"/>
                </a:cubicBezTo>
                <a:close/>
                <a:moveTo>
                  <a:pt x="1272176" y="115490"/>
                </a:moveTo>
                <a:cubicBezTo>
                  <a:pt x="1298667" y="115490"/>
                  <a:pt x="1321285" y="118279"/>
                  <a:pt x="1339410" y="123623"/>
                </a:cubicBezTo>
                <a:cubicBezTo>
                  <a:pt x="1357613" y="129045"/>
                  <a:pt x="1372717" y="136404"/>
                  <a:pt x="1384258" y="145544"/>
                </a:cubicBezTo>
                <a:cubicBezTo>
                  <a:pt x="1389061" y="149339"/>
                  <a:pt x="1393321" y="153445"/>
                  <a:pt x="1397194" y="157860"/>
                </a:cubicBezTo>
                <a:cubicBezTo>
                  <a:pt x="1402693" y="164211"/>
                  <a:pt x="1407263" y="171183"/>
                  <a:pt x="1410749" y="178696"/>
                </a:cubicBezTo>
                <a:cubicBezTo>
                  <a:pt x="1412376" y="182259"/>
                  <a:pt x="1413925" y="185977"/>
                  <a:pt x="1415319" y="189695"/>
                </a:cubicBezTo>
                <a:cubicBezTo>
                  <a:pt x="1415629" y="190547"/>
                  <a:pt x="1415861" y="191322"/>
                  <a:pt x="1416171" y="192174"/>
                </a:cubicBezTo>
                <a:cubicBezTo>
                  <a:pt x="1419347" y="201934"/>
                  <a:pt x="1421516" y="212235"/>
                  <a:pt x="1422755" y="222847"/>
                </a:cubicBezTo>
                <a:cubicBezTo>
                  <a:pt x="1422910" y="224087"/>
                  <a:pt x="1422910" y="225403"/>
                  <a:pt x="1423065" y="226643"/>
                </a:cubicBezTo>
                <a:lnTo>
                  <a:pt x="1335382" y="226643"/>
                </a:lnTo>
                <a:cubicBezTo>
                  <a:pt x="1334762" y="223699"/>
                  <a:pt x="1333988" y="220988"/>
                  <a:pt x="1333058" y="218432"/>
                </a:cubicBezTo>
                <a:cubicBezTo>
                  <a:pt x="1329263" y="208905"/>
                  <a:pt x="1324615" y="203793"/>
                  <a:pt x="1318109" y="198835"/>
                </a:cubicBezTo>
                <a:cubicBezTo>
                  <a:pt x="1309201" y="192096"/>
                  <a:pt x="1294406" y="188688"/>
                  <a:pt x="1274035" y="188688"/>
                </a:cubicBezTo>
                <a:cubicBezTo>
                  <a:pt x="1262494" y="188688"/>
                  <a:pt x="1252734" y="189618"/>
                  <a:pt x="1245220" y="191477"/>
                </a:cubicBezTo>
                <a:cubicBezTo>
                  <a:pt x="1237784" y="193258"/>
                  <a:pt x="1231975" y="195582"/>
                  <a:pt x="1227870" y="198293"/>
                </a:cubicBezTo>
                <a:cubicBezTo>
                  <a:pt x="1223919" y="200927"/>
                  <a:pt x="1221131" y="203870"/>
                  <a:pt x="1219504" y="207123"/>
                </a:cubicBezTo>
                <a:cubicBezTo>
                  <a:pt x="1217878" y="210454"/>
                  <a:pt x="1217025" y="213630"/>
                  <a:pt x="1217025" y="216418"/>
                </a:cubicBezTo>
                <a:cubicBezTo>
                  <a:pt x="1217025" y="225946"/>
                  <a:pt x="1219814" y="232685"/>
                  <a:pt x="1225469" y="236867"/>
                </a:cubicBezTo>
                <a:cubicBezTo>
                  <a:pt x="1231588" y="241437"/>
                  <a:pt x="1244058" y="245388"/>
                  <a:pt x="1262494" y="248641"/>
                </a:cubicBezTo>
                <a:lnTo>
                  <a:pt x="1304553" y="255612"/>
                </a:lnTo>
                <a:cubicBezTo>
                  <a:pt x="1328023" y="259485"/>
                  <a:pt x="1350022" y="264442"/>
                  <a:pt x="1365513" y="270484"/>
                </a:cubicBezTo>
                <a:cubicBezTo>
                  <a:pt x="1381160" y="276526"/>
                  <a:pt x="1393863" y="284194"/>
                  <a:pt x="1403313" y="293179"/>
                </a:cubicBezTo>
                <a:cubicBezTo>
                  <a:pt x="1412840" y="302320"/>
                  <a:pt x="1419579" y="313241"/>
                  <a:pt x="1423375" y="325635"/>
                </a:cubicBezTo>
                <a:lnTo>
                  <a:pt x="1423375" y="325712"/>
                </a:lnTo>
                <a:cubicBezTo>
                  <a:pt x="1427093" y="337950"/>
                  <a:pt x="1428952" y="352203"/>
                  <a:pt x="1428952" y="368159"/>
                </a:cubicBezTo>
                <a:cubicBezTo>
                  <a:pt x="1428952" y="400537"/>
                  <a:pt x="1416481" y="426873"/>
                  <a:pt x="1391927" y="446392"/>
                </a:cubicBezTo>
                <a:cubicBezTo>
                  <a:pt x="1367605" y="465757"/>
                  <a:pt x="1329805" y="475516"/>
                  <a:pt x="1279534" y="475516"/>
                </a:cubicBezTo>
                <a:cubicBezTo>
                  <a:pt x="1259473" y="475516"/>
                  <a:pt x="1240031" y="473657"/>
                  <a:pt x="1221828" y="470017"/>
                </a:cubicBezTo>
                <a:cubicBezTo>
                  <a:pt x="1203470" y="466299"/>
                  <a:pt x="1186739" y="459870"/>
                  <a:pt x="1172255" y="450730"/>
                </a:cubicBezTo>
                <a:cubicBezTo>
                  <a:pt x="1157615" y="441590"/>
                  <a:pt x="1145454" y="429196"/>
                  <a:pt x="1136081" y="413937"/>
                </a:cubicBezTo>
                <a:cubicBezTo>
                  <a:pt x="1127251" y="399607"/>
                  <a:pt x="1121984" y="381559"/>
                  <a:pt x="1120280" y="360336"/>
                </a:cubicBezTo>
                <a:lnTo>
                  <a:pt x="1213230" y="360336"/>
                </a:lnTo>
                <a:cubicBezTo>
                  <a:pt x="1216561" y="375828"/>
                  <a:pt x="1223455" y="386207"/>
                  <a:pt x="1233911" y="391087"/>
                </a:cubicBezTo>
                <a:cubicBezTo>
                  <a:pt x="1246072" y="396819"/>
                  <a:pt x="1261022" y="399685"/>
                  <a:pt x="1278295" y="399685"/>
                </a:cubicBezTo>
                <a:cubicBezTo>
                  <a:pt x="1298744" y="399685"/>
                  <a:pt x="1313539" y="397129"/>
                  <a:pt x="1322059" y="392171"/>
                </a:cubicBezTo>
                <a:cubicBezTo>
                  <a:pt x="1330115" y="387524"/>
                  <a:pt x="1333988" y="380088"/>
                  <a:pt x="1333988" y="369398"/>
                </a:cubicBezTo>
                <a:cubicBezTo>
                  <a:pt x="1333988" y="361808"/>
                  <a:pt x="1331509" y="355224"/>
                  <a:pt x="1326319" y="349492"/>
                </a:cubicBezTo>
                <a:cubicBezTo>
                  <a:pt x="1321207" y="343760"/>
                  <a:pt x="1310828" y="339654"/>
                  <a:pt x="1295568" y="337253"/>
                </a:cubicBezTo>
                <a:lnTo>
                  <a:pt x="1247467" y="329585"/>
                </a:lnTo>
                <a:cubicBezTo>
                  <a:pt x="1206723" y="323156"/>
                  <a:pt x="1175818" y="311847"/>
                  <a:pt x="1155678" y="296045"/>
                </a:cubicBezTo>
                <a:cubicBezTo>
                  <a:pt x="1135152" y="279934"/>
                  <a:pt x="1124695" y="255302"/>
                  <a:pt x="1124695" y="222847"/>
                </a:cubicBezTo>
                <a:cubicBezTo>
                  <a:pt x="1124695" y="206194"/>
                  <a:pt x="1128336" y="191089"/>
                  <a:pt x="1135617" y="177844"/>
                </a:cubicBezTo>
                <a:cubicBezTo>
                  <a:pt x="1142820" y="164676"/>
                  <a:pt x="1153122" y="153367"/>
                  <a:pt x="1166290" y="144150"/>
                </a:cubicBezTo>
                <a:cubicBezTo>
                  <a:pt x="1179303" y="135010"/>
                  <a:pt x="1194950" y="127883"/>
                  <a:pt x="1212920" y="122926"/>
                </a:cubicBezTo>
                <a:cubicBezTo>
                  <a:pt x="1230813" y="117969"/>
                  <a:pt x="1250720" y="115490"/>
                  <a:pt x="1272176" y="115490"/>
                </a:cubicBezTo>
                <a:close/>
                <a:moveTo>
                  <a:pt x="1629957" y="115335"/>
                </a:moveTo>
                <a:cubicBezTo>
                  <a:pt x="1681776" y="115335"/>
                  <a:pt x="1721358" y="130517"/>
                  <a:pt x="1747616" y="160493"/>
                </a:cubicBezTo>
                <a:cubicBezTo>
                  <a:pt x="1773797" y="190315"/>
                  <a:pt x="1787043" y="230980"/>
                  <a:pt x="1787043" y="281328"/>
                </a:cubicBezTo>
                <a:lnTo>
                  <a:pt x="1787043" y="320522"/>
                </a:lnTo>
                <a:lnTo>
                  <a:pt x="1556526" y="320522"/>
                </a:lnTo>
                <a:cubicBezTo>
                  <a:pt x="1557843" y="344612"/>
                  <a:pt x="1564350" y="363744"/>
                  <a:pt x="1575968" y="377454"/>
                </a:cubicBezTo>
                <a:cubicBezTo>
                  <a:pt x="1587974" y="391629"/>
                  <a:pt x="1606332" y="398833"/>
                  <a:pt x="1630654" y="398833"/>
                </a:cubicBezTo>
                <a:cubicBezTo>
                  <a:pt x="1662954" y="398833"/>
                  <a:pt x="1682009" y="386207"/>
                  <a:pt x="1688825" y="360181"/>
                </a:cubicBezTo>
                <a:lnTo>
                  <a:pt x="1688903" y="360181"/>
                </a:lnTo>
                <a:lnTo>
                  <a:pt x="1782937" y="360181"/>
                </a:lnTo>
                <a:cubicBezTo>
                  <a:pt x="1776663" y="397361"/>
                  <a:pt x="1761249" y="426098"/>
                  <a:pt x="1737082" y="445540"/>
                </a:cubicBezTo>
                <a:cubicBezTo>
                  <a:pt x="1712527" y="465292"/>
                  <a:pt x="1676509" y="475284"/>
                  <a:pt x="1630034" y="475284"/>
                </a:cubicBezTo>
                <a:cubicBezTo>
                  <a:pt x="1574032" y="475284"/>
                  <a:pt x="1531197" y="459482"/>
                  <a:pt x="1502848" y="428267"/>
                </a:cubicBezTo>
                <a:cubicBezTo>
                  <a:pt x="1474498" y="397129"/>
                  <a:pt x="1460168" y="352590"/>
                  <a:pt x="1460168" y="295890"/>
                </a:cubicBezTo>
                <a:cubicBezTo>
                  <a:pt x="1460168" y="267618"/>
                  <a:pt x="1464273" y="241979"/>
                  <a:pt x="1472484" y="219826"/>
                </a:cubicBezTo>
                <a:cubicBezTo>
                  <a:pt x="1480695" y="197673"/>
                  <a:pt x="1492391" y="178464"/>
                  <a:pt x="1507340" y="162894"/>
                </a:cubicBezTo>
                <a:cubicBezTo>
                  <a:pt x="1522290" y="147325"/>
                  <a:pt x="1540415" y="135397"/>
                  <a:pt x="1561174" y="127341"/>
                </a:cubicBezTo>
                <a:cubicBezTo>
                  <a:pt x="1581855" y="119363"/>
                  <a:pt x="1605015" y="115335"/>
                  <a:pt x="1629957" y="115335"/>
                </a:cubicBezTo>
                <a:close/>
                <a:moveTo>
                  <a:pt x="784576" y="115335"/>
                </a:moveTo>
                <a:cubicBezTo>
                  <a:pt x="836395" y="115335"/>
                  <a:pt x="875977" y="130517"/>
                  <a:pt x="902235" y="160493"/>
                </a:cubicBezTo>
                <a:cubicBezTo>
                  <a:pt x="928416" y="190315"/>
                  <a:pt x="941661" y="230980"/>
                  <a:pt x="941661" y="281328"/>
                </a:cubicBezTo>
                <a:lnTo>
                  <a:pt x="941661" y="320522"/>
                </a:lnTo>
                <a:lnTo>
                  <a:pt x="711145" y="320522"/>
                </a:lnTo>
                <a:cubicBezTo>
                  <a:pt x="712462" y="344612"/>
                  <a:pt x="718969" y="363744"/>
                  <a:pt x="730587" y="377454"/>
                </a:cubicBezTo>
                <a:cubicBezTo>
                  <a:pt x="742593" y="391629"/>
                  <a:pt x="760951" y="398833"/>
                  <a:pt x="785273" y="398833"/>
                </a:cubicBezTo>
                <a:cubicBezTo>
                  <a:pt x="817573" y="398833"/>
                  <a:pt x="836628" y="386207"/>
                  <a:pt x="843444" y="360181"/>
                </a:cubicBezTo>
                <a:lnTo>
                  <a:pt x="843522" y="360181"/>
                </a:lnTo>
                <a:lnTo>
                  <a:pt x="937556" y="360181"/>
                </a:lnTo>
                <a:cubicBezTo>
                  <a:pt x="931282" y="397361"/>
                  <a:pt x="915868" y="426098"/>
                  <a:pt x="891701" y="445540"/>
                </a:cubicBezTo>
                <a:cubicBezTo>
                  <a:pt x="867146" y="465292"/>
                  <a:pt x="831128" y="475284"/>
                  <a:pt x="784653" y="475284"/>
                </a:cubicBezTo>
                <a:cubicBezTo>
                  <a:pt x="728651" y="475284"/>
                  <a:pt x="685816" y="459482"/>
                  <a:pt x="657467" y="428267"/>
                </a:cubicBezTo>
                <a:cubicBezTo>
                  <a:pt x="629117" y="397129"/>
                  <a:pt x="614787" y="352590"/>
                  <a:pt x="614787" y="295890"/>
                </a:cubicBezTo>
                <a:cubicBezTo>
                  <a:pt x="614787" y="267618"/>
                  <a:pt x="618892" y="241979"/>
                  <a:pt x="627103" y="219826"/>
                </a:cubicBezTo>
                <a:cubicBezTo>
                  <a:pt x="635313" y="197673"/>
                  <a:pt x="647010" y="178464"/>
                  <a:pt x="661959" y="162894"/>
                </a:cubicBezTo>
                <a:cubicBezTo>
                  <a:pt x="676909" y="147325"/>
                  <a:pt x="695034" y="135397"/>
                  <a:pt x="715793" y="127341"/>
                </a:cubicBezTo>
                <a:cubicBezTo>
                  <a:pt x="736474" y="119363"/>
                  <a:pt x="759634" y="115335"/>
                  <a:pt x="784576" y="115335"/>
                </a:cubicBezTo>
                <a:close/>
                <a:moveTo>
                  <a:pt x="2576886" y="97288"/>
                </a:moveTo>
                <a:cubicBezTo>
                  <a:pt x="2499118" y="97288"/>
                  <a:pt x="2435834" y="160571"/>
                  <a:pt x="2435834" y="238339"/>
                </a:cubicBezTo>
                <a:cubicBezTo>
                  <a:pt x="2435834" y="316108"/>
                  <a:pt x="2499118" y="379391"/>
                  <a:pt x="2576886" y="379391"/>
                </a:cubicBezTo>
                <a:cubicBezTo>
                  <a:pt x="2654654" y="379391"/>
                  <a:pt x="2717938" y="316108"/>
                  <a:pt x="2717938" y="238339"/>
                </a:cubicBezTo>
                <a:cubicBezTo>
                  <a:pt x="2717938" y="160571"/>
                  <a:pt x="2654654" y="97288"/>
                  <a:pt x="2576886" y="97288"/>
                </a:cubicBezTo>
                <a:close/>
                <a:moveTo>
                  <a:pt x="2196642" y="10456"/>
                </a:moveTo>
                <a:lnTo>
                  <a:pt x="2290522" y="10456"/>
                </a:lnTo>
                <a:lnTo>
                  <a:pt x="2290522" y="466298"/>
                </a:lnTo>
                <a:lnTo>
                  <a:pt x="2196642" y="466298"/>
                </a:lnTo>
                <a:close/>
                <a:moveTo>
                  <a:pt x="986665" y="10456"/>
                </a:moveTo>
                <a:lnTo>
                  <a:pt x="1080545" y="10456"/>
                </a:lnTo>
                <a:lnTo>
                  <a:pt x="1080545" y="475593"/>
                </a:lnTo>
                <a:lnTo>
                  <a:pt x="1065905" y="475593"/>
                </a:lnTo>
                <a:cubicBezTo>
                  <a:pt x="1022063" y="475129"/>
                  <a:pt x="986665" y="438878"/>
                  <a:pt x="986665" y="394107"/>
                </a:cubicBezTo>
                <a:close/>
                <a:moveTo>
                  <a:pt x="476601" y="10456"/>
                </a:moveTo>
                <a:lnTo>
                  <a:pt x="480087" y="10456"/>
                </a:lnTo>
                <a:lnTo>
                  <a:pt x="569319" y="10456"/>
                </a:lnTo>
                <a:lnTo>
                  <a:pt x="572882" y="10456"/>
                </a:lnTo>
                <a:lnTo>
                  <a:pt x="572882" y="81330"/>
                </a:lnTo>
                <a:lnTo>
                  <a:pt x="572882" y="84893"/>
                </a:lnTo>
                <a:lnTo>
                  <a:pt x="569319" y="84893"/>
                </a:lnTo>
                <a:lnTo>
                  <a:pt x="480087" y="84893"/>
                </a:lnTo>
                <a:lnTo>
                  <a:pt x="476601" y="84893"/>
                </a:lnTo>
                <a:lnTo>
                  <a:pt x="476601" y="81330"/>
                </a:lnTo>
                <a:close/>
                <a:moveTo>
                  <a:pt x="58559" y="6331"/>
                </a:moveTo>
                <a:cubicBezTo>
                  <a:pt x="67660" y="8597"/>
                  <a:pt x="76103" y="13593"/>
                  <a:pt x="82648" y="20990"/>
                </a:cubicBezTo>
                <a:lnTo>
                  <a:pt x="326565" y="298911"/>
                </a:lnTo>
                <a:lnTo>
                  <a:pt x="326565" y="10456"/>
                </a:lnTo>
                <a:lnTo>
                  <a:pt x="421064" y="10456"/>
                </a:lnTo>
                <a:lnTo>
                  <a:pt x="421064" y="424781"/>
                </a:lnTo>
                <a:cubicBezTo>
                  <a:pt x="421064" y="444610"/>
                  <a:pt x="408903" y="462348"/>
                  <a:pt x="390545" y="469397"/>
                </a:cubicBezTo>
                <a:cubicBezTo>
                  <a:pt x="385123" y="471488"/>
                  <a:pt x="379391" y="472495"/>
                  <a:pt x="373814" y="472495"/>
                </a:cubicBezTo>
                <a:cubicBezTo>
                  <a:pt x="360491" y="472495"/>
                  <a:pt x="347556" y="466918"/>
                  <a:pt x="338416" y="456461"/>
                </a:cubicBezTo>
                <a:lnTo>
                  <a:pt x="94499" y="178541"/>
                </a:lnTo>
                <a:lnTo>
                  <a:pt x="94499" y="466298"/>
                </a:lnTo>
                <a:lnTo>
                  <a:pt x="0" y="466298"/>
                </a:lnTo>
                <a:lnTo>
                  <a:pt x="0" y="52748"/>
                </a:lnTo>
                <a:cubicBezTo>
                  <a:pt x="0" y="32841"/>
                  <a:pt x="12161" y="15103"/>
                  <a:pt x="30519" y="8055"/>
                </a:cubicBezTo>
                <a:cubicBezTo>
                  <a:pt x="39698" y="4530"/>
                  <a:pt x="49457" y="4066"/>
                  <a:pt x="58559" y="6331"/>
                </a:cubicBezTo>
                <a:close/>
                <a:moveTo>
                  <a:pt x="2576886" y="0"/>
                </a:moveTo>
                <a:cubicBezTo>
                  <a:pt x="2708333" y="0"/>
                  <a:pt x="2815303" y="106970"/>
                  <a:pt x="2815303" y="238417"/>
                </a:cubicBezTo>
                <a:cubicBezTo>
                  <a:pt x="2815303" y="287061"/>
                  <a:pt x="2800586" y="332296"/>
                  <a:pt x="2775489" y="370096"/>
                </a:cubicBezTo>
                <a:lnTo>
                  <a:pt x="2775412" y="370096"/>
                </a:lnTo>
                <a:lnTo>
                  <a:pt x="2855736" y="450420"/>
                </a:lnTo>
                <a:lnTo>
                  <a:pt x="2789354" y="516802"/>
                </a:lnTo>
                <a:lnTo>
                  <a:pt x="2709108" y="436555"/>
                </a:lnTo>
                <a:cubicBezTo>
                  <a:pt x="2671230" y="461962"/>
                  <a:pt x="2625762" y="476756"/>
                  <a:pt x="2576886" y="476756"/>
                </a:cubicBezTo>
                <a:cubicBezTo>
                  <a:pt x="2445439" y="476756"/>
                  <a:pt x="2338469" y="369864"/>
                  <a:pt x="2338469" y="238417"/>
                </a:cubicBezTo>
                <a:cubicBezTo>
                  <a:pt x="2338469" y="106970"/>
                  <a:pt x="2445439" y="0"/>
                  <a:pt x="2576886" y="0"/>
                </a:cubicBezTo>
                <a:close/>
              </a:path>
            </a:pathLst>
          </a:custGeom>
          <a:solidFill>
            <a:schemeClr val="bg1"/>
          </a:solidFill>
          <a:ln w="774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10" name="NielsenIQ GFK lockup" hidden="1">
            <a:extLst>
              <a:ext uri="{FF2B5EF4-FFF2-40B4-BE49-F238E27FC236}">
                <a16:creationId xmlns:a16="http://schemas.microsoft.com/office/drawing/2014/main" id="{6A589860-780B-CECF-55D5-943341C8EC0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95275" y="5623108"/>
            <a:ext cx="2855736" cy="637108"/>
          </a:xfrm>
          <a:prstGeom prst="rect">
            <a:avLst/>
          </a:prstGeom>
        </p:spPr>
      </p:pic>
      <p:pic>
        <p:nvPicPr>
          <p:cNvPr id="18" name="NielsenIQ logo+wordmark" hidden="1">
            <a:extLst>
              <a:ext uri="{FF2B5EF4-FFF2-40B4-BE49-F238E27FC236}">
                <a16:creationId xmlns:a16="http://schemas.microsoft.com/office/drawing/2014/main" id="{041ECC27-E626-2866-047D-40D91692A39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559" y="5563212"/>
            <a:ext cx="2155408" cy="743616"/>
          </a:xfrm>
          <a:prstGeom prst="rect">
            <a:avLst/>
          </a:prstGeom>
        </p:spPr>
      </p:pic>
      <p:pic>
        <p:nvPicPr>
          <p:cNvPr id="9" name="powered by GfK intelligence" hidden="1">
            <a:extLst>
              <a:ext uri="{FF2B5EF4-FFF2-40B4-BE49-F238E27FC236}">
                <a16:creationId xmlns:a16="http://schemas.microsoft.com/office/drawing/2014/main" id="{1213AFA0-381C-F14E-CC42-D1972A775A9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799817" y="5731161"/>
            <a:ext cx="2750234" cy="42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043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Full-Blee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ff-slide Instructions">
            <a:extLst>
              <a:ext uri="{FF2B5EF4-FFF2-40B4-BE49-F238E27FC236}">
                <a16:creationId xmlns:a16="http://schemas.microsoft.com/office/drawing/2014/main" id="{271856CE-9F0A-4AD8-67ED-834B35F36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338614" y="0"/>
            <a:ext cx="2812486" cy="2373888"/>
          </a:xfrm>
          <a:prstGeom prst="bracketPair">
            <a:avLst>
              <a:gd name="adj" fmla="val 4083"/>
            </a:avLst>
          </a:prstGeom>
          <a:solidFill>
            <a:srgbClr val="FFFF00">
              <a:alpha val="80000"/>
            </a:srgbClr>
          </a:solidFill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>
            <a:spAutoFit/>
          </a:bodyPr>
          <a:lstStyle/>
          <a:p>
            <a:pPr marL="0" indent="0" algn="l" defTabSz="914400" rtl="0" eaLnBrk="1" latinLnBrk="0" hangingPunct="1">
              <a:spcAft>
                <a:spcPts val="400"/>
              </a:spcAft>
              <a:buFont typeface="+mj-lt"/>
              <a:buNone/>
            </a:pPr>
            <a:r>
              <a:rPr lang="en-US" sz="1200" b="1" kern="120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If logo, copyright line, footer, etc. are missing:</a:t>
            </a:r>
          </a:p>
          <a:p>
            <a:pPr marL="177800" lvl="0" indent="-177800">
              <a:spcAft>
                <a:spcPts val="400"/>
              </a:spcAft>
              <a:buFont typeface="+mj-lt"/>
              <a:buAutoNum type="arabicPeriod"/>
            </a:pPr>
            <a:r>
              <a:rPr lang="en-US" sz="800">
                <a:solidFill>
                  <a:srgbClr val="000000"/>
                </a:solidFill>
              </a:rPr>
              <a:t>Go to </a:t>
            </a:r>
            <a:r>
              <a:rPr lang="en-US" sz="800" b="1">
                <a:solidFill>
                  <a:srgbClr val="000000"/>
                </a:solidFill>
              </a:rPr>
              <a:t>View &gt; Slide Master</a:t>
            </a:r>
          </a:p>
          <a:p>
            <a:pPr marL="177800" lvl="0" indent="-177800">
              <a:spcAft>
                <a:spcPts val="400"/>
              </a:spcAft>
              <a:buFont typeface="+mj-lt"/>
              <a:buAutoNum type="arabicPeriod"/>
            </a:pPr>
            <a:r>
              <a:rPr lang="en-US" sz="800">
                <a:solidFill>
                  <a:srgbClr val="000000"/>
                </a:solidFill>
              </a:rPr>
              <a:t>Copy logo and footer elements from Layout Master</a:t>
            </a:r>
          </a:p>
          <a:p>
            <a:pPr marL="177800" lvl="0" indent="-177800">
              <a:spcAft>
                <a:spcPts val="400"/>
              </a:spcAft>
              <a:buFont typeface="+mj-lt"/>
              <a:buAutoNum type="arabicPeriod"/>
            </a:pPr>
            <a:r>
              <a:rPr lang="en-US" sz="800">
                <a:solidFill>
                  <a:srgbClr val="000000"/>
                </a:solidFill>
              </a:rPr>
              <a:t>Close Master View</a:t>
            </a:r>
          </a:p>
          <a:p>
            <a:pPr marL="177800" lvl="0" indent="-177800">
              <a:spcAft>
                <a:spcPts val="400"/>
              </a:spcAft>
              <a:buFont typeface="+mj-lt"/>
              <a:buAutoNum type="arabicPeriod"/>
            </a:pPr>
            <a:r>
              <a:rPr lang="en-US" sz="800">
                <a:solidFill>
                  <a:srgbClr val="000000"/>
                </a:solidFill>
              </a:rPr>
              <a:t>Paste on slide</a:t>
            </a:r>
            <a:endParaRPr lang="en-US" sz="1200" b="1">
              <a:solidFill>
                <a:srgbClr val="000000"/>
              </a:solidFill>
            </a:endParaRPr>
          </a:p>
          <a:p>
            <a:pPr>
              <a:spcAft>
                <a:spcPts val="400"/>
              </a:spcAft>
            </a:pPr>
            <a:endParaRPr lang="en-US" sz="1200" b="1">
              <a:solidFill>
                <a:srgbClr val="000000"/>
              </a:solidFill>
            </a:endParaRPr>
          </a:p>
          <a:p>
            <a:pPr>
              <a:spcAft>
                <a:spcPts val="400"/>
              </a:spcAft>
            </a:pPr>
            <a:r>
              <a:rPr lang="en-US" sz="1200" b="1">
                <a:solidFill>
                  <a:srgbClr val="000000"/>
                </a:solidFill>
              </a:rPr>
              <a:t>To replace existing image:</a:t>
            </a:r>
          </a:p>
          <a:p>
            <a:pPr marL="174625" indent="-174625">
              <a:spcAft>
                <a:spcPts val="400"/>
              </a:spcAft>
              <a:buFont typeface="+mj-lt"/>
              <a:buAutoNum type="arabicPeriod"/>
            </a:pPr>
            <a:r>
              <a:rPr lang="en-US" sz="800">
                <a:solidFill>
                  <a:srgbClr val="000000"/>
                </a:solidFill>
              </a:rPr>
              <a:t>Right-click image placeholder</a:t>
            </a:r>
          </a:p>
          <a:p>
            <a:pPr marL="174625" indent="-174625">
              <a:spcAft>
                <a:spcPts val="400"/>
              </a:spcAft>
              <a:buFont typeface="+mj-lt"/>
              <a:buAutoNum type="arabicPeriod"/>
            </a:pPr>
            <a:r>
              <a:rPr lang="en-US" sz="800">
                <a:solidFill>
                  <a:srgbClr val="000000"/>
                </a:solidFill>
              </a:rPr>
              <a:t>Select </a:t>
            </a:r>
            <a:r>
              <a:rPr lang="en-US" sz="800" b="1">
                <a:solidFill>
                  <a:srgbClr val="000000"/>
                </a:solidFill>
              </a:rPr>
              <a:t>Change Picture</a:t>
            </a:r>
          </a:p>
          <a:p>
            <a:pPr marL="174625" indent="-174625">
              <a:spcAft>
                <a:spcPts val="400"/>
              </a:spcAft>
              <a:buFont typeface="+mj-lt"/>
              <a:buAutoNum type="arabicPeriod"/>
            </a:pPr>
            <a:r>
              <a:rPr lang="en-US" sz="800">
                <a:solidFill>
                  <a:srgbClr val="000000"/>
                </a:solidFill>
              </a:rPr>
              <a:t>Select</a:t>
            </a:r>
            <a:r>
              <a:rPr lang="en-US" sz="800" b="1">
                <a:solidFill>
                  <a:srgbClr val="000000"/>
                </a:solidFill>
              </a:rPr>
              <a:t> desired </a:t>
            </a:r>
            <a:r>
              <a:rPr lang="en-US" sz="800">
                <a:solidFill>
                  <a:srgbClr val="000000"/>
                </a:solidFill>
              </a:rPr>
              <a:t>image file (.jpg, .</a:t>
            </a:r>
            <a:r>
              <a:rPr lang="en-US" sz="800" err="1">
                <a:solidFill>
                  <a:srgbClr val="000000"/>
                </a:solidFill>
              </a:rPr>
              <a:t>png</a:t>
            </a:r>
            <a:r>
              <a:rPr lang="en-US" sz="800">
                <a:solidFill>
                  <a:srgbClr val="000000"/>
                </a:solidFill>
              </a:rPr>
              <a:t>, .gif)</a:t>
            </a:r>
          </a:p>
          <a:p>
            <a:pPr marL="174625" indent="-174625">
              <a:spcAft>
                <a:spcPts val="400"/>
              </a:spcAft>
              <a:buFont typeface="+mj-lt"/>
              <a:buAutoNum type="arabicPeriod"/>
            </a:pP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21" name="Picture Placeholder">
            <a:extLst>
              <a:ext uri="{FF2B5EF4-FFF2-40B4-BE49-F238E27FC236}">
                <a16:creationId xmlns:a16="http://schemas.microsoft.com/office/drawing/2014/main" id="{52F19A97-1265-FCED-7EE6-B54C73691B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solidFill>
            <a:schemeClr val="tx1">
              <a:lumMod val="60000"/>
              <a:lumOff val="40000"/>
            </a:schemeClr>
          </a:solidFill>
        </p:spPr>
        <p:txBody>
          <a:bodyPr lIns="9144000" tIns="91440" rIns="0" anchor="t">
            <a:normAutofit/>
          </a:bodyPr>
          <a:lstStyle>
            <a:lvl1pPr marL="228600" indent="-228600" algn="l">
              <a:buFont typeface="Arial" panose="020B0604020202020204" pitchFamily="34" charset="0"/>
              <a:buNone/>
              <a:defRPr sz="1400" b="1">
                <a:solidFill>
                  <a:srgbClr val="FFFF00"/>
                </a:solidFill>
              </a:defRPr>
            </a:lvl1pPr>
          </a:lstStyle>
          <a:p>
            <a:r>
              <a:rPr lang="en-US"/>
              <a:t>To add image: </a:t>
            </a:r>
            <a:br>
              <a:rPr lang="en-US"/>
            </a:br>
            <a:r>
              <a:rPr lang="en-US"/>
              <a:t>1. Select image placeholder</a:t>
            </a:r>
            <a:br>
              <a:rPr lang="en-US"/>
            </a:br>
            <a:r>
              <a:rPr lang="en-US"/>
              <a:t>2. Drag/drop file or copy/paste image into slide (.jpg, .gif, .</a:t>
            </a:r>
            <a:r>
              <a:rPr lang="en-US" err="1"/>
              <a:t>png</a:t>
            </a:r>
            <a:r>
              <a:rPr lang="en-US"/>
              <a:t>)</a:t>
            </a:r>
            <a:br>
              <a:rPr lang="en-US"/>
            </a:br>
            <a:r>
              <a:rPr lang="en-US"/>
              <a:t>3. Right-click image and “Send to back”</a:t>
            </a:r>
          </a:p>
        </p:txBody>
      </p:sp>
      <p:sp>
        <p:nvSpPr>
          <p:cNvPr id="5" name="Confidential disclaimer">
            <a:extLst>
              <a:ext uri="{FF2B5EF4-FFF2-40B4-BE49-F238E27FC236}">
                <a16:creationId xmlns:a16="http://schemas.microsoft.com/office/drawing/2014/main" id="{5608DDC1-C01E-6D4A-6FBF-3A04BB3F997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798636" y="6573016"/>
            <a:ext cx="1101264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Confidential and proprietary</a:t>
            </a:r>
          </a:p>
        </p:txBody>
      </p:sp>
      <p:sp>
        <p:nvSpPr>
          <p:cNvPr id="7" name="Copyright Line">
            <a:extLst>
              <a:ext uri="{FF2B5EF4-FFF2-40B4-BE49-F238E27FC236}">
                <a16:creationId xmlns:a16="http://schemas.microsoft.com/office/drawing/2014/main" id="{94679E81-620B-431C-44E4-1FAE9486A5E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88558" y="6536553"/>
            <a:ext cx="2458455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>
                <a:solidFill>
                  <a:srgbClr val="BBBBBB"/>
                </a:solidFill>
                <a:latin typeface="+mn-lt"/>
                <a:ea typeface="+mn-ea"/>
                <a:cs typeface="+mn-cs"/>
              </a:rPr>
              <a:t>© </a:t>
            </a:r>
            <a:fld id="{8BFAE56B-6D08-4B3F-AB76-3783A8251C9C}" type="datetimeyyyy">
              <a:rPr lang="en-US" sz="700" kern="1200" smtClean="0">
                <a:solidFill>
                  <a:srgbClr val="BBBBBB"/>
                </a:solidFill>
                <a:latin typeface="+mn-lt"/>
                <a:ea typeface="+mn-ea"/>
                <a:cs typeface="+mn-cs"/>
              </a:rPr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</a:t>
            </a:fld>
            <a:r>
              <a:rPr lang="en-US" sz="700" kern="1200">
                <a:solidFill>
                  <a:srgbClr val="BBBBBB"/>
                </a:solidFill>
                <a:latin typeface="+mn-lt"/>
                <a:ea typeface="+mn-ea"/>
                <a:cs typeface="+mn-cs"/>
              </a:rPr>
              <a:t> Nielsen Consumer LLC. All Rights Reserved.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C7B7A51-3AAD-04A0-499C-1BDCF93D6A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3"/>
          </p:nvPr>
        </p:nvSpPr>
        <p:spPr>
          <a:xfrm>
            <a:off x="3251200" y="6485399"/>
            <a:ext cx="3716336" cy="282957"/>
          </a:xfrm>
          <a:noFill/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22" name="Date Placeholder">
            <a:extLst>
              <a:ext uri="{FF2B5EF4-FFF2-40B4-BE49-F238E27FC236}">
                <a16:creationId xmlns:a16="http://schemas.microsoft.com/office/drawing/2014/main" id="{2FF3E537-3200-2E95-28C8-4005E0D0E4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>
          <a:xfrm>
            <a:off x="292100" y="5036705"/>
            <a:ext cx="1744664" cy="282957"/>
          </a:xfrm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Title/Dept Placeholder">
            <a:extLst>
              <a:ext uri="{FF2B5EF4-FFF2-40B4-BE49-F238E27FC236}">
                <a16:creationId xmlns:a16="http://schemas.microsoft.com/office/drawing/2014/main" id="{DADB3285-032F-C5EA-E4E6-C62E075FF1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 hasCustomPrompt="1"/>
          </p:nvPr>
        </p:nvSpPr>
        <p:spPr>
          <a:xfrm>
            <a:off x="288558" y="4560602"/>
            <a:ext cx="8642082" cy="344385"/>
          </a:xfrm>
        </p:spPr>
        <p:txBody>
          <a:bodyPr t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FFFFFF"/>
                </a:solidFill>
              </a:defRPr>
            </a:lvl1pPr>
            <a:lvl2pPr marL="457200" indent="0">
              <a:buNone/>
              <a:defRPr sz="1200" b="1">
                <a:solidFill>
                  <a:schemeClr val="bg1"/>
                </a:solidFill>
              </a:defRPr>
            </a:lvl2pPr>
            <a:lvl3pPr marL="914400" indent="0">
              <a:buNone/>
              <a:defRPr sz="1200" b="1">
                <a:solidFill>
                  <a:schemeClr val="bg1"/>
                </a:solidFill>
              </a:defRPr>
            </a:lvl3pPr>
            <a:lvl4pPr marL="1371600" indent="0">
              <a:buNone/>
              <a:defRPr sz="1200" b="1">
                <a:solidFill>
                  <a:schemeClr val="bg1"/>
                </a:solidFill>
              </a:defRPr>
            </a:lvl4pPr>
            <a:lvl5pPr marL="1828800" indent="0">
              <a:buNone/>
              <a:defRPr sz="1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Title/Department</a:t>
            </a:r>
          </a:p>
        </p:txBody>
      </p:sp>
      <p:sp>
        <p:nvSpPr>
          <p:cNvPr id="2" name="Presenter Name Placeholder">
            <a:extLst>
              <a:ext uri="{FF2B5EF4-FFF2-40B4-BE49-F238E27FC236}">
                <a16:creationId xmlns:a16="http://schemas.microsoft.com/office/drawing/2014/main" id="{3417592A-6067-984F-549E-3833CDB76A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288558" y="4192468"/>
            <a:ext cx="8642082" cy="344384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FFFFF"/>
                </a:solidFill>
              </a:defRPr>
            </a:lvl1pPr>
            <a:lvl2pPr marL="457200" indent="0">
              <a:buNone/>
              <a:defRPr sz="1200" b="1">
                <a:solidFill>
                  <a:schemeClr val="bg1"/>
                </a:solidFill>
              </a:defRPr>
            </a:lvl2pPr>
            <a:lvl3pPr marL="914400" indent="0">
              <a:buNone/>
              <a:defRPr sz="1200" b="1">
                <a:solidFill>
                  <a:schemeClr val="bg1"/>
                </a:solidFill>
              </a:defRPr>
            </a:lvl3pPr>
            <a:lvl4pPr marL="1371600" indent="0">
              <a:buNone/>
              <a:defRPr sz="1200" b="1">
                <a:solidFill>
                  <a:schemeClr val="bg1"/>
                </a:solidFill>
              </a:defRPr>
            </a:lvl4pPr>
            <a:lvl5pPr marL="1828800" indent="0">
              <a:buNone/>
              <a:defRPr sz="1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name Last name</a:t>
            </a:r>
          </a:p>
        </p:txBody>
      </p:sp>
      <p:sp>
        <p:nvSpPr>
          <p:cNvPr id="17" name="Subtitle Placeholder">
            <a:extLst>
              <a:ext uri="{FF2B5EF4-FFF2-40B4-BE49-F238E27FC236}">
                <a16:creationId xmlns:a16="http://schemas.microsoft.com/office/drawing/2014/main" id="{A4501D72-EE3C-0DA6-BA4B-C1D78BA85A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>
            <a:off x="288558" y="3114710"/>
            <a:ext cx="8642082" cy="83788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Title Placeholder">
            <a:extLst>
              <a:ext uri="{FF2B5EF4-FFF2-40B4-BE49-F238E27FC236}">
                <a16:creationId xmlns:a16="http://schemas.microsoft.com/office/drawing/2014/main" id="{7987C027-455E-4C45-138D-8334F13BBE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288558" y="635035"/>
            <a:ext cx="8642082" cy="23876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5400">
                <a:solidFill>
                  <a:srgbClr val="FFFFFF"/>
                </a:solidFill>
              </a:defRPr>
            </a:lvl1pPr>
          </a:lstStyle>
          <a:p>
            <a:r>
              <a:rPr lang="en-US"/>
              <a:t>Insert your presentation title here maximum of three lines</a:t>
            </a:r>
          </a:p>
        </p:txBody>
      </p:sp>
      <p:sp>
        <p:nvSpPr>
          <p:cNvPr id="38" name="Nielsen wordmark">
            <a:extLst>
              <a:ext uri="{FF2B5EF4-FFF2-40B4-BE49-F238E27FC236}">
                <a16:creationId xmlns:a16="http://schemas.microsoft.com/office/drawing/2014/main" id="{6D5C1F9E-5298-0893-F83B-8DC3C0EC17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95274" y="5686380"/>
            <a:ext cx="2855736" cy="516802"/>
          </a:xfrm>
          <a:custGeom>
            <a:avLst/>
            <a:gdLst>
              <a:gd name="connsiteX0" fmla="*/ 1628098 w 2855736"/>
              <a:gd name="connsiteY0" fmla="*/ 189308 h 516802"/>
              <a:gd name="connsiteX1" fmla="*/ 1598276 w 2855736"/>
              <a:gd name="connsiteY1" fmla="*/ 194730 h 516802"/>
              <a:gd name="connsiteX2" fmla="*/ 1576820 w 2855736"/>
              <a:gd name="connsiteY2" fmla="*/ 209524 h 516802"/>
              <a:gd name="connsiteX3" fmla="*/ 1563188 w 2855736"/>
              <a:gd name="connsiteY3" fmla="*/ 231368 h 516802"/>
              <a:gd name="connsiteX4" fmla="*/ 1563188 w 2855736"/>
              <a:gd name="connsiteY4" fmla="*/ 231290 h 516802"/>
              <a:gd name="connsiteX5" fmla="*/ 1557921 w 2855736"/>
              <a:gd name="connsiteY5" fmla="*/ 254838 h 516802"/>
              <a:gd name="connsiteX6" fmla="*/ 1694015 w 2855736"/>
              <a:gd name="connsiteY6" fmla="*/ 254838 h 516802"/>
              <a:gd name="connsiteX7" fmla="*/ 1678059 w 2855736"/>
              <a:gd name="connsiteY7" fmla="*/ 207201 h 516802"/>
              <a:gd name="connsiteX8" fmla="*/ 1628098 w 2855736"/>
              <a:gd name="connsiteY8" fmla="*/ 189308 h 516802"/>
              <a:gd name="connsiteX9" fmla="*/ 782717 w 2855736"/>
              <a:gd name="connsiteY9" fmla="*/ 189308 h 516802"/>
              <a:gd name="connsiteX10" fmla="*/ 752895 w 2855736"/>
              <a:gd name="connsiteY10" fmla="*/ 194730 h 516802"/>
              <a:gd name="connsiteX11" fmla="*/ 731439 w 2855736"/>
              <a:gd name="connsiteY11" fmla="*/ 209524 h 516802"/>
              <a:gd name="connsiteX12" fmla="*/ 717807 w 2855736"/>
              <a:gd name="connsiteY12" fmla="*/ 231368 h 516802"/>
              <a:gd name="connsiteX13" fmla="*/ 717807 w 2855736"/>
              <a:gd name="connsiteY13" fmla="*/ 231290 h 516802"/>
              <a:gd name="connsiteX14" fmla="*/ 712539 w 2855736"/>
              <a:gd name="connsiteY14" fmla="*/ 254838 h 516802"/>
              <a:gd name="connsiteX15" fmla="*/ 848634 w 2855736"/>
              <a:gd name="connsiteY15" fmla="*/ 254838 h 516802"/>
              <a:gd name="connsiteX16" fmla="*/ 832677 w 2855736"/>
              <a:gd name="connsiteY16" fmla="*/ 207201 h 516802"/>
              <a:gd name="connsiteX17" fmla="*/ 782717 w 2855736"/>
              <a:gd name="connsiteY17" fmla="*/ 189308 h 516802"/>
              <a:gd name="connsiteX18" fmla="*/ 476601 w 2855736"/>
              <a:gd name="connsiteY18" fmla="*/ 124553 h 516802"/>
              <a:gd name="connsiteX19" fmla="*/ 480087 w 2855736"/>
              <a:gd name="connsiteY19" fmla="*/ 124553 h 516802"/>
              <a:gd name="connsiteX20" fmla="*/ 569319 w 2855736"/>
              <a:gd name="connsiteY20" fmla="*/ 124553 h 516802"/>
              <a:gd name="connsiteX21" fmla="*/ 572882 w 2855736"/>
              <a:gd name="connsiteY21" fmla="*/ 124553 h 516802"/>
              <a:gd name="connsiteX22" fmla="*/ 572882 w 2855736"/>
              <a:gd name="connsiteY22" fmla="*/ 128116 h 516802"/>
              <a:gd name="connsiteX23" fmla="*/ 572804 w 2855736"/>
              <a:gd name="connsiteY23" fmla="*/ 466299 h 516802"/>
              <a:gd name="connsiteX24" fmla="*/ 569319 w 2855736"/>
              <a:gd name="connsiteY24" fmla="*/ 466299 h 516802"/>
              <a:gd name="connsiteX25" fmla="*/ 480087 w 2855736"/>
              <a:gd name="connsiteY25" fmla="*/ 466299 h 516802"/>
              <a:gd name="connsiteX26" fmla="*/ 476601 w 2855736"/>
              <a:gd name="connsiteY26" fmla="*/ 466299 h 516802"/>
              <a:gd name="connsiteX27" fmla="*/ 476601 w 2855736"/>
              <a:gd name="connsiteY27" fmla="*/ 127496 h 516802"/>
              <a:gd name="connsiteX28" fmla="*/ 2026544 w 2855736"/>
              <a:gd name="connsiteY28" fmla="*/ 116342 h 516802"/>
              <a:gd name="connsiteX29" fmla="*/ 2113220 w 2855736"/>
              <a:gd name="connsiteY29" fmla="*/ 147093 h 516802"/>
              <a:gd name="connsiteX30" fmla="*/ 2141569 w 2855736"/>
              <a:gd name="connsiteY30" fmla="*/ 242832 h 516802"/>
              <a:gd name="connsiteX31" fmla="*/ 2141569 w 2855736"/>
              <a:gd name="connsiteY31" fmla="*/ 466376 h 516802"/>
              <a:gd name="connsiteX32" fmla="*/ 2045366 w 2855736"/>
              <a:gd name="connsiteY32" fmla="*/ 466376 h 516802"/>
              <a:gd name="connsiteX33" fmla="*/ 2045366 w 2855736"/>
              <a:gd name="connsiteY33" fmla="*/ 254992 h 516802"/>
              <a:gd name="connsiteX34" fmla="*/ 2033050 w 2855736"/>
              <a:gd name="connsiteY34" fmla="*/ 209757 h 516802"/>
              <a:gd name="connsiteX35" fmla="*/ 1999820 w 2855736"/>
              <a:gd name="connsiteY35" fmla="*/ 197983 h 516802"/>
              <a:gd name="connsiteX36" fmla="*/ 1971548 w 2855736"/>
              <a:gd name="connsiteY36" fmla="*/ 202786 h 516802"/>
              <a:gd name="connsiteX37" fmla="*/ 1949472 w 2855736"/>
              <a:gd name="connsiteY37" fmla="*/ 216651 h 516802"/>
              <a:gd name="connsiteX38" fmla="*/ 1935143 w 2855736"/>
              <a:gd name="connsiteY38" fmla="*/ 237022 h 516802"/>
              <a:gd name="connsiteX39" fmla="*/ 1929411 w 2855736"/>
              <a:gd name="connsiteY39" fmla="*/ 262583 h 516802"/>
              <a:gd name="connsiteX40" fmla="*/ 1929411 w 2855736"/>
              <a:gd name="connsiteY40" fmla="*/ 466299 h 516802"/>
              <a:gd name="connsiteX41" fmla="*/ 1833130 w 2855736"/>
              <a:gd name="connsiteY41" fmla="*/ 466299 h 516802"/>
              <a:gd name="connsiteX42" fmla="*/ 1833130 w 2855736"/>
              <a:gd name="connsiteY42" fmla="*/ 124630 h 516802"/>
              <a:gd name="connsiteX43" fmla="*/ 1926855 w 2855736"/>
              <a:gd name="connsiteY43" fmla="*/ 124630 h 516802"/>
              <a:gd name="connsiteX44" fmla="*/ 1926855 w 2855736"/>
              <a:gd name="connsiteY44" fmla="*/ 165063 h 516802"/>
              <a:gd name="connsiteX45" fmla="*/ 1968605 w 2855736"/>
              <a:gd name="connsiteY45" fmla="*/ 130052 h 516802"/>
              <a:gd name="connsiteX46" fmla="*/ 2026544 w 2855736"/>
              <a:gd name="connsiteY46" fmla="*/ 116342 h 516802"/>
              <a:gd name="connsiteX47" fmla="*/ 1272176 w 2855736"/>
              <a:gd name="connsiteY47" fmla="*/ 115490 h 516802"/>
              <a:gd name="connsiteX48" fmla="*/ 1339410 w 2855736"/>
              <a:gd name="connsiteY48" fmla="*/ 123623 h 516802"/>
              <a:gd name="connsiteX49" fmla="*/ 1384258 w 2855736"/>
              <a:gd name="connsiteY49" fmla="*/ 145544 h 516802"/>
              <a:gd name="connsiteX50" fmla="*/ 1397194 w 2855736"/>
              <a:gd name="connsiteY50" fmla="*/ 157860 h 516802"/>
              <a:gd name="connsiteX51" fmla="*/ 1410749 w 2855736"/>
              <a:gd name="connsiteY51" fmla="*/ 178696 h 516802"/>
              <a:gd name="connsiteX52" fmla="*/ 1415319 w 2855736"/>
              <a:gd name="connsiteY52" fmla="*/ 189695 h 516802"/>
              <a:gd name="connsiteX53" fmla="*/ 1416171 w 2855736"/>
              <a:gd name="connsiteY53" fmla="*/ 192174 h 516802"/>
              <a:gd name="connsiteX54" fmla="*/ 1422755 w 2855736"/>
              <a:gd name="connsiteY54" fmla="*/ 222847 h 516802"/>
              <a:gd name="connsiteX55" fmla="*/ 1423065 w 2855736"/>
              <a:gd name="connsiteY55" fmla="*/ 226643 h 516802"/>
              <a:gd name="connsiteX56" fmla="*/ 1335382 w 2855736"/>
              <a:gd name="connsiteY56" fmla="*/ 226643 h 516802"/>
              <a:gd name="connsiteX57" fmla="*/ 1333058 w 2855736"/>
              <a:gd name="connsiteY57" fmla="*/ 218432 h 516802"/>
              <a:gd name="connsiteX58" fmla="*/ 1318109 w 2855736"/>
              <a:gd name="connsiteY58" fmla="*/ 198835 h 516802"/>
              <a:gd name="connsiteX59" fmla="*/ 1274035 w 2855736"/>
              <a:gd name="connsiteY59" fmla="*/ 188688 h 516802"/>
              <a:gd name="connsiteX60" fmla="*/ 1245220 w 2855736"/>
              <a:gd name="connsiteY60" fmla="*/ 191477 h 516802"/>
              <a:gd name="connsiteX61" fmla="*/ 1227870 w 2855736"/>
              <a:gd name="connsiteY61" fmla="*/ 198293 h 516802"/>
              <a:gd name="connsiteX62" fmla="*/ 1219504 w 2855736"/>
              <a:gd name="connsiteY62" fmla="*/ 207123 h 516802"/>
              <a:gd name="connsiteX63" fmla="*/ 1217025 w 2855736"/>
              <a:gd name="connsiteY63" fmla="*/ 216418 h 516802"/>
              <a:gd name="connsiteX64" fmla="*/ 1225469 w 2855736"/>
              <a:gd name="connsiteY64" fmla="*/ 236867 h 516802"/>
              <a:gd name="connsiteX65" fmla="*/ 1262494 w 2855736"/>
              <a:gd name="connsiteY65" fmla="*/ 248641 h 516802"/>
              <a:gd name="connsiteX66" fmla="*/ 1304553 w 2855736"/>
              <a:gd name="connsiteY66" fmla="*/ 255612 h 516802"/>
              <a:gd name="connsiteX67" fmla="*/ 1365513 w 2855736"/>
              <a:gd name="connsiteY67" fmla="*/ 270484 h 516802"/>
              <a:gd name="connsiteX68" fmla="*/ 1403313 w 2855736"/>
              <a:gd name="connsiteY68" fmla="*/ 293179 h 516802"/>
              <a:gd name="connsiteX69" fmla="*/ 1423375 w 2855736"/>
              <a:gd name="connsiteY69" fmla="*/ 325635 h 516802"/>
              <a:gd name="connsiteX70" fmla="*/ 1423375 w 2855736"/>
              <a:gd name="connsiteY70" fmla="*/ 325712 h 516802"/>
              <a:gd name="connsiteX71" fmla="*/ 1428952 w 2855736"/>
              <a:gd name="connsiteY71" fmla="*/ 368159 h 516802"/>
              <a:gd name="connsiteX72" fmla="*/ 1391927 w 2855736"/>
              <a:gd name="connsiteY72" fmla="*/ 446392 h 516802"/>
              <a:gd name="connsiteX73" fmla="*/ 1279534 w 2855736"/>
              <a:gd name="connsiteY73" fmla="*/ 475516 h 516802"/>
              <a:gd name="connsiteX74" fmla="*/ 1221828 w 2855736"/>
              <a:gd name="connsiteY74" fmla="*/ 470017 h 516802"/>
              <a:gd name="connsiteX75" fmla="*/ 1172255 w 2855736"/>
              <a:gd name="connsiteY75" fmla="*/ 450730 h 516802"/>
              <a:gd name="connsiteX76" fmla="*/ 1136081 w 2855736"/>
              <a:gd name="connsiteY76" fmla="*/ 413937 h 516802"/>
              <a:gd name="connsiteX77" fmla="*/ 1120280 w 2855736"/>
              <a:gd name="connsiteY77" fmla="*/ 360336 h 516802"/>
              <a:gd name="connsiteX78" fmla="*/ 1213230 w 2855736"/>
              <a:gd name="connsiteY78" fmla="*/ 360336 h 516802"/>
              <a:gd name="connsiteX79" fmla="*/ 1233911 w 2855736"/>
              <a:gd name="connsiteY79" fmla="*/ 391087 h 516802"/>
              <a:gd name="connsiteX80" fmla="*/ 1278295 w 2855736"/>
              <a:gd name="connsiteY80" fmla="*/ 399685 h 516802"/>
              <a:gd name="connsiteX81" fmla="*/ 1322059 w 2855736"/>
              <a:gd name="connsiteY81" fmla="*/ 392171 h 516802"/>
              <a:gd name="connsiteX82" fmla="*/ 1333988 w 2855736"/>
              <a:gd name="connsiteY82" fmla="*/ 369398 h 516802"/>
              <a:gd name="connsiteX83" fmla="*/ 1326319 w 2855736"/>
              <a:gd name="connsiteY83" fmla="*/ 349492 h 516802"/>
              <a:gd name="connsiteX84" fmla="*/ 1295568 w 2855736"/>
              <a:gd name="connsiteY84" fmla="*/ 337253 h 516802"/>
              <a:gd name="connsiteX85" fmla="*/ 1247467 w 2855736"/>
              <a:gd name="connsiteY85" fmla="*/ 329585 h 516802"/>
              <a:gd name="connsiteX86" fmla="*/ 1155678 w 2855736"/>
              <a:gd name="connsiteY86" fmla="*/ 296045 h 516802"/>
              <a:gd name="connsiteX87" fmla="*/ 1124695 w 2855736"/>
              <a:gd name="connsiteY87" fmla="*/ 222847 h 516802"/>
              <a:gd name="connsiteX88" fmla="*/ 1135617 w 2855736"/>
              <a:gd name="connsiteY88" fmla="*/ 177844 h 516802"/>
              <a:gd name="connsiteX89" fmla="*/ 1166290 w 2855736"/>
              <a:gd name="connsiteY89" fmla="*/ 144150 h 516802"/>
              <a:gd name="connsiteX90" fmla="*/ 1212920 w 2855736"/>
              <a:gd name="connsiteY90" fmla="*/ 122926 h 516802"/>
              <a:gd name="connsiteX91" fmla="*/ 1272176 w 2855736"/>
              <a:gd name="connsiteY91" fmla="*/ 115490 h 516802"/>
              <a:gd name="connsiteX92" fmla="*/ 1629957 w 2855736"/>
              <a:gd name="connsiteY92" fmla="*/ 115335 h 516802"/>
              <a:gd name="connsiteX93" fmla="*/ 1747616 w 2855736"/>
              <a:gd name="connsiteY93" fmla="*/ 160493 h 516802"/>
              <a:gd name="connsiteX94" fmla="*/ 1787043 w 2855736"/>
              <a:gd name="connsiteY94" fmla="*/ 281328 h 516802"/>
              <a:gd name="connsiteX95" fmla="*/ 1787043 w 2855736"/>
              <a:gd name="connsiteY95" fmla="*/ 320522 h 516802"/>
              <a:gd name="connsiteX96" fmla="*/ 1556526 w 2855736"/>
              <a:gd name="connsiteY96" fmla="*/ 320522 h 516802"/>
              <a:gd name="connsiteX97" fmla="*/ 1575968 w 2855736"/>
              <a:gd name="connsiteY97" fmla="*/ 377454 h 516802"/>
              <a:gd name="connsiteX98" fmla="*/ 1630654 w 2855736"/>
              <a:gd name="connsiteY98" fmla="*/ 398833 h 516802"/>
              <a:gd name="connsiteX99" fmla="*/ 1688825 w 2855736"/>
              <a:gd name="connsiteY99" fmla="*/ 360181 h 516802"/>
              <a:gd name="connsiteX100" fmla="*/ 1688903 w 2855736"/>
              <a:gd name="connsiteY100" fmla="*/ 360181 h 516802"/>
              <a:gd name="connsiteX101" fmla="*/ 1782937 w 2855736"/>
              <a:gd name="connsiteY101" fmla="*/ 360181 h 516802"/>
              <a:gd name="connsiteX102" fmla="*/ 1737082 w 2855736"/>
              <a:gd name="connsiteY102" fmla="*/ 445540 h 516802"/>
              <a:gd name="connsiteX103" fmla="*/ 1630034 w 2855736"/>
              <a:gd name="connsiteY103" fmla="*/ 475284 h 516802"/>
              <a:gd name="connsiteX104" fmla="*/ 1502848 w 2855736"/>
              <a:gd name="connsiteY104" fmla="*/ 428267 h 516802"/>
              <a:gd name="connsiteX105" fmla="*/ 1460168 w 2855736"/>
              <a:gd name="connsiteY105" fmla="*/ 295890 h 516802"/>
              <a:gd name="connsiteX106" fmla="*/ 1472484 w 2855736"/>
              <a:gd name="connsiteY106" fmla="*/ 219826 h 516802"/>
              <a:gd name="connsiteX107" fmla="*/ 1507340 w 2855736"/>
              <a:gd name="connsiteY107" fmla="*/ 162894 h 516802"/>
              <a:gd name="connsiteX108" fmla="*/ 1561174 w 2855736"/>
              <a:gd name="connsiteY108" fmla="*/ 127341 h 516802"/>
              <a:gd name="connsiteX109" fmla="*/ 1629957 w 2855736"/>
              <a:gd name="connsiteY109" fmla="*/ 115335 h 516802"/>
              <a:gd name="connsiteX110" fmla="*/ 784576 w 2855736"/>
              <a:gd name="connsiteY110" fmla="*/ 115335 h 516802"/>
              <a:gd name="connsiteX111" fmla="*/ 902235 w 2855736"/>
              <a:gd name="connsiteY111" fmla="*/ 160493 h 516802"/>
              <a:gd name="connsiteX112" fmla="*/ 941661 w 2855736"/>
              <a:gd name="connsiteY112" fmla="*/ 281328 h 516802"/>
              <a:gd name="connsiteX113" fmla="*/ 941661 w 2855736"/>
              <a:gd name="connsiteY113" fmla="*/ 320522 h 516802"/>
              <a:gd name="connsiteX114" fmla="*/ 711145 w 2855736"/>
              <a:gd name="connsiteY114" fmla="*/ 320522 h 516802"/>
              <a:gd name="connsiteX115" fmla="*/ 730587 w 2855736"/>
              <a:gd name="connsiteY115" fmla="*/ 377454 h 516802"/>
              <a:gd name="connsiteX116" fmla="*/ 785273 w 2855736"/>
              <a:gd name="connsiteY116" fmla="*/ 398833 h 516802"/>
              <a:gd name="connsiteX117" fmla="*/ 843444 w 2855736"/>
              <a:gd name="connsiteY117" fmla="*/ 360181 h 516802"/>
              <a:gd name="connsiteX118" fmla="*/ 843522 w 2855736"/>
              <a:gd name="connsiteY118" fmla="*/ 360181 h 516802"/>
              <a:gd name="connsiteX119" fmla="*/ 937556 w 2855736"/>
              <a:gd name="connsiteY119" fmla="*/ 360181 h 516802"/>
              <a:gd name="connsiteX120" fmla="*/ 891701 w 2855736"/>
              <a:gd name="connsiteY120" fmla="*/ 445540 h 516802"/>
              <a:gd name="connsiteX121" fmla="*/ 784653 w 2855736"/>
              <a:gd name="connsiteY121" fmla="*/ 475284 h 516802"/>
              <a:gd name="connsiteX122" fmla="*/ 657467 w 2855736"/>
              <a:gd name="connsiteY122" fmla="*/ 428267 h 516802"/>
              <a:gd name="connsiteX123" fmla="*/ 614787 w 2855736"/>
              <a:gd name="connsiteY123" fmla="*/ 295890 h 516802"/>
              <a:gd name="connsiteX124" fmla="*/ 627103 w 2855736"/>
              <a:gd name="connsiteY124" fmla="*/ 219826 h 516802"/>
              <a:gd name="connsiteX125" fmla="*/ 661959 w 2855736"/>
              <a:gd name="connsiteY125" fmla="*/ 162894 h 516802"/>
              <a:gd name="connsiteX126" fmla="*/ 715793 w 2855736"/>
              <a:gd name="connsiteY126" fmla="*/ 127341 h 516802"/>
              <a:gd name="connsiteX127" fmla="*/ 784576 w 2855736"/>
              <a:gd name="connsiteY127" fmla="*/ 115335 h 516802"/>
              <a:gd name="connsiteX128" fmla="*/ 2576886 w 2855736"/>
              <a:gd name="connsiteY128" fmla="*/ 97288 h 516802"/>
              <a:gd name="connsiteX129" fmla="*/ 2435834 w 2855736"/>
              <a:gd name="connsiteY129" fmla="*/ 238339 h 516802"/>
              <a:gd name="connsiteX130" fmla="*/ 2576886 w 2855736"/>
              <a:gd name="connsiteY130" fmla="*/ 379391 h 516802"/>
              <a:gd name="connsiteX131" fmla="*/ 2717938 w 2855736"/>
              <a:gd name="connsiteY131" fmla="*/ 238339 h 516802"/>
              <a:gd name="connsiteX132" fmla="*/ 2576886 w 2855736"/>
              <a:gd name="connsiteY132" fmla="*/ 97288 h 516802"/>
              <a:gd name="connsiteX133" fmla="*/ 2196642 w 2855736"/>
              <a:gd name="connsiteY133" fmla="*/ 10456 h 516802"/>
              <a:gd name="connsiteX134" fmla="*/ 2290522 w 2855736"/>
              <a:gd name="connsiteY134" fmla="*/ 10456 h 516802"/>
              <a:gd name="connsiteX135" fmla="*/ 2290522 w 2855736"/>
              <a:gd name="connsiteY135" fmla="*/ 466298 h 516802"/>
              <a:gd name="connsiteX136" fmla="*/ 2196642 w 2855736"/>
              <a:gd name="connsiteY136" fmla="*/ 466298 h 516802"/>
              <a:gd name="connsiteX137" fmla="*/ 986665 w 2855736"/>
              <a:gd name="connsiteY137" fmla="*/ 10456 h 516802"/>
              <a:gd name="connsiteX138" fmla="*/ 1080545 w 2855736"/>
              <a:gd name="connsiteY138" fmla="*/ 10456 h 516802"/>
              <a:gd name="connsiteX139" fmla="*/ 1080545 w 2855736"/>
              <a:gd name="connsiteY139" fmla="*/ 475593 h 516802"/>
              <a:gd name="connsiteX140" fmla="*/ 1065905 w 2855736"/>
              <a:gd name="connsiteY140" fmla="*/ 475593 h 516802"/>
              <a:gd name="connsiteX141" fmla="*/ 986665 w 2855736"/>
              <a:gd name="connsiteY141" fmla="*/ 394107 h 516802"/>
              <a:gd name="connsiteX142" fmla="*/ 476601 w 2855736"/>
              <a:gd name="connsiteY142" fmla="*/ 10456 h 516802"/>
              <a:gd name="connsiteX143" fmla="*/ 480087 w 2855736"/>
              <a:gd name="connsiteY143" fmla="*/ 10456 h 516802"/>
              <a:gd name="connsiteX144" fmla="*/ 569319 w 2855736"/>
              <a:gd name="connsiteY144" fmla="*/ 10456 h 516802"/>
              <a:gd name="connsiteX145" fmla="*/ 572882 w 2855736"/>
              <a:gd name="connsiteY145" fmla="*/ 10456 h 516802"/>
              <a:gd name="connsiteX146" fmla="*/ 572882 w 2855736"/>
              <a:gd name="connsiteY146" fmla="*/ 81330 h 516802"/>
              <a:gd name="connsiteX147" fmla="*/ 572882 w 2855736"/>
              <a:gd name="connsiteY147" fmla="*/ 84893 h 516802"/>
              <a:gd name="connsiteX148" fmla="*/ 569319 w 2855736"/>
              <a:gd name="connsiteY148" fmla="*/ 84893 h 516802"/>
              <a:gd name="connsiteX149" fmla="*/ 480087 w 2855736"/>
              <a:gd name="connsiteY149" fmla="*/ 84893 h 516802"/>
              <a:gd name="connsiteX150" fmla="*/ 476601 w 2855736"/>
              <a:gd name="connsiteY150" fmla="*/ 84893 h 516802"/>
              <a:gd name="connsiteX151" fmla="*/ 476601 w 2855736"/>
              <a:gd name="connsiteY151" fmla="*/ 81330 h 516802"/>
              <a:gd name="connsiteX152" fmla="*/ 58559 w 2855736"/>
              <a:gd name="connsiteY152" fmla="*/ 6331 h 516802"/>
              <a:gd name="connsiteX153" fmla="*/ 82648 w 2855736"/>
              <a:gd name="connsiteY153" fmla="*/ 20990 h 516802"/>
              <a:gd name="connsiteX154" fmla="*/ 326565 w 2855736"/>
              <a:gd name="connsiteY154" fmla="*/ 298911 h 516802"/>
              <a:gd name="connsiteX155" fmla="*/ 326565 w 2855736"/>
              <a:gd name="connsiteY155" fmla="*/ 10456 h 516802"/>
              <a:gd name="connsiteX156" fmla="*/ 421064 w 2855736"/>
              <a:gd name="connsiteY156" fmla="*/ 10456 h 516802"/>
              <a:gd name="connsiteX157" fmla="*/ 421064 w 2855736"/>
              <a:gd name="connsiteY157" fmla="*/ 424781 h 516802"/>
              <a:gd name="connsiteX158" fmla="*/ 390545 w 2855736"/>
              <a:gd name="connsiteY158" fmla="*/ 469397 h 516802"/>
              <a:gd name="connsiteX159" fmla="*/ 373814 w 2855736"/>
              <a:gd name="connsiteY159" fmla="*/ 472495 h 516802"/>
              <a:gd name="connsiteX160" fmla="*/ 338416 w 2855736"/>
              <a:gd name="connsiteY160" fmla="*/ 456461 h 516802"/>
              <a:gd name="connsiteX161" fmla="*/ 94499 w 2855736"/>
              <a:gd name="connsiteY161" fmla="*/ 178541 h 516802"/>
              <a:gd name="connsiteX162" fmla="*/ 94499 w 2855736"/>
              <a:gd name="connsiteY162" fmla="*/ 466298 h 516802"/>
              <a:gd name="connsiteX163" fmla="*/ 0 w 2855736"/>
              <a:gd name="connsiteY163" fmla="*/ 466298 h 516802"/>
              <a:gd name="connsiteX164" fmla="*/ 0 w 2855736"/>
              <a:gd name="connsiteY164" fmla="*/ 52748 h 516802"/>
              <a:gd name="connsiteX165" fmla="*/ 30519 w 2855736"/>
              <a:gd name="connsiteY165" fmla="*/ 8055 h 516802"/>
              <a:gd name="connsiteX166" fmla="*/ 58559 w 2855736"/>
              <a:gd name="connsiteY166" fmla="*/ 6331 h 516802"/>
              <a:gd name="connsiteX167" fmla="*/ 2576886 w 2855736"/>
              <a:gd name="connsiteY167" fmla="*/ 0 h 516802"/>
              <a:gd name="connsiteX168" fmla="*/ 2815303 w 2855736"/>
              <a:gd name="connsiteY168" fmla="*/ 238417 h 516802"/>
              <a:gd name="connsiteX169" fmla="*/ 2775489 w 2855736"/>
              <a:gd name="connsiteY169" fmla="*/ 370096 h 516802"/>
              <a:gd name="connsiteX170" fmla="*/ 2775412 w 2855736"/>
              <a:gd name="connsiteY170" fmla="*/ 370096 h 516802"/>
              <a:gd name="connsiteX171" fmla="*/ 2855736 w 2855736"/>
              <a:gd name="connsiteY171" fmla="*/ 450420 h 516802"/>
              <a:gd name="connsiteX172" fmla="*/ 2789354 w 2855736"/>
              <a:gd name="connsiteY172" fmla="*/ 516802 h 516802"/>
              <a:gd name="connsiteX173" fmla="*/ 2709108 w 2855736"/>
              <a:gd name="connsiteY173" fmla="*/ 436555 h 516802"/>
              <a:gd name="connsiteX174" fmla="*/ 2576886 w 2855736"/>
              <a:gd name="connsiteY174" fmla="*/ 476756 h 516802"/>
              <a:gd name="connsiteX175" fmla="*/ 2338469 w 2855736"/>
              <a:gd name="connsiteY175" fmla="*/ 238417 h 516802"/>
              <a:gd name="connsiteX176" fmla="*/ 2576886 w 2855736"/>
              <a:gd name="connsiteY176" fmla="*/ 0 h 516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</a:cxnLst>
            <a:rect l="l" t="t" r="r" b="b"/>
            <a:pathLst>
              <a:path w="2855736" h="516802">
                <a:moveTo>
                  <a:pt x="1628098" y="189308"/>
                </a:moveTo>
                <a:cubicBezTo>
                  <a:pt x="1616711" y="189308"/>
                  <a:pt x="1606719" y="191089"/>
                  <a:pt x="1598276" y="194730"/>
                </a:cubicBezTo>
                <a:cubicBezTo>
                  <a:pt x="1589833" y="198370"/>
                  <a:pt x="1582630" y="203328"/>
                  <a:pt x="1576820" y="209524"/>
                </a:cubicBezTo>
                <a:cubicBezTo>
                  <a:pt x="1571011" y="215798"/>
                  <a:pt x="1566441" y="223157"/>
                  <a:pt x="1563188" y="231368"/>
                </a:cubicBezTo>
                <a:lnTo>
                  <a:pt x="1563188" y="231290"/>
                </a:lnTo>
                <a:cubicBezTo>
                  <a:pt x="1560399" y="238571"/>
                  <a:pt x="1558618" y="246472"/>
                  <a:pt x="1557921" y="254838"/>
                </a:cubicBezTo>
                <a:lnTo>
                  <a:pt x="1694015" y="254838"/>
                </a:lnTo>
                <a:cubicBezTo>
                  <a:pt x="1693473" y="234621"/>
                  <a:pt x="1688128" y="218587"/>
                  <a:pt x="1678059" y="207201"/>
                </a:cubicBezTo>
                <a:cubicBezTo>
                  <a:pt x="1667524" y="195349"/>
                  <a:pt x="1650716" y="189308"/>
                  <a:pt x="1628098" y="189308"/>
                </a:cubicBezTo>
                <a:close/>
                <a:moveTo>
                  <a:pt x="782717" y="189308"/>
                </a:moveTo>
                <a:cubicBezTo>
                  <a:pt x="771330" y="189308"/>
                  <a:pt x="761338" y="191089"/>
                  <a:pt x="752895" y="194730"/>
                </a:cubicBezTo>
                <a:cubicBezTo>
                  <a:pt x="744452" y="198370"/>
                  <a:pt x="737249" y="203328"/>
                  <a:pt x="731439" y="209524"/>
                </a:cubicBezTo>
                <a:cubicBezTo>
                  <a:pt x="725630" y="215798"/>
                  <a:pt x="721060" y="223157"/>
                  <a:pt x="717807" y="231368"/>
                </a:cubicBezTo>
                <a:lnTo>
                  <a:pt x="717807" y="231290"/>
                </a:lnTo>
                <a:cubicBezTo>
                  <a:pt x="715018" y="238571"/>
                  <a:pt x="713237" y="246472"/>
                  <a:pt x="712539" y="254838"/>
                </a:cubicBezTo>
                <a:lnTo>
                  <a:pt x="848634" y="254838"/>
                </a:lnTo>
                <a:cubicBezTo>
                  <a:pt x="848092" y="234621"/>
                  <a:pt x="842747" y="218587"/>
                  <a:pt x="832677" y="207201"/>
                </a:cubicBezTo>
                <a:cubicBezTo>
                  <a:pt x="822143" y="195349"/>
                  <a:pt x="805335" y="189308"/>
                  <a:pt x="782717" y="189308"/>
                </a:cubicBezTo>
                <a:close/>
                <a:moveTo>
                  <a:pt x="476601" y="124553"/>
                </a:moveTo>
                <a:lnTo>
                  <a:pt x="480087" y="124553"/>
                </a:lnTo>
                <a:lnTo>
                  <a:pt x="569319" y="124553"/>
                </a:lnTo>
                <a:lnTo>
                  <a:pt x="572882" y="124553"/>
                </a:lnTo>
                <a:lnTo>
                  <a:pt x="572882" y="128116"/>
                </a:lnTo>
                <a:lnTo>
                  <a:pt x="572804" y="466299"/>
                </a:lnTo>
                <a:lnTo>
                  <a:pt x="569319" y="466299"/>
                </a:lnTo>
                <a:lnTo>
                  <a:pt x="480087" y="466299"/>
                </a:lnTo>
                <a:lnTo>
                  <a:pt x="476601" y="466299"/>
                </a:lnTo>
                <a:lnTo>
                  <a:pt x="476601" y="127496"/>
                </a:lnTo>
                <a:close/>
                <a:moveTo>
                  <a:pt x="2026544" y="116342"/>
                </a:moveTo>
                <a:cubicBezTo>
                  <a:pt x="2065195" y="116342"/>
                  <a:pt x="2094320" y="126721"/>
                  <a:pt x="2113220" y="147093"/>
                </a:cubicBezTo>
                <a:cubicBezTo>
                  <a:pt x="2132042" y="167465"/>
                  <a:pt x="2141569" y="199687"/>
                  <a:pt x="2141569" y="242832"/>
                </a:cubicBezTo>
                <a:lnTo>
                  <a:pt x="2141569" y="466376"/>
                </a:lnTo>
                <a:lnTo>
                  <a:pt x="2045366" y="466376"/>
                </a:lnTo>
                <a:lnTo>
                  <a:pt x="2045366" y="254992"/>
                </a:lnTo>
                <a:cubicBezTo>
                  <a:pt x="2045366" y="232762"/>
                  <a:pt x="2041183" y="217503"/>
                  <a:pt x="2033050" y="209757"/>
                </a:cubicBezTo>
                <a:cubicBezTo>
                  <a:pt x="2024840" y="201933"/>
                  <a:pt x="2013686" y="197983"/>
                  <a:pt x="1999820" y="197983"/>
                </a:cubicBezTo>
                <a:cubicBezTo>
                  <a:pt x="1988899" y="197983"/>
                  <a:pt x="1979371" y="199610"/>
                  <a:pt x="1971548" y="202786"/>
                </a:cubicBezTo>
                <a:cubicBezTo>
                  <a:pt x="1963647" y="205961"/>
                  <a:pt x="1956211" y="210764"/>
                  <a:pt x="1949472" y="216651"/>
                </a:cubicBezTo>
                <a:cubicBezTo>
                  <a:pt x="1943818" y="222305"/>
                  <a:pt x="1938938" y="229121"/>
                  <a:pt x="1935143" y="237022"/>
                </a:cubicBezTo>
                <a:cubicBezTo>
                  <a:pt x="1931347" y="244768"/>
                  <a:pt x="1929411" y="253366"/>
                  <a:pt x="1929411" y="262583"/>
                </a:cubicBezTo>
                <a:lnTo>
                  <a:pt x="1929411" y="466299"/>
                </a:lnTo>
                <a:lnTo>
                  <a:pt x="1833130" y="466299"/>
                </a:lnTo>
                <a:lnTo>
                  <a:pt x="1833130" y="124630"/>
                </a:lnTo>
                <a:lnTo>
                  <a:pt x="1926855" y="124630"/>
                </a:lnTo>
                <a:lnTo>
                  <a:pt x="1926855" y="165063"/>
                </a:lnTo>
                <a:cubicBezTo>
                  <a:pt x="1938938" y="149494"/>
                  <a:pt x="1952958" y="137798"/>
                  <a:pt x="1968605" y="130052"/>
                </a:cubicBezTo>
                <a:cubicBezTo>
                  <a:pt x="1987040" y="120989"/>
                  <a:pt x="2006559" y="116342"/>
                  <a:pt x="2026544" y="116342"/>
                </a:cubicBezTo>
                <a:close/>
                <a:moveTo>
                  <a:pt x="1272176" y="115490"/>
                </a:moveTo>
                <a:cubicBezTo>
                  <a:pt x="1298667" y="115490"/>
                  <a:pt x="1321285" y="118279"/>
                  <a:pt x="1339410" y="123623"/>
                </a:cubicBezTo>
                <a:cubicBezTo>
                  <a:pt x="1357613" y="129045"/>
                  <a:pt x="1372717" y="136404"/>
                  <a:pt x="1384258" y="145544"/>
                </a:cubicBezTo>
                <a:cubicBezTo>
                  <a:pt x="1389061" y="149339"/>
                  <a:pt x="1393321" y="153445"/>
                  <a:pt x="1397194" y="157860"/>
                </a:cubicBezTo>
                <a:cubicBezTo>
                  <a:pt x="1402693" y="164211"/>
                  <a:pt x="1407263" y="171183"/>
                  <a:pt x="1410749" y="178696"/>
                </a:cubicBezTo>
                <a:cubicBezTo>
                  <a:pt x="1412376" y="182259"/>
                  <a:pt x="1413925" y="185977"/>
                  <a:pt x="1415319" y="189695"/>
                </a:cubicBezTo>
                <a:cubicBezTo>
                  <a:pt x="1415629" y="190547"/>
                  <a:pt x="1415861" y="191322"/>
                  <a:pt x="1416171" y="192174"/>
                </a:cubicBezTo>
                <a:cubicBezTo>
                  <a:pt x="1419347" y="201934"/>
                  <a:pt x="1421516" y="212235"/>
                  <a:pt x="1422755" y="222847"/>
                </a:cubicBezTo>
                <a:cubicBezTo>
                  <a:pt x="1422910" y="224087"/>
                  <a:pt x="1422910" y="225403"/>
                  <a:pt x="1423065" y="226643"/>
                </a:cubicBezTo>
                <a:lnTo>
                  <a:pt x="1335382" y="226643"/>
                </a:lnTo>
                <a:cubicBezTo>
                  <a:pt x="1334762" y="223699"/>
                  <a:pt x="1333988" y="220988"/>
                  <a:pt x="1333058" y="218432"/>
                </a:cubicBezTo>
                <a:cubicBezTo>
                  <a:pt x="1329263" y="208905"/>
                  <a:pt x="1324615" y="203793"/>
                  <a:pt x="1318109" y="198835"/>
                </a:cubicBezTo>
                <a:cubicBezTo>
                  <a:pt x="1309201" y="192096"/>
                  <a:pt x="1294406" y="188688"/>
                  <a:pt x="1274035" y="188688"/>
                </a:cubicBezTo>
                <a:cubicBezTo>
                  <a:pt x="1262494" y="188688"/>
                  <a:pt x="1252734" y="189618"/>
                  <a:pt x="1245220" y="191477"/>
                </a:cubicBezTo>
                <a:cubicBezTo>
                  <a:pt x="1237784" y="193258"/>
                  <a:pt x="1231975" y="195582"/>
                  <a:pt x="1227870" y="198293"/>
                </a:cubicBezTo>
                <a:cubicBezTo>
                  <a:pt x="1223919" y="200927"/>
                  <a:pt x="1221131" y="203870"/>
                  <a:pt x="1219504" y="207123"/>
                </a:cubicBezTo>
                <a:cubicBezTo>
                  <a:pt x="1217878" y="210454"/>
                  <a:pt x="1217025" y="213630"/>
                  <a:pt x="1217025" y="216418"/>
                </a:cubicBezTo>
                <a:cubicBezTo>
                  <a:pt x="1217025" y="225946"/>
                  <a:pt x="1219814" y="232685"/>
                  <a:pt x="1225469" y="236867"/>
                </a:cubicBezTo>
                <a:cubicBezTo>
                  <a:pt x="1231588" y="241437"/>
                  <a:pt x="1244058" y="245388"/>
                  <a:pt x="1262494" y="248641"/>
                </a:cubicBezTo>
                <a:lnTo>
                  <a:pt x="1304553" y="255612"/>
                </a:lnTo>
                <a:cubicBezTo>
                  <a:pt x="1328023" y="259485"/>
                  <a:pt x="1350022" y="264442"/>
                  <a:pt x="1365513" y="270484"/>
                </a:cubicBezTo>
                <a:cubicBezTo>
                  <a:pt x="1381160" y="276526"/>
                  <a:pt x="1393863" y="284194"/>
                  <a:pt x="1403313" y="293179"/>
                </a:cubicBezTo>
                <a:cubicBezTo>
                  <a:pt x="1412840" y="302320"/>
                  <a:pt x="1419579" y="313241"/>
                  <a:pt x="1423375" y="325635"/>
                </a:cubicBezTo>
                <a:lnTo>
                  <a:pt x="1423375" y="325712"/>
                </a:lnTo>
                <a:cubicBezTo>
                  <a:pt x="1427093" y="337950"/>
                  <a:pt x="1428952" y="352203"/>
                  <a:pt x="1428952" y="368159"/>
                </a:cubicBezTo>
                <a:cubicBezTo>
                  <a:pt x="1428952" y="400537"/>
                  <a:pt x="1416481" y="426873"/>
                  <a:pt x="1391927" y="446392"/>
                </a:cubicBezTo>
                <a:cubicBezTo>
                  <a:pt x="1367605" y="465757"/>
                  <a:pt x="1329805" y="475516"/>
                  <a:pt x="1279534" y="475516"/>
                </a:cubicBezTo>
                <a:cubicBezTo>
                  <a:pt x="1259473" y="475516"/>
                  <a:pt x="1240031" y="473657"/>
                  <a:pt x="1221828" y="470017"/>
                </a:cubicBezTo>
                <a:cubicBezTo>
                  <a:pt x="1203470" y="466299"/>
                  <a:pt x="1186739" y="459870"/>
                  <a:pt x="1172255" y="450730"/>
                </a:cubicBezTo>
                <a:cubicBezTo>
                  <a:pt x="1157615" y="441590"/>
                  <a:pt x="1145454" y="429196"/>
                  <a:pt x="1136081" y="413937"/>
                </a:cubicBezTo>
                <a:cubicBezTo>
                  <a:pt x="1127251" y="399607"/>
                  <a:pt x="1121984" y="381559"/>
                  <a:pt x="1120280" y="360336"/>
                </a:cubicBezTo>
                <a:lnTo>
                  <a:pt x="1213230" y="360336"/>
                </a:lnTo>
                <a:cubicBezTo>
                  <a:pt x="1216561" y="375828"/>
                  <a:pt x="1223455" y="386207"/>
                  <a:pt x="1233911" y="391087"/>
                </a:cubicBezTo>
                <a:cubicBezTo>
                  <a:pt x="1246072" y="396819"/>
                  <a:pt x="1261022" y="399685"/>
                  <a:pt x="1278295" y="399685"/>
                </a:cubicBezTo>
                <a:cubicBezTo>
                  <a:pt x="1298744" y="399685"/>
                  <a:pt x="1313539" y="397129"/>
                  <a:pt x="1322059" y="392171"/>
                </a:cubicBezTo>
                <a:cubicBezTo>
                  <a:pt x="1330115" y="387524"/>
                  <a:pt x="1333988" y="380088"/>
                  <a:pt x="1333988" y="369398"/>
                </a:cubicBezTo>
                <a:cubicBezTo>
                  <a:pt x="1333988" y="361808"/>
                  <a:pt x="1331509" y="355224"/>
                  <a:pt x="1326319" y="349492"/>
                </a:cubicBezTo>
                <a:cubicBezTo>
                  <a:pt x="1321207" y="343760"/>
                  <a:pt x="1310828" y="339654"/>
                  <a:pt x="1295568" y="337253"/>
                </a:cubicBezTo>
                <a:lnTo>
                  <a:pt x="1247467" y="329585"/>
                </a:lnTo>
                <a:cubicBezTo>
                  <a:pt x="1206723" y="323156"/>
                  <a:pt x="1175818" y="311847"/>
                  <a:pt x="1155678" y="296045"/>
                </a:cubicBezTo>
                <a:cubicBezTo>
                  <a:pt x="1135152" y="279934"/>
                  <a:pt x="1124695" y="255302"/>
                  <a:pt x="1124695" y="222847"/>
                </a:cubicBezTo>
                <a:cubicBezTo>
                  <a:pt x="1124695" y="206194"/>
                  <a:pt x="1128336" y="191089"/>
                  <a:pt x="1135617" y="177844"/>
                </a:cubicBezTo>
                <a:cubicBezTo>
                  <a:pt x="1142820" y="164676"/>
                  <a:pt x="1153122" y="153367"/>
                  <a:pt x="1166290" y="144150"/>
                </a:cubicBezTo>
                <a:cubicBezTo>
                  <a:pt x="1179303" y="135010"/>
                  <a:pt x="1194950" y="127883"/>
                  <a:pt x="1212920" y="122926"/>
                </a:cubicBezTo>
                <a:cubicBezTo>
                  <a:pt x="1230813" y="117969"/>
                  <a:pt x="1250720" y="115490"/>
                  <a:pt x="1272176" y="115490"/>
                </a:cubicBezTo>
                <a:close/>
                <a:moveTo>
                  <a:pt x="1629957" y="115335"/>
                </a:moveTo>
                <a:cubicBezTo>
                  <a:pt x="1681776" y="115335"/>
                  <a:pt x="1721358" y="130517"/>
                  <a:pt x="1747616" y="160493"/>
                </a:cubicBezTo>
                <a:cubicBezTo>
                  <a:pt x="1773797" y="190315"/>
                  <a:pt x="1787043" y="230980"/>
                  <a:pt x="1787043" y="281328"/>
                </a:cubicBezTo>
                <a:lnTo>
                  <a:pt x="1787043" y="320522"/>
                </a:lnTo>
                <a:lnTo>
                  <a:pt x="1556526" y="320522"/>
                </a:lnTo>
                <a:cubicBezTo>
                  <a:pt x="1557843" y="344612"/>
                  <a:pt x="1564350" y="363744"/>
                  <a:pt x="1575968" y="377454"/>
                </a:cubicBezTo>
                <a:cubicBezTo>
                  <a:pt x="1587974" y="391629"/>
                  <a:pt x="1606332" y="398833"/>
                  <a:pt x="1630654" y="398833"/>
                </a:cubicBezTo>
                <a:cubicBezTo>
                  <a:pt x="1662954" y="398833"/>
                  <a:pt x="1682009" y="386207"/>
                  <a:pt x="1688825" y="360181"/>
                </a:cubicBezTo>
                <a:lnTo>
                  <a:pt x="1688903" y="360181"/>
                </a:lnTo>
                <a:lnTo>
                  <a:pt x="1782937" y="360181"/>
                </a:lnTo>
                <a:cubicBezTo>
                  <a:pt x="1776663" y="397361"/>
                  <a:pt x="1761249" y="426098"/>
                  <a:pt x="1737082" y="445540"/>
                </a:cubicBezTo>
                <a:cubicBezTo>
                  <a:pt x="1712527" y="465292"/>
                  <a:pt x="1676509" y="475284"/>
                  <a:pt x="1630034" y="475284"/>
                </a:cubicBezTo>
                <a:cubicBezTo>
                  <a:pt x="1574032" y="475284"/>
                  <a:pt x="1531197" y="459482"/>
                  <a:pt x="1502848" y="428267"/>
                </a:cubicBezTo>
                <a:cubicBezTo>
                  <a:pt x="1474498" y="397129"/>
                  <a:pt x="1460168" y="352590"/>
                  <a:pt x="1460168" y="295890"/>
                </a:cubicBezTo>
                <a:cubicBezTo>
                  <a:pt x="1460168" y="267618"/>
                  <a:pt x="1464273" y="241979"/>
                  <a:pt x="1472484" y="219826"/>
                </a:cubicBezTo>
                <a:cubicBezTo>
                  <a:pt x="1480695" y="197673"/>
                  <a:pt x="1492391" y="178464"/>
                  <a:pt x="1507340" y="162894"/>
                </a:cubicBezTo>
                <a:cubicBezTo>
                  <a:pt x="1522290" y="147325"/>
                  <a:pt x="1540415" y="135397"/>
                  <a:pt x="1561174" y="127341"/>
                </a:cubicBezTo>
                <a:cubicBezTo>
                  <a:pt x="1581855" y="119363"/>
                  <a:pt x="1605015" y="115335"/>
                  <a:pt x="1629957" y="115335"/>
                </a:cubicBezTo>
                <a:close/>
                <a:moveTo>
                  <a:pt x="784576" y="115335"/>
                </a:moveTo>
                <a:cubicBezTo>
                  <a:pt x="836395" y="115335"/>
                  <a:pt x="875977" y="130517"/>
                  <a:pt x="902235" y="160493"/>
                </a:cubicBezTo>
                <a:cubicBezTo>
                  <a:pt x="928416" y="190315"/>
                  <a:pt x="941661" y="230980"/>
                  <a:pt x="941661" y="281328"/>
                </a:cubicBezTo>
                <a:lnTo>
                  <a:pt x="941661" y="320522"/>
                </a:lnTo>
                <a:lnTo>
                  <a:pt x="711145" y="320522"/>
                </a:lnTo>
                <a:cubicBezTo>
                  <a:pt x="712462" y="344612"/>
                  <a:pt x="718969" y="363744"/>
                  <a:pt x="730587" y="377454"/>
                </a:cubicBezTo>
                <a:cubicBezTo>
                  <a:pt x="742593" y="391629"/>
                  <a:pt x="760951" y="398833"/>
                  <a:pt x="785273" y="398833"/>
                </a:cubicBezTo>
                <a:cubicBezTo>
                  <a:pt x="817573" y="398833"/>
                  <a:pt x="836628" y="386207"/>
                  <a:pt x="843444" y="360181"/>
                </a:cubicBezTo>
                <a:lnTo>
                  <a:pt x="843522" y="360181"/>
                </a:lnTo>
                <a:lnTo>
                  <a:pt x="937556" y="360181"/>
                </a:lnTo>
                <a:cubicBezTo>
                  <a:pt x="931282" y="397361"/>
                  <a:pt x="915868" y="426098"/>
                  <a:pt x="891701" y="445540"/>
                </a:cubicBezTo>
                <a:cubicBezTo>
                  <a:pt x="867146" y="465292"/>
                  <a:pt x="831128" y="475284"/>
                  <a:pt x="784653" y="475284"/>
                </a:cubicBezTo>
                <a:cubicBezTo>
                  <a:pt x="728651" y="475284"/>
                  <a:pt x="685816" y="459482"/>
                  <a:pt x="657467" y="428267"/>
                </a:cubicBezTo>
                <a:cubicBezTo>
                  <a:pt x="629117" y="397129"/>
                  <a:pt x="614787" y="352590"/>
                  <a:pt x="614787" y="295890"/>
                </a:cubicBezTo>
                <a:cubicBezTo>
                  <a:pt x="614787" y="267618"/>
                  <a:pt x="618892" y="241979"/>
                  <a:pt x="627103" y="219826"/>
                </a:cubicBezTo>
                <a:cubicBezTo>
                  <a:pt x="635313" y="197673"/>
                  <a:pt x="647010" y="178464"/>
                  <a:pt x="661959" y="162894"/>
                </a:cubicBezTo>
                <a:cubicBezTo>
                  <a:pt x="676909" y="147325"/>
                  <a:pt x="695034" y="135397"/>
                  <a:pt x="715793" y="127341"/>
                </a:cubicBezTo>
                <a:cubicBezTo>
                  <a:pt x="736474" y="119363"/>
                  <a:pt x="759634" y="115335"/>
                  <a:pt x="784576" y="115335"/>
                </a:cubicBezTo>
                <a:close/>
                <a:moveTo>
                  <a:pt x="2576886" y="97288"/>
                </a:moveTo>
                <a:cubicBezTo>
                  <a:pt x="2499118" y="97288"/>
                  <a:pt x="2435834" y="160571"/>
                  <a:pt x="2435834" y="238339"/>
                </a:cubicBezTo>
                <a:cubicBezTo>
                  <a:pt x="2435834" y="316108"/>
                  <a:pt x="2499118" y="379391"/>
                  <a:pt x="2576886" y="379391"/>
                </a:cubicBezTo>
                <a:cubicBezTo>
                  <a:pt x="2654654" y="379391"/>
                  <a:pt x="2717938" y="316108"/>
                  <a:pt x="2717938" y="238339"/>
                </a:cubicBezTo>
                <a:cubicBezTo>
                  <a:pt x="2717938" y="160571"/>
                  <a:pt x="2654654" y="97288"/>
                  <a:pt x="2576886" y="97288"/>
                </a:cubicBezTo>
                <a:close/>
                <a:moveTo>
                  <a:pt x="2196642" y="10456"/>
                </a:moveTo>
                <a:lnTo>
                  <a:pt x="2290522" y="10456"/>
                </a:lnTo>
                <a:lnTo>
                  <a:pt x="2290522" y="466298"/>
                </a:lnTo>
                <a:lnTo>
                  <a:pt x="2196642" y="466298"/>
                </a:lnTo>
                <a:close/>
                <a:moveTo>
                  <a:pt x="986665" y="10456"/>
                </a:moveTo>
                <a:lnTo>
                  <a:pt x="1080545" y="10456"/>
                </a:lnTo>
                <a:lnTo>
                  <a:pt x="1080545" y="475593"/>
                </a:lnTo>
                <a:lnTo>
                  <a:pt x="1065905" y="475593"/>
                </a:lnTo>
                <a:cubicBezTo>
                  <a:pt x="1022063" y="475129"/>
                  <a:pt x="986665" y="438878"/>
                  <a:pt x="986665" y="394107"/>
                </a:cubicBezTo>
                <a:close/>
                <a:moveTo>
                  <a:pt x="476601" y="10456"/>
                </a:moveTo>
                <a:lnTo>
                  <a:pt x="480087" y="10456"/>
                </a:lnTo>
                <a:lnTo>
                  <a:pt x="569319" y="10456"/>
                </a:lnTo>
                <a:lnTo>
                  <a:pt x="572882" y="10456"/>
                </a:lnTo>
                <a:lnTo>
                  <a:pt x="572882" y="81330"/>
                </a:lnTo>
                <a:lnTo>
                  <a:pt x="572882" y="84893"/>
                </a:lnTo>
                <a:lnTo>
                  <a:pt x="569319" y="84893"/>
                </a:lnTo>
                <a:lnTo>
                  <a:pt x="480087" y="84893"/>
                </a:lnTo>
                <a:lnTo>
                  <a:pt x="476601" y="84893"/>
                </a:lnTo>
                <a:lnTo>
                  <a:pt x="476601" y="81330"/>
                </a:lnTo>
                <a:close/>
                <a:moveTo>
                  <a:pt x="58559" y="6331"/>
                </a:moveTo>
                <a:cubicBezTo>
                  <a:pt x="67660" y="8597"/>
                  <a:pt x="76103" y="13593"/>
                  <a:pt x="82648" y="20990"/>
                </a:cubicBezTo>
                <a:lnTo>
                  <a:pt x="326565" y="298911"/>
                </a:lnTo>
                <a:lnTo>
                  <a:pt x="326565" y="10456"/>
                </a:lnTo>
                <a:lnTo>
                  <a:pt x="421064" y="10456"/>
                </a:lnTo>
                <a:lnTo>
                  <a:pt x="421064" y="424781"/>
                </a:lnTo>
                <a:cubicBezTo>
                  <a:pt x="421064" y="444610"/>
                  <a:pt x="408903" y="462348"/>
                  <a:pt x="390545" y="469397"/>
                </a:cubicBezTo>
                <a:cubicBezTo>
                  <a:pt x="385123" y="471488"/>
                  <a:pt x="379391" y="472495"/>
                  <a:pt x="373814" y="472495"/>
                </a:cubicBezTo>
                <a:cubicBezTo>
                  <a:pt x="360491" y="472495"/>
                  <a:pt x="347556" y="466918"/>
                  <a:pt x="338416" y="456461"/>
                </a:cubicBezTo>
                <a:lnTo>
                  <a:pt x="94499" y="178541"/>
                </a:lnTo>
                <a:lnTo>
                  <a:pt x="94499" y="466298"/>
                </a:lnTo>
                <a:lnTo>
                  <a:pt x="0" y="466298"/>
                </a:lnTo>
                <a:lnTo>
                  <a:pt x="0" y="52748"/>
                </a:lnTo>
                <a:cubicBezTo>
                  <a:pt x="0" y="32841"/>
                  <a:pt x="12161" y="15103"/>
                  <a:pt x="30519" y="8055"/>
                </a:cubicBezTo>
                <a:cubicBezTo>
                  <a:pt x="39698" y="4530"/>
                  <a:pt x="49457" y="4066"/>
                  <a:pt x="58559" y="6331"/>
                </a:cubicBezTo>
                <a:close/>
                <a:moveTo>
                  <a:pt x="2576886" y="0"/>
                </a:moveTo>
                <a:cubicBezTo>
                  <a:pt x="2708333" y="0"/>
                  <a:pt x="2815303" y="106970"/>
                  <a:pt x="2815303" y="238417"/>
                </a:cubicBezTo>
                <a:cubicBezTo>
                  <a:pt x="2815303" y="287061"/>
                  <a:pt x="2800586" y="332296"/>
                  <a:pt x="2775489" y="370096"/>
                </a:cubicBezTo>
                <a:lnTo>
                  <a:pt x="2775412" y="370096"/>
                </a:lnTo>
                <a:lnTo>
                  <a:pt x="2855736" y="450420"/>
                </a:lnTo>
                <a:lnTo>
                  <a:pt x="2789354" y="516802"/>
                </a:lnTo>
                <a:lnTo>
                  <a:pt x="2709108" y="436555"/>
                </a:lnTo>
                <a:cubicBezTo>
                  <a:pt x="2671230" y="461962"/>
                  <a:pt x="2625762" y="476756"/>
                  <a:pt x="2576886" y="476756"/>
                </a:cubicBezTo>
                <a:cubicBezTo>
                  <a:pt x="2445439" y="476756"/>
                  <a:pt x="2338469" y="369864"/>
                  <a:pt x="2338469" y="238417"/>
                </a:cubicBezTo>
                <a:cubicBezTo>
                  <a:pt x="2338469" y="106970"/>
                  <a:pt x="2445439" y="0"/>
                  <a:pt x="2576886" y="0"/>
                </a:cubicBezTo>
                <a:close/>
              </a:path>
            </a:pathLst>
          </a:custGeom>
          <a:solidFill>
            <a:schemeClr val="bg1"/>
          </a:solidFill>
          <a:ln w="774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6" name="NielsenIQ GFK lockup" hidden="1">
            <a:extLst>
              <a:ext uri="{FF2B5EF4-FFF2-40B4-BE49-F238E27FC236}">
                <a16:creationId xmlns:a16="http://schemas.microsoft.com/office/drawing/2014/main" id="{5418E13B-8AFF-E657-70EF-BADD9F33A38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86122" y="5539740"/>
            <a:ext cx="3377876" cy="753596"/>
          </a:xfrm>
          <a:prstGeom prst="rect">
            <a:avLst/>
          </a:prstGeom>
        </p:spPr>
      </p:pic>
      <p:pic>
        <p:nvPicPr>
          <p:cNvPr id="18" name="NielsenIQ logo+wordmark" hidden="1">
            <a:extLst>
              <a:ext uri="{FF2B5EF4-FFF2-40B4-BE49-F238E27FC236}">
                <a16:creationId xmlns:a16="http://schemas.microsoft.com/office/drawing/2014/main" id="{041ECC27-E626-2866-047D-40D91692A39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559" y="5563212"/>
            <a:ext cx="2155408" cy="743616"/>
          </a:xfrm>
          <a:prstGeom prst="rect">
            <a:avLst/>
          </a:prstGeom>
        </p:spPr>
      </p:pic>
      <p:pic>
        <p:nvPicPr>
          <p:cNvPr id="9" name="powered by GfK intelligence" hidden="1">
            <a:extLst>
              <a:ext uri="{FF2B5EF4-FFF2-40B4-BE49-F238E27FC236}">
                <a16:creationId xmlns:a16="http://schemas.microsoft.com/office/drawing/2014/main" id="{541A6829-3E02-818B-3FFD-C0A59E00754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799817" y="5731161"/>
            <a:ext cx="2750234" cy="42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149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hoto Teardrop Img Placeholder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0F7EE3C-AA69-5B59-65CC-67EC08E6E4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7469028" y="0"/>
            <a:ext cx="4722972" cy="6858000"/>
          </a:xfrm>
          <a:custGeom>
            <a:avLst/>
            <a:gdLst>
              <a:gd name="connsiteX0" fmla="*/ 0 w 4722972"/>
              <a:gd name="connsiteY0" fmla="*/ 6858000 h 6858000"/>
              <a:gd name="connsiteX1" fmla="*/ 4722972 w 4722972"/>
              <a:gd name="connsiteY1" fmla="*/ 6858000 h 6858000"/>
              <a:gd name="connsiteX2" fmla="*/ 4722972 w 4722972"/>
              <a:gd name="connsiteY2" fmla="*/ 0 h 6858000"/>
              <a:gd name="connsiteX3" fmla="*/ 0 w 4722972"/>
              <a:gd name="connsiteY3" fmla="*/ 0 h 6858000"/>
              <a:gd name="connsiteX4" fmla="*/ 11226 w 4722972"/>
              <a:gd name="connsiteY4" fmla="*/ 8821 h 6858000"/>
              <a:gd name="connsiteX5" fmla="*/ 1624171 w 4722972"/>
              <a:gd name="connsiteY5" fmla="*/ 3429000 h 6858000"/>
              <a:gd name="connsiteX6" fmla="*/ 11226 w 4722972"/>
              <a:gd name="connsiteY6" fmla="*/ 684917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22972" h="6858000">
                <a:moveTo>
                  <a:pt x="0" y="6858000"/>
                </a:moveTo>
                <a:lnTo>
                  <a:pt x="4722972" y="6858000"/>
                </a:lnTo>
                <a:lnTo>
                  <a:pt x="4722972" y="0"/>
                </a:lnTo>
                <a:lnTo>
                  <a:pt x="0" y="0"/>
                </a:lnTo>
                <a:lnTo>
                  <a:pt x="11226" y="8821"/>
                </a:lnTo>
                <a:cubicBezTo>
                  <a:pt x="996292" y="821770"/>
                  <a:pt x="1624171" y="2052060"/>
                  <a:pt x="1624171" y="3429000"/>
                </a:cubicBezTo>
                <a:cubicBezTo>
                  <a:pt x="1624171" y="4805939"/>
                  <a:pt x="996292" y="6036229"/>
                  <a:pt x="11226" y="684917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err="1"/>
          </a:p>
        </p:txBody>
      </p:sp>
      <p:sp>
        <p:nvSpPr>
          <p:cNvPr id="9" name="Confidential disclaimer">
            <a:extLst>
              <a:ext uri="{FF2B5EF4-FFF2-40B4-BE49-F238E27FC236}">
                <a16:creationId xmlns:a16="http://schemas.microsoft.com/office/drawing/2014/main" id="{60EB3927-CDFF-ACD9-F0B3-0FEB504E44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798636" y="6573016"/>
            <a:ext cx="1101264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Confidential and proprietary</a:t>
            </a:r>
          </a:p>
        </p:txBody>
      </p:sp>
      <p:sp>
        <p:nvSpPr>
          <p:cNvPr id="8" name="Copyright Line">
            <a:extLst>
              <a:ext uri="{FF2B5EF4-FFF2-40B4-BE49-F238E27FC236}">
                <a16:creationId xmlns:a16="http://schemas.microsoft.com/office/drawing/2014/main" id="{D18F1FC4-106D-3BF8-BC65-D648A021FC0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92100" y="6526849"/>
            <a:ext cx="2268453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srgbClr val="BBBBBB"/>
                </a:solidFill>
              </a:rPr>
              <a:t>© </a:t>
            </a:r>
            <a:fld id="{92E70860-886D-4303-B2B5-BD1295E1FD39}" type="datetimeyyyy">
              <a:rPr lang="en-US" sz="700" smtClean="0">
                <a:solidFill>
                  <a:srgbClr val="BBBBBB"/>
                </a:solidFill>
              </a:rPr>
              <a:t>2025</a:t>
            </a:fld>
            <a:r>
              <a:rPr lang="en-US" sz="700">
                <a:solidFill>
                  <a:srgbClr val="BBBBBB"/>
                </a:solidFill>
              </a:rPr>
              <a:t> Nielsen Consumer LLC. All Rights Reserved.</a:t>
            </a:r>
          </a:p>
        </p:txBody>
      </p:sp>
      <p:sp>
        <p:nvSpPr>
          <p:cNvPr id="24" name="Footer Placeholder">
            <a:extLst>
              <a:ext uri="{FF2B5EF4-FFF2-40B4-BE49-F238E27FC236}">
                <a16:creationId xmlns:a16="http://schemas.microsoft.com/office/drawing/2014/main" id="{0F37A136-F043-61EC-31AE-F924E1D07F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ate Placeholder">
            <a:extLst>
              <a:ext uri="{FF2B5EF4-FFF2-40B4-BE49-F238E27FC236}">
                <a16:creationId xmlns:a16="http://schemas.microsoft.com/office/drawing/2014/main" id="{43BF00AE-7CC5-32C1-0689-6671AADCFE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5"/>
          </p:nvPr>
        </p:nvSpPr>
        <p:spPr>
          <a:xfrm>
            <a:off x="292100" y="5825743"/>
            <a:ext cx="1744664" cy="282957"/>
          </a:xfrm>
        </p:spPr>
        <p:txBody>
          <a:bodyPr/>
          <a:lstStyle>
            <a:lvl1pPr>
              <a:defRPr sz="1200">
                <a:solidFill>
                  <a:srgbClr val="555555"/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Title/Dept Placeholder">
            <a:extLst>
              <a:ext uri="{FF2B5EF4-FFF2-40B4-BE49-F238E27FC236}">
                <a16:creationId xmlns:a16="http://schemas.microsoft.com/office/drawing/2014/main" id="{D5F64835-3750-3ADF-10C4-07E3A99891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292100" y="5324240"/>
            <a:ext cx="5577840" cy="344385"/>
          </a:xfrm>
        </p:spPr>
        <p:txBody>
          <a:bodyPr t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55555"/>
                </a:solidFill>
              </a:defRPr>
            </a:lvl1pPr>
            <a:lvl2pPr marL="457200" indent="0">
              <a:buNone/>
              <a:defRPr sz="1200" b="1">
                <a:solidFill>
                  <a:schemeClr val="bg1"/>
                </a:solidFill>
              </a:defRPr>
            </a:lvl2pPr>
            <a:lvl3pPr marL="914400" indent="0">
              <a:buNone/>
              <a:defRPr sz="1200" b="1">
                <a:solidFill>
                  <a:schemeClr val="bg1"/>
                </a:solidFill>
              </a:defRPr>
            </a:lvl3pPr>
            <a:lvl4pPr marL="1371600" indent="0">
              <a:buNone/>
              <a:defRPr sz="1200" b="1">
                <a:solidFill>
                  <a:schemeClr val="bg1"/>
                </a:solidFill>
              </a:defRPr>
            </a:lvl4pPr>
            <a:lvl5pPr marL="1828800" indent="0">
              <a:buNone/>
              <a:defRPr sz="1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Title/Department</a:t>
            </a:r>
          </a:p>
        </p:txBody>
      </p:sp>
      <p:sp>
        <p:nvSpPr>
          <p:cNvPr id="11" name="Presenter Name Placeholder">
            <a:extLst>
              <a:ext uri="{FF2B5EF4-FFF2-40B4-BE49-F238E27FC236}">
                <a16:creationId xmlns:a16="http://schemas.microsoft.com/office/drawing/2014/main" id="{19B56EE6-D6BD-8D0B-397C-9543F5EA10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292100" y="4956106"/>
            <a:ext cx="5577840" cy="344384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555555"/>
                </a:solidFill>
              </a:defRPr>
            </a:lvl1pPr>
            <a:lvl2pPr marL="457200" indent="0">
              <a:buNone/>
              <a:defRPr sz="1200" b="1">
                <a:solidFill>
                  <a:schemeClr val="bg1"/>
                </a:solidFill>
              </a:defRPr>
            </a:lvl2pPr>
            <a:lvl3pPr marL="914400" indent="0">
              <a:buNone/>
              <a:defRPr sz="1200" b="1">
                <a:solidFill>
                  <a:schemeClr val="bg1"/>
                </a:solidFill>
              </a:defRPr>
            </a:lvl3pPr>
            <a:lvl4pPr marL="1371600" indent="0">
              <a:buNone/>
              <a:defRPr sz="1200" b="1">
                <a:solidFill>
                  <a:schemeClr val="bg1"/>
                </a:solidFill>
              </a:defRPr>
            </a:lvl4pPr>
            <a:lvl5pPr marL="1828800" indent="0">
              <a:buNone/>
              <a:defRPr sz="1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name Last name</a:t>
            </a:r>
          </a:p>
        </p:txBody>
      </p:sp>
      <p:sp>
        <p:nvSpPr>
          <p:cNvPr id="12" name="Subtitle Placeholder">
            <a:extLst>
              <a:ext uri="{FF2B5EF4-FFF2-40B4-BE49-F238E27FC236}">
                <a16:creationId xmlns:a16="http://schemas.microsoft.com/office/drawing/2014/main" id="{ACCF8835-5B66-DD9A-854C-18318BBE5B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>
            <a:off x="292101" y="3878348"/>
            <a:ext cx="5577840" cy="83788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55555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Title Placeholder">
            <a:extLst>
              <a:ext uri="{FF2B5EF4-FFF2-40B4-BE49-F238E27FC236}">
                <a16:creationId xmlns:a16="http://schemas.microsoft.com/office/drawing/2014/main" id="{2511B5FD-A691-DBE3-DB9F-112A28026B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292100" y="1418456"/>
            <a:ext cx="5577840" cy="23876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rgbClr val="555555"/>
                </a:solidFill>
              </a:defRPr>
            </a:lvl1pPr>
          </a:lstStyle>
          <a:p>
            <a:r>
              <a:rPr lang="en-US"/>
              <a:t>Insert your presentation title here maximum of three lines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29DE8A7F-4567-F33C-D2F8-91299EC607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8"/>
          </p:nvPr>
        </p:nvSpPr>
        <p:spPr>
          <a:xfrm>
            <a:off x="6417620" y="1526496"/>
            <a:ext cx="5482279" cy="3805008"/>
          </a:xfrm>
          <a:custGeom>
            <a:avLst/>
            <a:gdLst>
              <a:gd name="connsiteX0" fmla="*/ 241937 w 3716867"/>
              <a:gd name="connsiteY0" fmla="*/ 0 h 2411650"/>
              <a:gd name="connsiteX1" fmla="*/ 3474930 w 3716867"/>
              <a:gd name="connsiteY1" fmla="*/ 0 h 2411650"/>
              <a:gd name="connsiteX2" fmla="*/ 3716867 w 3716867"/>
              <a:gd name="connsiteY2" fmla="*/ 241937 h 2411650"/>
              <a:gd name="connsiteX3" fmla="*/ 3716867 w 3716867"/>
              <a:gd name="connsiteY3" fmla="*/ 2169713 h 2411650"/>
              <a:gd name="connsiteX4" fmla="*/ 3474930 w 3716867"/>
              <a:gd name="connsiteY4" fmla="*/ 2411650 h 2411650"/>
              <a:gd name="connsiteX5" fmla="*/ 337458 w 3716867"/>
              <a:gd name="connsiteY5" fmla="*/ 2411650 h 2411650"/>
              <a:gd name="connsiteX6" fmla="*/ 241937 w 3716867"/>
              <a:gd name="connsiteY6" fmla="*/ 2411650 h 2411650"/>
              <a:gd name="connsiteX7" fmla="*/ 0 w 3716867"/>
              <a:gd name="connsiteY7" fmla="*/ 2411650 h 2411650"/>
              <a:gd name="connsiteX8" fmla="*/ 0 w 3716867"/>
              <a:gd name="connsiteY8" fmla="*/ 2169713 h 2411650"/>
              <a:gd name="connsiteX9" fmla="*/ 0 w 3716867"/>
              <a:gd name="connsiteY9" fmla="*/ 2074192 h 2411650"/>
              <a:gd name="connsiteX10" fmla="*/ 0 w 3716867"/>
              <a:gd name="connsiteY10" fmla="*/ 241937 h 2411650"/>
              <a:gd name="connsiteX11" fmla="*/ 241937 w 3716867"/>
              <a:gd name="connsiteY11" fmla="*/ 0 h 241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716867" h="2411650">
                <a:moveTo>
                  <a:pt x="241937" y="0"/>
                </a:moveTo>
                <a:lnTo>
                  <a:pt x="3474930" y="0"/>
                </a:lnTo>
                <a:cubicBezTo>
                  <a:pt x="3608548" y="0"/>
                  <a:pt x="3716867" y="108319"/>
                  <a:pt x="3716867" y="241937"/>
                </a:cubicBezTo>
                <a:lnTo>
                  <a:pt x="3716867" y="2169713"/>
                </a:lnTo>
                <a:cubicBezTo>
                  <a:pt x="3716867" y="2303331"/>
                  <a:pt x="3608548" y="2411650"/>
                  <a:pt x="3474930" y="2411650"/>
                </a:cubicBezTo>
                <a:lnTo>
                  <a:pt x="337458" y="2411650"/>
                </a:lnTo>
                <a:lnTo>
                  <a:pt x="241937" y="2411650"/>
                </a:lnTo>
                <a:lnTo>
                  <a:pt x="0" y="2411650"/>
                </a:lnTo>
                <a:lnTo>
                  <a:pt x="0" y="2169713"/>
                </a:lnTo>
                <a:lnTo>
                  <a:pt x="0" y="2074192"/>
                </a:lnTo>
                <a:lnTo>
                  <a:pt x="0" y="241937"/>
                </a:lnTo>
                <a:cubicBezTo>
                  <a:pt x="0" y="108319"/>
                  <a:pt x="108319" y="0"/>
                  <a:pt x="24193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171450" lvl="0" indent="-171450" algn="ctr"/>
            <a:endParaRPr lang="en-US"/>
          </a:p>
        </p:txBody>
      </p:sp>
      <p:sp>
        <p:nvSpPr>
          <p:cNvPr id="15" name="Nielsen wordmark (Orange)" hidden="1">
            <a:extLst>
              <a:ext uri="{FF2B5EF4-FFF2-40B4-BE49-F238E27FC236}">
                <a16:creationId xmlns:a16="http://schemas.microsoft.com/office/drawing/2014/main" id="{C8CE9EBC-4880-44CD-01F3-590D210756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95274" y="428580"/>
            <a:ext cx="2855736" cy="516802"/>
          </a:xfrm>
          <a:custGeom>
            <a:avLst/>
            <a:gdLst>
              <a:gd name="connsiteX0" fmla="*/ 1628098 w 2855736"/>
              <a:gd name="connsiteY0" fmla="*/ 189308 h 516802"/>
              <a:gd name="connsiteX1" fmla="*/ 1598276 w 2855736"/>
              <a:gd name="connsiteY1" fmla="*/ 194730 h 516802"/>
              <a:gd name="connsiteX2" fmla="*/ 1576820 w 2855736"/>
              <a:gd name="connsiteY2" fmla="*/ 209524 h 516802"/>
              <a:gd name="connsiteX3" fmla="*/ 1563188 w 2855736"/>
              <a:gd name="connsiteY3" fmla="*/ 231368 h 516802"/>
              <a:gd name="connsiteX4" fmla="*/ 1563188 w 2855736"/>
              <a:gd name="connsiteY4" fmla="*/ 231290 h 516802"/>
              <a:gd name="connsiteX5" fmla="*/ 1557921 w 2855736"/>
              <a:gd name="connsiteY5" fmla="*/ 254838 h 516802"/>
              <a:gd name="connsiteX6" fmla="*/ 1694015 w 2855736"/>
              <a:gd name="connsiteY6" fmla="*/ 254838 h 516802"/>
              <a:gd name="connsiteX7" fmla="*/ 1678059 w 2855736"/>
              <a:gd name="connsiteY7" fmla="*/ 207201 h 516802"/>
              <a:gd name="connsiteX8" fmla="*/ 1628098 w 2855736"/>
              <a:gd name="connsiteY8" fmla="*/ 189308 h 516802"/>
              <a:gd name="connsiteX9" fmla="*/ 782717 w 2855736"/>
              <a:gd name="connsiteY9" fmla="*/ 189308 h 516802"/>
              <a:gd name="connsiteX10" fmla="*/ 752895 w 2855736"/>
              <a:gd name="connsiteY10" fmla="*/ 194730 h 516802"/>
              <a:gd name="connsiteX11" fmla="*/ 731439 w 2855736"/>
              <a:gd name="connsiteY11" fmla="*/ 209524 h 516802"/>
              <a:gd name="connsiteX12" fmla="*/ 717807 w 2855736"/>
              <a:gd name="connsiteY12" fmla="*/ 231368 h 516802"/>
              <a:gd name="connsiteX13" fmla="*/ 717807 w 2855736"/>
              <a:gd name="connsiteY13" fmla="*/ 231290 h 516802"/>
              <a:gd name="connsiteX14" fmla="*/ 712539 w 2855736"/>
              <a:gd name="connsiteY14" fmla="*/ 254838 h 516802"/>
              <a:gd name="connsiteX15" fmla="*/ 848634 w 2855736"/>
              <a:gd name="connsiteY15" fmla="*/ 254838 h 516802"/>
              <a:gd name="connsiteX16" fmla="*/ 832677 w 2855736"/>
              <a:gd name="connsiteY16" fmla="*/ 207201 h 516802"/>
              <a:gd name="connsiteX17" fmla="*/ 782717 w 2855736"/>
              <a:gd name="connsiteY17" fmla="*/ 189308 h 516802"/>
              <a:gd name="connsiteX18" fmla="*/ 476601 w 2855736"/>
              <a:gd name="connsiteY18" fmla="*/ 124553 h 516802"/>
              <a:gd name="connsiteX19" fmla="*/ 480087 w 2855736"/>
              <a:gd name="connsiteY19" fmla="*/ 124553 h 516802"/>
              <a:gd name="connsiteX20" fmla="*/ 569319 w 2855736"/>
              <a:gd name="connsiteY20" fmla="*/ 124553 h 516802"/>
              <a:gd name="connsiteX21" fmla="*/ 572882 w 2855736"/>
              <a:gd name="connsiteY21" fmla="*/ 124553 h 516802"/>
              <a:gd name="connsiteX22" fmla="*/ 572882 w 2855736"/>
              <a:gd name="connsiteY22" fmla="*/ 128116 h 516802"/>
              <a:gd name="connsiteX23" fmla="*/ 572804 w 2855736"/>
              <a:gd name="connsiteY23" fmla="*/ 466299 h 516802"/>
              <a:gd name="connsiteX24" fmla="*/ 569319 w 2855736"/>
              <a:gd name="connsiteY24" fmla="*/ 466299 h 516802"/>
              <a:gd name="connsiteX25" fmla="*/ 480087 w 2855736"/>
              <a:gd name="connsiteY25" fmla="*/ 466299 h 516802"/>
              <a:gd name="connsiteX26" fmla="*/ 476601 w 2855736"/>
              <a:gd name="connsiteY26" fmla="*/ 466299 h 516802"/>
              <a:gd name="connsiteX27" fmla="*/ 476601 w 2855736"/>
              <a:gd name="connsiteY27" fmla="*/ 127496 h 516802"/>
              <a:gd name="connsiteX28" fmla="*/ 2026544 w 2855736"/>
              <a:gd name="connsiteY28" fmla="*/ 116342 h 516802"/>
              <a:gd name="connsiteX29" fmla="*/ 2113220 w 2855736"/>
              <a:gd name="connsiteY29" fmla="*/ 147093 h 516802"/>
              <a:gd name="connsiteX30" fmla="*/ 2141569 w 2855736"/>
              <a:gd name="connsiteY30" fmla="*/ 242832 h 516802"/>
              <a:gd name="connsiteX31" fmla="*/ 2141569 w 2855736"/>
              <a:gd name="connsiteY31" fmla="*/ 466376 h 516802"/>
              <a:gd name="connsiteX32" fmla="*/ 2045366 w 2855736"/>
              <a:gd name="connsiteY32" fmla="*/ 466376 h 516802"/>
              <a:gd name="connsiteX33" fmla="*/ 2045366 w 2855736"/>
              <a:gd name="connsiteY33" fmla="*/ 254992 h 516802"/>
              <a:gd name="connsiteX34" fmla="*/ 2033050 w 2855736"/>
              <a:gd name="connsiteY34" fmla="*/ 209757 h 516802"/>
              <a:gd name="connsiteX35" fmla="*/ 1999820 w 2855736"/>
              <a:gd name="connsiteY35" fmla="*/ 197983 h 516802"/>
              <a:gd name="connsiteX36" fmla="*/ 1971548 w 2855736"/>
              <a:gd name="connsiteY36" fmla="*/ 202786 h 516802"/>
              <a:gd name="connsiteX37" fmla="*/ 1949472 w 2855736"/>
              <a:gd name="connsiteY37" fmla="*/ 216651 h 516802"/>
              <a:gd name="connsiteX38" fmla="*/ 1935143 w 2855736"/>
              <a:gd name="connsiteY38" fmla="*/ 237022 h 516802"/>
              <a:gd name="connsiteX39" fmla="*/ 1929411 w 2855736"/>
              <a:gd name="connsiteY39" fmla="*/ 262583 h 516802"/>
              <a:gd name="connsiteX40" fmla="*/ 1929411 w 2855736"/>
              <a:gd name="connsiteY40" fmla="*/ 466299 h 516802"/>
              <a:gd name="connsiteX41" fmla="*/ 1833130 w 2855736"/>
              <a:gd name="connsiteY41" fmla="*/ 466299 h 516802"/>
              <a:gd name="connsiteX42" fmla="*/ 1833130 w 2855736"/>
              <a:gd name="connsiteY42" fmla="*/ 124630 h 516802"/>
              <a:gd name="connsiteX43" fmla="*/ 1926855 w 2855736"/>
              <a:gd name="connsiteY43" fmla="*/ 124630 h 516802"/>
              <a:gd name="connsiteX44" fmla="*/ 1926855 w 2855736"/>
              <a:gd name="connsiteY44" fmla="*/ 165063 h 516802"/>
              <a:gd name="connsiteX45" fmla="*/ 1968605 w 2855736"/>
              <a:gd name="connsiteY45" fmla="*/ 130052 h 516802"/>
              <a:gd name="connsiteX46" fmla="*/ 2026544 w 2855736"/>
              <a:gd name="connsiteY46" fmla="*/ 116342 h 516802"/>
              <a:gd name="connsiteX47" fmla="*/ 1272176 w 2855736"/>
              <a:gd name="connsiteY47" fmla="*/ 115490 h 516802"/>
              <a:gd name="connsiteX48" fmla="*/ 1339410 w 2855736"/>
              <a:gd name="connsiteY48" fmla="*/ 123623 h 516802"/>
              <a:gd name="connsiteX49" fmla="*/ 1384258 w 2855736"/>
              <a:gd name="connsiteY49" fmla="*/ 145544 h 516802"/>
              <a:gd name="connsiteX50" fmla="*/ 1397194 w 2855736"/>
              <a:gd name="connsiteY50" fmla="*/ 157860 h 516802"/>
              <a:gd name="connsiteX51" fmla="*/ 1410749 w 2855736"/>
              <a:gd name="connsiteY51" fmla="*/ 178696 h 516802"/>
              <a:gd name="connsiteX52" fmla="*/ 1415319 w 2855736"/>
              <a:gd name="connsiteY52" fmla="*/ 189695 h 516802"/>
              <a:gd name="connsiteX53" fmla="*/ 1416171 w 2855736"/>
              <a:gd name="connsiteY53" fmla="*/ 192174 h 516802"/>
              <a:gd name="connsiteX54" fmla="*/ 1422755 w 2855736"/>
              <a:gd name="connsiteY54" fmla="*/ 222847 h 516802"/>
              <a:gd name="connsiteX55" fmla="*/ 1423065 w 2855736"/>
              <a:gd name="connsiteY55" fmla="*/ 226643 h 516802"/>
              <a:gd name="connsiteX56" fmla="*/ 1335382 w 2855736"/>
              <a:gd name="connsiteY56" fmla="*/ 226643 h 516802"/>
              <a:gd name="connsiteX57" fmla="*/ 1333058 w 2855736"/>
              <a:gd name="connsiteY57" fmla="*/ 218432 h 516802"/>
              <a:gd name="connsiteX58" fmla="*/ 1318109 w 2855736"/>
              <a:gd name="connsiteY58" fmla="*/ 198835 h 516802"/>
              <a:gd name="connsiteX59" fmla="*/ 1274035 w 2855736"/>
              <a:gd name="connsiteY59" fmla="*/ 188688 h 516802"/>
              <a:gd name="connsiteX60" fmla="*/ 1245220 w 2855736"/>
              <a:gd name="connsiteY60" fmla="*/ 191477 h 516802"/>
              <a:gd name="connsiteX61" fmla="*/ 1227870 w 2855736"/>
              <a:gd name="connsiteY61" fmla="*/ 198293 h 516802"/>
              <a:gd name="connsiteX62" fmla="*/ 1219504 w 2855736"/>
              <a:gd name="connsiteY62" fmla="*/ 207123 h 516802"/>
              <a:gd name="connsiteX63" fmla="*/ 1217025 w 2855736"/>
              <a:gd name="connsiteY63" fmla="*/ 216418 h 516802"/>
              <a:gd name="connsiteX64" fmla="*/ 1225469 w 2855736"/>
              <a:gd name="connsiteY64" fmla="*/ 236867 h 516802"/>
              <a:gd name="connsiteX65" fmla="*/ 1262494 w 2855736"/>
              <a:gd name="connsiteY65" fmla="*/ 248641 h 516802"/>
              <a:gd name="connsiteX66" fmla="*/ 1304553 w 2855736"/>
              <a:gd name="connsiteY66" fmla="*/ 255612 h 516802"/>
              <a:gd name="connsiteX67" fmla="*/ 1365513 w 2855736"/>
              <a:gd name="connsiteY67" fmla="*/ 270484 h 516802"/>
              <a:gd name="connsiteX68" fmla="*/ 1403313 w 2855736"/>
              <a:gd name="connsiteY68" fmla="*/ 293179 h 516802"/>
              <a:gd name="connsiteX69" fmla="*/ 1423375 w 2855736"/>
              <a:gd name="connsiteY69" fmla="*/ 325635 h 516802"/>
              <a:gd name="connsiteX70" fmla="*/ 1423375 w 2855736"/>
              <a:gd name="connsiteY70" fmla="*/ 325712 h 516802"/>
              <a:gd name="connsiteX71" fmla="*/ 1428952 w 2855736"/>
              <a:gd name="connsiteY71" fmla="*/ 368159 h 516802"/>
              <a:gd name="connsiteX72" fmla="*/ 1391927 w 2855736"/>
              <a:gd name="connsiteY72" fmla="*/ 446392 h 516802"/>
              <a:gd name="connsiteX73" fmla="*/ 1279534 w 2855736"/>
              <a:gd name="connsiteY73" fmla="*/ 475516 h 516802"/>
              <a:gd name="connsiteX74" fmla="*/ 1221828 w 2855736"/>
              <a:gd name="connsiteY74" fmla="*/ 470017 h 516802"/>
              <a:gd name="connsiteX75" fmla="*/ 1172255 w 2855736"/>
              <a:gd name="connsiteY75" fmla="*/ 450730 h 516802"/>
              <a:gd name="connsiteX76" fmla="*/ 1136081 w 2855736"/>
              <a:gd name="connsiteY76" fmla="*/ 413937 h 516802"/>
              <a:gd name="connsiteX77" fmla="*/ 1120280 w 2855736"/>
              <a:gd name="connsiteY77" fmla="*/ 360336 h 516802"/>
              <a:gd name="connsiteX78" fmla="*/ 1213230 w 2855736"/>
              <a:gd name="connsiteY78" fmla="*/ 360336 h 516802"/>
              <a:gd name="connsiteX79" fmla="*/ 1233911 w 2855736"/>
              <a:gd name="connsiteY79" fmla="*/ 391087 h 516802"/>
              <a:gd name="connsiteX80" fmla="*/ 1278295 w 2855736"/>
              <a:gd name="connsiteY80" fmla="*/ 399685 h 516802"/>
              <a:gd name="connsiteX81" fmla="*/ 1322059 w 2855736"/>
              <a:gd name="connsiteY81" fmla="*/ 392171 h 516802"/>
              <a:gd name="connsiteX82" fmla="*/ 1333988 w 2855736"/>
              <a:gd name="connsiteY82" fmla="*/ 369398 h 516802"/>
              <a:gd name="connsiteX83" fmla="*/ 1326319 w 2855736"/>
              <a:gd name="connsiteY83" fmla="*/ 349492 h 516802"/>
              <a:gd name="connsiteX84" fmla="*/ 1295568 w 2855736"/>
              <a:gd name="connsiteY84" fmla="*/ 337253 h 516802"/>
              <a:gd name="connsiteX85" fmla="*/ 1247467 w 2855736"/>
              <a:gd name="connsiteY85" fmla="*/ 329585 h 516802"/>
              <a:gd name="connsiteX86" fmla="*/ 1155678 w 2855736"/>
              <a:gd name="connsiteY86" fmla="*/ 296045 h 516802"/>
              <a:gd name="connsiteX87" fmla="*/ 1124695 w 2855736"/>
              <a:gd name="connsiteY87" fmla="*/ 222847 h 516802"/>
              <a:gd name="connsiteX88" fmla="*/ 1135617 w 2855736"/>
              <a:gd name="connsiteY88" fmla="*/ 177844 h 516802"/>
              <a:gd name="connsiteX89" fmla="*/ 1166290 w 2855736"/>
              <a:gd name="connsiteY89" fmla="*/ 144150 h 516802"/>
              <a:gd name="connsiteX90" fmla="*/ 1212920 w 2855736"/>
              <a:gd name="connsiteY90" fmla="*/ 122926 h 516802"/>
              <a:gd name="connsiteX91" fmla="*/ 1272176 w 2855736"/>
              <a:gd name="connsiteY91" fmla="*/ 115490 h 516802"/>
              <a:gd name="connsiteX92" fmla="*/ 1629957 w 2855736"/>
              <a:gd name="connsiteY92" fmla="*/ 115335 h 516802"/>
              <a:gd name="connsiteX93" fmla="*/ 1747616 w 2855736"/>
              <a:gd name="connsiteY93" fmla="*/ 160493 h 516802"/>
              <a:gd name="connsiteX94" fmla="*/ 1787043 w 2855736"/>
              <a:gd name="connsiteY94" fmla="*/ 281328 h 516802"/>
              <a:gd name="connsiteX95" fmla="*/ 1787043 w 2855736"/>
              <a:gd name="connsiteY95" fmla="*/ 320522 h 516802"/>
              <a:gd name="connsiteX96" fmla="*/ 1556526 w 2855736"/>
              <a:gd name="connsiteY96" fmla="*/ 320522 h 516802"/>
              <a:gd name="connsiteX97" fmla="*/ 1575968 w 2855736"/>
              <a:gd name="connsiteY97" fmla="*/ 377454 h 516802"/>
              <a:gd name="connsiteX98" fmla="*/ 1630654 w 2855736"/>
              <a:gd name="connsiteY98" fmla="*/ 398833 h 516802"/>
              <a:gd name="connsiteX99" fmla="*/ 1688825 w 2855736"/>
              <a:gd name="connsiteY99" fmla="*/ 360181 h 516802"/>
              <a:gd name="connsiteX100" fmla="*/ 1688903 w 2855736"/>
              <a:gd name="connsiteY100" fmla="*/ 360181 h 516802"/>
              <a:gd name="connsiteX101" fmla="*/ 1782937 w 2855736"/>
              <a:gd name="connsiteY101" fmla="*/ 360181 h 516802"/>
              <a:gd name="connsiteX102" fmla="*/ 1737082 w 2855736"/>
              <a:gd name="connsiteY102" fmla="*/ 445540 h 516802"/>
              <a:gd name="connsiteX103" fmla="*/ 1630034 w 2855736"/>
              <a:gd name="connsiteY103" fmla="*/ 475284 h 516802"/>
              <a:gd name="connsiteX104" fmla="*/ 1502848 w 2855736"/>
              <a:gd name="connsiteY104" fmla="*/ 428267 h 516802"/>
              <a:gd name="connsiteX105" fmla="*/ 1460168 w 2855736"/>
              <a:gd name="connsiteY105" fmla="*/ 295890 h 516802"/>
              <a:gd name="connsiteX106" fmla="*/ 1472484 w 2855736"/>
              <a:gd name="connsiteY106" fmla="*/ 219826 h 516802"/>
              <a:gd name="connsiteX107" fmla="*/ 1507340 w 2855736"/>
              <a:gd name="connsiteY107" fmla="*/ 162894 h 516802"/>
              <a:gd name="connsiteX108" fmla="*/ 1561174 w 2855736"/>
              <a:gd name="connsiteY108" fmla="*/ 127341 h 516802"/>
              <a:gd name="connsiteX109" fmla="*/ 1629957 w 2855736"/>
              <a:gd name="connsiteY109" fmla="*/ 115335 h 516802"/>
              <a:gd name="connsiteX110" fmla="*/ 784576 w 2855736"/>
              <a:gd name="connsiteY110" fmla="*/ 115335 h 516802"/>
              <a:gd name="connsiteX111" fmla="*/ 902235 w 2855736"/>
              <a:gd name="connsiteY111" fmla="*/ 160493 h 516802"/>
              <a:gd name="connsiteX112" fmla="*/ 941661 w 2855736"/>
              <a:gd name="connsiteY112" fmla="*/ 281328 h 516802"/>
              <a:gd name="connsiteX113" fmla="*/ 941661 w 2855736"/>
              <a:gd name="connsiteY113" fmla="*/ 320522 h 516802"/>
              <a:gd name="connsiteX114" fmla="*/ 711145 w 2855736"/>
              <a:gd name="connsiteY114" fmla="*/ 320522 h 516802"/>
              <a:gd name="connsiteX115" fmla="*/ 730587 w 2855736"/>
              <a:gd name="connsiteY115" fmla="*/ 377454 h 516802"/>
              <a:gd name="connsiteX116" fmla="*/ 785273 w 2855736"/>
              <a:gd name="connsiteY116" fmla="*/ 398833 h 516802"/>
              <a:gd name="connsiteX117" fmla="*/ 843444 w 2855736"/>
              <a:gd name="connsiteY117" fmla="*/ 360181 h 516802"/>
              <a:gd name="connsiteX118" fmla="*/ 843522 w 2855736"/>
              <a:gd name="connsiteY118" fmla="*/ 360181 h 516802"/>
              <a:gd name="connsiteX119" fmla="*/ 937556 w 2855736"/>
              <a:gd name="connsiteY119" fmla="*/ 360181 h 516802"/>
              <a:gd name="connsiteX120" fmla="*/ 891701 w 2855736"/>
              <a:gd name="connsiteY120" fmla="*/ 445540 h 516802"/>
              <a:gd name="connsiteX121" fmla="*/ 784653 w 2855736"/>
              <a:gd name="connsiteY121" fmla="*/ 475284 h 516802"/>
              <a:gd name="connsiteX122" fmla="*/ 657467 w 2855736"/>
              <a:gd name="connsiteY122" fmla="*/ 428267 h 516802"/>
              <a:gd name="connsiteX123" fmla="*/ 614787 w 2855736"/>
              <a:gd name="connsiteY123" fmla="*/ 295890 h 516802"/>
              <a:gd name="connsiteX124" fmla="*/ 627103 w 2855736"/>
              <a:gd name="connsiteY124" fmla="*/ 219826 h 516802"/>
              <a:gd name="connsiteX125" fmla="*/ 661959 w 2855736"/>
              <a:gd name="connsiteY125" fmla="*/ 162894 h 516802"/>
              <a:gd name="connsiteX126" fmla="*/ 715793 w 2855736"/>
              <a:gd name="connsiteY126" fmla="*/ 127341 h 516802"/>
              <a:gd name="connsiteX127" fmla="*/ 784576 w 2855736"/>
              <a:gd name="connsiteY127" fmla="*/ 115335 h 516802"/>
              <a:gd name="connsiteX128" fmla="*/ 2576886 w 2855736"/>
              <a:gd name="connsiteY128" fmla="*/ 97288 h 516802"/>
              <a:gd name="connsiteX129" fmla="*/ 2435834 w 2855736"/>
              <a:gd name="connsiteY129" fmla="*/ 238339 h 516802"/>
              <a:gd name="connsiteX130" fmla="*/ 2576886 w 2855736"/>
              <a:gd name="connsiteY130" fmla="*/ 379391 h 516802"/>
              <a:gd name="connsiteX131" fmla="*/ 2717938 w 2855736"/>
              <a:gd name="connsiteY131" fmla="*/ 238339 h 516802"/>
              <a:gd name="connsiteX132" fmla="*/ 2576886 w 2855736"/>
              <a:gd name="connsiteY132" fmla="*/ 97288 h 516802"/>
              <a:gd name="connsiteX133" fmla="*/ 2196642 w 2855736"/>
              <a:gd name="connsiteY133" fmla="*/ 10456 h 516802"/>
              <a:gd name="connsiteX134" fmla="*/ 2290522 w 2855736"/>
              <a:gd name="connsiteY134" fmla="*/ 10456 h 516802"/>
              <a:gd name="connsiteX135" fmla="*/ 2290522 w 2855736"/>
              <a:gd name="connsiteY135" fmla="*/ 466298 h 516802"/>
              <a:gd name="connsiteX136" fmla="*/ 2196642 w 2855736"/>
              <a:gd name="connsiteY136" fmla="*/ 466298 h 516802"/>
              <a:gd name="connsiteX137" fmla="*/ 986665 w 2855736"/>
              <a:gd name="connsiteY137" fmla="*/ 10456 h 516802"/>
              <a:gd name="connsiteX138" fmla="*/ 1080545 w 2855736"/>
              <a:gd name="connsiteY138" fmla="*/ 10456 h 516802"/>
              <a:gd name="connsiteX139" fmla="*/ 1080545 w 2855736"/>
              <a:gd name="connsiteY139" fmla="*/ 475593 h 516802"/>
              <a:gd name="connsiteX140" fmla="*/ 1065905 w 2855736"/>
              <a:gd name="connsiteY140" fmla="*/ 475593 h 516802"/>
              <a:gd name="connsiteX141" fmla="*/ 986665 w 2855736"/>
              <a:gd name="connsiteY141" fmla="*/ 394107 h 516802"/>
              <a:gd name="connsiteX142" fmla="*/ 476601 w 2855736"/>
              <a:gd name="connsiteY142" fmla="*/ 10456 h 516802"/>
              <a:gd name="connsiteX143" fmla="*/ 480087 w 2855736"/>
              <a:gd name="connsiteY143" fmla="*/ 10456 h 516802"/>
              <a:gd name="connsiteX144" fmla="*/ 569319 w 2855736"/>
              <a:gd name="connsiteY144" fmla="*/ 10456 h 516802"/>
              <a:gd name="connsiteX145" fmla="*/ 572882 w 2855736"/>
              <a:gd name="connsiteY145" fmla="*/ 10456 h 516802"/>
              <a:gd name="connsiteX146" fmla="*/ 572882 w 2855736"/>
              <a:gd name="connsiteY146" fmla="*/ 81330 h 516802"/>
              <a:gd name="connsiteX147" fmla="*/ 572882 w 2855736"/>
              <a:gd name="connsiteY147" fmla="*/ 84893 h 516802"/>
              <a:gd name="connsiteX148" fmla="*/ 569319 w 2855736"/>
              <a:gd name="connsiteY148" fmla="*/ 84893 h 516802"/>
              <a:gd name="connsiteX149" fmla="*/ 480087 w 2855736"/>
              <a:gd name="connsiteY149" fmla="*/ 84893 h 516802"/>
              <a:gd name="connsiteX150" fmla="*/ 476601 w 2855736"/>
              <a:gd name="connsiteY150" fmla="*/ 84893 h 516802"/>
              <a:gd name="connsiteX151" fmla="*/ 476601 w 2855736"/>
              <a:gd name="connsiteY151" fmla="*/ 81330 h 516802"/>
              <a:gd name="connsiteX152" fmla="*/ 58559 w 2855736"/>
              <a:gd name="connsiteY152" fmla="*/ 6331 h 516802"/>
              <a:gd name="connsiteX153" fmla="*/ 82648 w 2855736"/>
              <a:gd name="connsiteY153" fmla="*/ 20990 h 516802"/>
              <a:gd name="connsiteX154" fmla="*/ 326565 w 2855736"/>
              <a:gd name="connsiteY154" fmla="*/ 298911 h 516802"/>
              <a:gd name="connsiteX155" fmla="*/ 326565 w 2855736"/>
              <a:gd name="connsiteY155" fmla="*/ 10456 h 516802"/>
              <a:gd name="connsiteX156" fmla="*/ 421064 w 2855736"/>
              <a:gd name="connsiteY156" fmla="*/ 10456 h 516802"/>
              <a:gd name="connsiteX157" fmla="*/ 421064 w 2855736"/>
              <a:gd name="connsiteY157" fmla="*/ 424781 h 516802"/>
              <a:gd name="connsiteX158" fmla="*/ 390545 w 2855736"/>
              <a:gd name="connsiteY158" fmla="*/ 469397 h 516802"/>
              <a:gd name="connsiteX159" fmla="*/ 373814 w 2855736"/>
              <a:gd name="connsiteY159" fmla="*/ 472495 h 516802"/>
              <a:gd name="connsiteX160" fmla="*/ 338416 w 2855736"/>
              <a:gd name="connsiteY160" fmla="*/ 456461 h 516802"/>
              <a:gd name="connsiteX161" fmla="*/ 94499 w 2855736"/>
              <a:gd name="connsiteY161" fmla="*/ 178541 h 516802"/>
              <a:gd name="connsiteX162" fmla="*/ 94499 w 2855736"/>
              <a:gd name="connsiteY162" fmla="*/ 466298 h 516802"/>
              <a:gd name="connsiteX163" fmla="*/ 0 w 2855736"/>
              <a:gd name="connsiteY163" fmla="*/ 466298 h 516802"/>
              <a:gd name="connsiteX164" fmla="*/ 0 w 2855736"/>
              <a:gd name="connsiteY164" fmla="*/ 52748 h 516802"/>
              <a:gd name="connsiteX165" fmla="*/ 30519 w 2855736"/>
              <a:gd name="connsiteY165" fmla="*/ 8055 h 516802"/>
              <a:gd name="connsiteX166" fmla="*/ 58559 w 2855736"/>
              <a:gd name="connsiteY166" fmla="*/ 6331 h 516802"/>
              <a:gd name="connsiteX167" fmla="*/ 2576886 w 2855736"/>
              <a:gd name="connsiteY167" fmla="*/ 0 h 516802"/>
              <a:gd name="connsiteX168" fmla="*/ 2815303 w 2855736"/>
              <a:gd name="connsiteY168" fmla="*/ 238417 h 516802"/>
              <a:gd name="connsiteX169" fmla="*/ 2775489 w 2855736"/>
              <a:gd name="connsiteY169" fmla="*/ 370096 h 516802"/>
              <a:gd name="connsiteX170" fmla="*/ 2775412 w 2855736"/>
              <a:gd name="connsiteY170" fmla="*/ 370096 h 516802"/>
              <a:gd name="connsiteX171" fmla="*/ 2855736 w 2855736"/>
              <a:gd name="connsiteY171" fmla="*/ 450420 h 516802"/>
              <a:gd name="connsiteX172" fmla="*/ 2789354 w 2855736"/>
              <a:gd name="connsiteY172" fmla="*/ 516802 h 516802"/>
              <a:gd name="connsiteX173" fmla="*/ 2709108 w 2855736"/>
              <a:gd name="connsiteY173" fmla="*/ 436555 h 516802"/>
              <a:gd name="connsiteX174" fmla="*/ 2576886 w 2855736"/>
              <a:gd name="connsiteY174" fmla="*/ 476756 h 516802"/>
              <a:gd name="connsiteX175" fmla="*/ 2338469 w 2855736"/>
              <a:gd name="connsiteY175" fmla="*/ 238417 h 516802"/>
              <a:gd name="connsiteX176" fmla="*/ 2576886 w 2855736"/>
              <a:gd name="connsiteY176" fmla="*/ 0 h 516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</a:cxnLst>
            <a:rect l="l" t="t" r="r" b="b"/>
            <a:pathLst>
              <a:path w="2855736" h="516802">
                <a:moveTo>
                  <a:pt x="1628098" y="189308"/>
                </a:moveTo>
                <a:cubicBezTo>
                  <a:pt x="1616711" y="189308"/>
                  <a:pt x="1606719" y="191089"/>
                  <a:pt x="1598276" y="194730"/>
                </a:cubicBezTo>
                <a:cubicBezTo>
                  <a:pt x="1589833" y="198370"/>
                  <a:pt x="1582630" y="203328"/>
                  <a:pt x="1576820" y="209524"/>
                </a:cubicBezTo>
                <a:cubicBezTo>
                  <a:pt x="1571011" y="215798"/>
                  <a:pt x="1566441" y="223157"/>
                  <a:pt x="1563188" y="231368"/>
                </a:cubicBezTo>
                <a:lnTo>
                  <a:pt x="1563188" y="231290"/>
                </a:lnTo>
                <a:cubicBezTo>
                  <a:pt x="1560399" y="238571"/>
                  <a:pt x="1558618" y="246472"/>
                  <a:pt x="1557921" y="254838"/>
                </a:cubicBezTo>
                <a:lnTo>
                  <a:pt x="1694015" y="254838"/>
                </a:lnTo>
                <a:cubicBezTo>
                  <a:pt x="1693473" y="234621"/>
                  <a:pt x="1688128" y="218587"/>
                  <a:pt x="1678059" y="207201"/>
                </a:cubicBezTo>
                <a:cubicBezTo>
                  <a:pt x="1667524" y="195349"/>
                  <a:pt x="1650716" y="189308"/>
                  <a:pt x="1628098" y="189308"/>
                </a:cubicBezTo>
                <a:close/>
                <a:moveTo>
                  <a:pt x="782717" y="189308"/>
                </a:moveTo>
                <a:cubicBezTo>
                  <a:pt x="771330" y="189308"/>
                  <a:pt x="761338" y="191089"/>
                  <a:pt x="752895" y="194730"/>
                </a:cubicBezTo>
                <a:cubicBezTo>
                  <a:pt x="744452" y="198370"/>
                  <a:pt x="737249" y="203328"/>
                  <a:pt x="731439" y="209524"/>
                </a:cubicBezTo>
                <a:cubicBezTo>
                  <a:pt x="725630" y="215798"/>
                  <a:pt x="721060" y="223157"/>
                  <a:pt x="717807" y="231368"/>
                </a:cubicBezTo>
                <a:lnTo>
                  <a:pt x="717807" y="231290"/>
                </a:lnTo>
                <a:cubicBezTo>
                  <a:pt x="715018" y="238571"/>
                  <a:pt x="713237" y="246472"/>
                  <a:pt x="712539" y="254838"/>
                </a:cubicBezTo>
                <a:lnTo>
                  <a:pt x="848634" y="254838"/>
                </a:lnTo>
                <a:cubicBezTo>
                  <a:pt x="848092" y="234621"/>
                  <a:pt x="842747" y="218587"/>
                  <a:pt x="832677" y="207201"/>
                </a:cubicBezTo>
                <a:cubicBezTo>
                  <a:pt x="822143" y="195349"/>
                  <a:pt x="805335" y="189308"/>
                  <a:pt x="782717" y="189308"/>
                </a:cubicBezTo>
                <a:close/>
                <a:moveTo>
                  <a:pt x="476601" y="124553"/>
                </a:moveTo>
                <a:lnTo>
                  <a:pt x="480087" y="124553"/>
                </a:lnTo>
                <a:lnTo>
                  <a:pt x="569319" y="124553"/>
                </a:lnTo>
                <a:lnTo>
                  <a:pt x="572882" y="124553"/>
                </a:lnTo>
                <a:lnTo>
                  <a:pt x="572882" y="128116"/>
                </a:lnTo>
                <a:lnTo>
                  <a:pt x="572804" y="466299"/>
                </a:lnTo>
                <a:lnTo>
                  <a:pt x="569319" y="466299"/>
                </a:lnTo>
                <a:lnTo>
                  <a:pt x="480087" y="466299"/>
                </a:lnTo>
                <a:lnTo>
                  <a:pt x="476601" y="466299"/>
                </a:lnTo>
                <a:lnTo>
                  <a:pt x="476601" y="127496"/>
                </a:lnTo>
                <a:close/>
                <a:moveTo>
                  <a:pt x="2026544" y="116342"/>
                </a:moveTo>
                <a:cubicBezTo>
                  <a:pt x="2065195" y="116342"/>
                  <a:pt x="2094320" y="126721"/>
                  <a:pt x="2113220" y="147093"/>
                </a:cubicBezTo>
                <a:cubicBezTo>
                  <a:pt x="2132042" y="167465"/>
                  <a:pt x="2141569" y="199687"/>
                  <a:pt x="2141569" y="242832"/>
                </a:cubicBezTo>
                <a:lnTo>
                  <a:pt x="2141569" y="466376"/>
                </a:lnTo>
                <a:lnTo>
                  <a:pt x="2045366" y="466376"/>
                </a:lnTo>
                <a:lnTo>
                  <a:pt x="2045366" y="254992"/>
                </a:lnTo>
                <a:cubicBezTo>
                  <a:pt x="2045366" y="232762"/>
                  <a:pt x="2041183" y="217503"/>
                  <a:pt x="2033050" y="209757"/>
                </a:cubicBezTo>
                <a:cubicBezTo>
                  <a:pt x="2024840" y="201933"/>
                  <a:pt x="2013686" y="197983"/>
                  <a:pt x="1999820" y="197983"/>
                </a:cubicBezTo>
                <a:cubicBezTo>
                  <a:pt x="1988899" y="197983"/>
                  <a:pt x="1979371" y="199610"/>
                  <a:pt x="1971548" y="202786"/>
                </a:cubicBezTo>
                <a:cubicBezTo>
                  <a:pt x="1963647" y="205961"/>
                  <a:pt x="1956211" y="210764"/>
                  <a:pt x="1949472" y="216651"/>
                </a:cubicBezTo>
                <a:cubicBezTo>
                  <a:pt x="1943818" y="222305"/>
                  <a:pt x="1938938" y="229121"/>
                  <a:pt x="1935143" y="237022"/>
                </a:cubicBezTo>
                <a:cubicBezTo>
                  <a:pt x="1931347" y="244768"/>
                  <a:pt x="1929411" y="253366"/>
                  <a:pt x="1929411" y="262583"/>
                </a:cubicBezTo>
                <a:lnTo>
                  <a:pt x="1929411" y="466299"/>
                </a:lnTo>
                <a:lnTo>
                  <a:pt x="1833130" y="466299"/>
                </a:lnTo>
                <a:lnTo>
                  <a:pt x="1833130" y="124630"/>
                </a:lnTo>
                <a:lnTo>
                  <a:pt x="1926855" y="124630"/>
                </a:lnTo>
                <a:lnTo>
                  <a:pt x="1926855" y="165063"/>
                </a:lnTo>
                <a:cubicBezTo>
                  <a:pt x="1938938" y="149494"/>
                  <a:pt x="1952958" y="137798"/>
                  <a:pt x="1968605" y="130052"/>
                </a:cubicBezTo>
                <a:cubicBezTo>
                  <a:pt x="1987040" y="120989"/>
                  <a:pt x="2006559" y="116342"/>
                  <a:pt x="2026544" y="116342"/>
                </a:cubicBezTo>
                <a:close/>
                <a:moveTo>
                  <a:pt x="1272176" y="115490"/>
                </a:moveTo>
                <a:cubicBezTo>
                  <a:pt x="1298667" y="115490"/>
                  <a:pt x="1321285" y="118279"/>
                  <a:pt x="1339410" y="123623"/>
                </a:cubicBezTo>
                <a:cubicBezTo>
                  <a:pt x="1357613" y="129045"/>
                  <a:pt x="1372717" y="136404"/>
                  <a:pt x="1384258" y="145544"/>
                </a:cubicBezTo>
                <a:cubicBezTo>
                  <a:pt x="1389061" y="149339"/>
                  <a:pt x="1393321" y="153445"/>
                  <a:pt x="1397194" y="157860"/>
                </a:cubicBezTo>
                <a:cubicBezTo>
                  <a:pt x="1402693" y="164211"/>
                  <a:pt x="1407263" y="171183"/>
                  <a:pt x="1410749" y="178696"/>
                </a:cubicBezTo>
                <a:cubicBezTo>
                  <a:pt x="1412376" y="182259"/>
                  <a:pt x="1413925" y="185977"/>
                  <a:pt x="1415319" y="189695"/>
                </a:cubicBezTo>
                <a:cubicBezTo>
                  <a:pt x="1415629" y="190547"/>
                  <a:pt x="1415861" y="191322"/>
                  <a:pt x="1416171" y="192174"/>
                </a:cubicBezTo>
                <a:cubicBezTo>
                  <a:pt x="1419347" y="201934"/>
                  <a:pt x="1421516" y="212235"/>
                  <a:pt x="1422755" y="222847"/>
                </a:cubicBezTo>
                <a:cubicBezTo>
                  <a:pt x="1422910" y="224087"/>
                  <a:pt x="1422910" y="225403"/>
                  <a:pt x="1423065" y="226643"/>
                </a:cubicBezTo>
                <a:lnTo>
                  <a:pt x="1335382" y="226643"/>
                </a:lnTo>
                <a:cubicBezTo>
                  <a:pt x="1334762" y="223699"/>
                  <a:pt x="1333988" y="220988"/>
                  <a:pt x="1333058" y="218432"/>
                </a:cubicBezTo>
                <a:cubicBezTo>
                  <a:pt x="1329263" y="208905"/>
                  <a:pt x="1324615" y="203793"/>
                  <a:pt x="1318109" y="198835"/>
                </a:cubicBezTo>
                <a:cubicBezTo>
                  <a:pt x="1309201" y="192096"/>
                  <a:pt x="1294406" y="188688"/>
                  <a:pt x="1274035" y="188688"/>
                </a:cubicBezTo>
                <a:cubicBezTo>
                  <a:pt x="1262494" y="188688"/>
                  <a:pt x="1252734" y="189618"/>
                  <a:pt x="1245220" y="191477"/>
                </a:cubicBezTo>
                <a:cubicBezTo>
                  <a:pt x="1237784" y="193258"/>
                  <a:pt x="1231975" y="195582"/>
                  <a:pt x="1227870" y="198293"/>
                </a:cubicBezTo>
                <a:cubicBezTo>
                  <a:pt x="1223919" y="200927"/>
                  <a:pt x="1221131" y="203870"/>
                  <a:pt x="1219504" y="207123"/>
                </a:cubicBezTo>
                <a:cubicBezTo>
                  <a:pt x="1217878" y="210454"/>
                  <a:pt x="1217025" y="213630"/>
                  <a:pt x="1217025" y="216418"/>
                </a:cubicBezTo>
                <a:cubicBezTo>
                  <a:pt x="1217025" y="225946"/>
                  <a:pt x="1219814" y="232685"/>
                  <a:pt x="1225469" y="236867"/>
                </a:cubicBezTo>
                <a:cubicBezTo>
                  <a:pt x="1231588" y="241437"/>
                  <a:pt x="1244058" y="245388"/>
                  <a:pt x="1262494" y="248641"/>
                </a:cubicBezTo>
                <a:lnTo>
                  <a:pt x="1304553" y="255612"/>
                </a:lnTo>
                <a:cubicBezTo>
                  <a:pt x="1328023" y="259485"/>
                  <a:pt x="1350022" y="264442"/>
                  <a:pt x="1365513" y="270484"/>
                </a:cubicBezTo>
                <a:cubicBezTo>
                  <a:pt x="1381160" y="276526"/>
                  <a:pt x="1393863" y="284194"/>
                  <a:pt x="1403313" y="293179"/>
                </a:cubicBezTo>
                <a:cubicBezTo>
                  <a:pt x="1412840" y="302320"/>
                  <a:pt x="1419579" y="313241"/>
                  <a:pt x="1423375" y="325635"/>
                </a:cubicBezTo>
                <a:lnTo>
                  <a:pt x="1423375" y="325712"/>
                </a:lnTo>
                <a:cubicBezTo>
                  <a:pt x="1427093" y="337950"/>
                  <a:pt x="1428952" y="352203"/>
                  <a:pt x="1428952" y="368159"/>
                </a:cubicBezTo>
                <a:cubicBezTo>
                  <a:pt x="1428952" y="400537"/>
                  <a:pt x="1416481" y="426873"/>
                  <a:pt x="1391927" y="446392"/>
                </a:cubicBezTo>
                <a:cubicBezTo>
                  <a:pt x="1367605" y="465757"/>
                  <a:pt x="1329805" y="475516"/>
                  <a:pt x="1279534" y="475516"/>
                </a:cubicBezTo>
                <a:cubicBezTo>
                  <a:pt x="1259473" y="475516"/>
                  <a:pt x="1240031" y="473657"/>
                  <a:pt x="1221828" y="470017"/>
                </a:cubicBezTo>
                <a:cubicBezTo>
                  <a:pt x="1203470" y="466299"/>
                  <a:pt x="1186739" y="459870"/>
                  <a:pt x="1172255" y="450730"/>
                </a:cubicBezTo>
                <a:cubicBezTo>
                  <a:pt x="1157615" y="441590"/>
                  <a:pt x="1145454" y="429196"/>
                  <a:pt x="1136081" y="413937"/>
                </a:cubicBezTo>
                <a:cubicBezTo>
                  <a:pt x="1127251" y="399607"/>
                  <a:pt x="1121984" y="381559"/>
                  <a:pt x="1120280" y="360336"/>
                </a:cubicBezTo>
                <a:lnTo>
                  <a:pt x="1213230" y="360336"/>
                </a:lnTo>
                <a:cubicBezTo>
                  <a:pt x="1216561" y="375828"/>
                  <a:pt x="1223455" y="386207"/>
                  <a:pt x="1233911" y="391087"/>
                </a:cubicBezTo>
                <a:cubicBezTo>
                  <a:pt x="1246072" y="396819"/>
                  <a:pt x="1261022" y="399685"/>
                  <a:pt x="1278295" y="399685"/>
                </a:cubicBezTo>
                <a:cubicBezTo>
                  <a:pt x="1298744" y="399685"/>
                  <a:pt x="1313539" y="397129"/>
                  <a:pt x="1322059" y="392171"/>
                </a:cubicBezTo>
                <a:cubicBezTo>
                  <a:pt x="1330115" y="387524"/>
                  <a:pt x="1333988" y="380088"/>
                  <a:pt x="1333988" y="369398"/>
                </a:cubicBezTo>
                <a:cubicBezTo>
                  <a:pt x="1333988" y="361808"/>
                  <a:pt x="1331509" y="355224"/>
                  <a:pt x="1326319" y="349492"/>
                </a:cubicBezTo>
                <a:cubicBezTo>
                  <a:pt x="1321207" y="343760"/>
                  <a:pt x="1310828" y="339654"/>
                  <a:pt x="1295568" y="337253"/>
                </a:cubicBezTo>
                <a:lnTo>
                  <a:pt x="1247467" y="329585"/>
                </a:lnTo>
                <a:cubicBezTo>
                  <a:pt x="1206723" y="323156"/>
                  <a:pt x="1175818" y="311847"/>
                  <a:pt x="1155678" y="296045"/>
                </a:cubicBezTo>
                <a:cubicBezTo>
                  <a:pt x="1135152" y="279934"/>
                  <a:pt x="1124695" y="255302"/>
                  <a:pt x="1124695" y="222847"/>
                </a:cubicBezTo>
                <a:cubicBezTo>
                  <a:pt x="1124695" y="206194"/>
                  <a:pt x="1128336" y="191089"/>
                  <a:pt x="1135617" y="177844"/>
                </a:cubicBezTo>
                <a:cubicBezTo>
                  <a:pt x="1142820" y="164676"/>
                  <a:pt x="1153122" y="153367"/>
                  <a:pt x="1166290" y="144150"/>
                </a:cubicBezTo>
                <a:cubicBezTo>
                  <a:pt x="1179303" y="135010"/>
                  <a:pt x="1194950" y="127883"/>
                  <a:pt x="1212920" y="122926"/>
                </a:cubicBezTo>
                <a:cubicBezTo>
                  <a:pt x="1230813" y="117969"/>
                  <a:pt x="1250720" y="115490"/>
                  <a:pt x="1272176" y="115490"/>
                </a:cubicBezTo>
                <a:close/>
                <a:moveTo>
                  <a:pt x="1629957" y="115335"/>
                </a:moveTo>
                <a:cubicBezTo>
                  <a:pt x="1681776" y="115335"/>
                  <a:pt x="1721358" y="130517"/>
                  <a:pt x="1747616" y="160493"/>
                </a:cubicBezTo>
                <a:cubicBezTo>
                  <a:pt x="1773797" y="190315"/>
                  <a:pt x="1787043" y="230980"/>
                  <a:pt x="1787043" y="281328"/>
                </a:cubicBezTo>
                <a:lnTo>
                  <a:pt x="1787043" y="320522"/>
                </a:lnTo>
                <a:lnTo>
                  <a:pt x="1556526" y="320522"/>
                </a:lnTo>
                <a:cubicBezTo>
                  <a:pt x="1557843" y="344612"/>
                  <a:pt x="1564350" y="363744"/>
                  <a:pt x="1575968" y="377454"/>
                </a:cubicBezTo>
                <a:cubicBezTo>
                  <a:pt x="1587974" y="391629"/>
                  <a:pt x="1606332" y="398833"/>
                  <a:pt x="1630654" y="398833"/>
                </a:cubicBezTo>
                <a:cubicBezTo>
                  <a:pt x="1662954" y="398833"/>
                  <a:pt x="1682009" y="386207"/>
                  <a:pt x="1688825" y="360181"/>
                </a:cubicBezTo>
                <a:lnTo>
                  <a:pt x="1688903" y="360181"/>
                </a:lnTo>
                <a:lnTo>
                  <a:pt x="1782937" y="360181"/>
                </a:lnTo>
                <a:cubicBezTo>
                  <a:pt x="1776663" y="397361"/>
                  <a:pt x="1761249" y="426098"/>
                  <a:pt x="1737082" y="445540"/>
                </a:cubicBezTo>
                <a:cubicBezTo>
                  <a:pt x="1712527" y="465292"/>
                  <a:pt x="1676509" y="475284"/>
                  <a:pt x="1630034" y="475284"/>
                </a:cubicBezTo>
                <a:cubicBezTo>
                  <a:pt x="1574032" y="475284"/>
                  <a:pt x="1531197" y="459482"/>
                  <a:pt x="1502848" y="428267"/>
                </a:cubicBezTo>
                <a:cubicBezTo>
                  <a:pt x="1474498" y="397129"/>
                  <a:pt x="1460168" y="352590"/>
                  <a:pt x="1460168" y="295890"/>
                </a:cubicBezTo>
                <a:cubicBezTo>
                  <a:pt x="1460168" y="267618"/>
                  <a:pt x="1464273" y="241979"/>
                  <a:pt x="1472484" y="219826"/>
                </a:cubicBezTo>
                <a:cubicBezTo>
                  <a:pt x="1480695" y="197673"/>
                  <a:pt x="1492391" y="178464"/>
                  <a:pt x="1507340" y="162894"/>
                </a:cubicBezTo>
                <a:cubicBezTo>
                  <a:pt x="1522290" y="147325"/>
                  <a:pt x="1540415" y="135397"/>
                  <a:pt x="1561174" y="127341"/>
                </a:cubicBezTo>
                <a:cubicBezTo>
                  <a:pt x="1581855" y="119363"/>
                  <a:pt x="1605015" y="115335"/>
                  <a:pt x="1629957" y="115335"/>
                </a:cubicBezTo>
                <a:close/>
                <a:moveTo>
                  <a:pt x="784576" y="115335"/>
                </a:moveTo>
                <a:cubicBezTo>
                  <a:pt x="836395" y="115335"/>
                  <a:pt x="875977" y="130517"/>
                  <a:pt x="902235" y="160493"/>
                </a:cubicBezTo>
                <a:cubicBezTo>
                  <a:pt x="928416" y="190315"/>
                  <a:pt x="941661" y="230980"/>
                  <a:pt x="941661" y="281328"/>
                </a:cubicBezTo>
                <a:lnTo>
                  <a:pt x="941661" y="320522"/>
                </a:lnTo>
                <a:lnTo>
                  <a:pt x="711145" y="320522"/>
                </a:lnTo>
                <a:cubicBezTo>
                  <a:pt x="712462" y="344612"/>
                  <a:pt x="718969" y="363744"/>
                  <a:pt x="730587" y="377454"/>
                </a:cubicBezTo>
                <a:cubicBezTo>
                  <a:pt x="742593" y="391629"/>
                  <a:pt x="760951" y="398833"/>
                  <a:pt x="785273" y="398833"/>
                </a:cubicBezTo>
                <a:cubicBezTo>
                  <a:pt x="817573" y="398833"/>
                  <a:pt x="836628" y="386207"/>
                  <a:pt x="843444" y="360181"/>
                </a:cubicBezTo>
                <a:lnTo>
                  <a:pt x="843522" y="360181"/>
                </a:lnTo>
                <a:lnTo>
                  <a:pt x="937556" y="360181"/>
                </a:lnTo>
                <a:cubicBezTo>
                  <a:pt x="931282" y="397361"/>
                  <a:pt x="915868" y="426098"/>
                  <a:pt x="891701" y="445540"/>
                </a:cubicBezTo>
                <a:cubicBezTo>
                  <a:pt x="867146" y="465292"/>
                  <a:pt x="831128" y="475284"/>
                  <a:pt x="784653" y="475284"/>
                </a:cubicBezTo>
                <a:cubicBezTo>
                  <a:pt x="728651" y="475284"/>
                  <a:pt x="685816" y="459482"/>
                  <a:pt x="657467" y="428267"/>
                </a:cubicBezTo>
                <a:cubicBezTo>
                  <a:pt x="629117" y="397129"/>
                  <a:pt x="614787" y="352590"/>
                  <a:pt x="614787" y="295890"/>
                </a:cubicBezTo>
                <a:cubicBezTo>
                  <a:pt x="614787" y="267618"/>
                  <a:pt x="618892" y="241979"/>
                  <a:pt x="627103" y="219826"/>
                </a:cubicBezTo>
                <a:cubicBezTo>
                  <a:pt x="635313" y="197673"/>
                  <a:pt x="647010" y="178464"/>
                  <a:pt x="661959" y="162894"/>
                </a:cubicBezTo>
                <a:cubicBezTo>
                  <a:pt x="676909" y="147325"/>
                  <a:pt x="695034" y="135397"/>
                  <a:pt x="715793" y="127341"/>
                </a:cubicBezTo>
                <a:cubicBezTo>
                  <a:pt x="736474" y="119363"/>
                  <a:pt x="759634" y="115335"/>
                  <a:pt x="784576" y="115335"/>
                </a:cubicBezTo>
                <a:close/>
                <a:moveTo>
                  <a:pt x="2576886" y="97288"/>
                </a:moveTo>
                <a:cubicBezTo>
                  <a:pt x="2499118" y="97288"/>
                  <a:pt x="2435834" y="160571"/>
                  <a:pt x="2435834" y="238339"/>
                </a:cubicBezTo>
                <a:cubicBezTo>
                  <a:pt x="2435834" y="316108"/>
                  <a:pt x="2499118" y="379391"/>
                  <a:pt x="2576886" y="379391"/>
                </a:cubicBezTo>
                <a:cubicBezTo>
                  <a:pt x="2654654" y="379391"/>
                  <a:pt x="2717938" y="316108"/>
                  <a:pt x="2717938" y="238339"/>
                </a:cubicBezTo>
                <a:cubicBezTo>
                  <a:pt x="2717938" y="160571"/>
                  <a:pt x="2654654" y="97288"/>
                  <a:pt x="2576886" y="97288"/>
                </a:cubicBezTo>
                <a:close/>
                <a:moveTo>
                  <a:pt x="2196642" y="10456"/>
                </a:moveTo>
                <a:lnTo>
                  <a:pt x="2290522" y="10456"/>
                </a:lnTo>
                <a:lnTo>
                  <a:pt x="2290522" y="466298"/>
                </a:lnTo>
                <a:lnTo>
                  <a:pt x="2196642" y="466298"/>
                </a:lnTo>
                <a:close/>
                <a:moveTo>
                  <a:pt x="986665" y="10456"/>
                </a:moveTo>
                <a:lnTo>
                  <a:pt x="1080545" y="10456"/>
                </a:lnTo>
                <a:lnTo>
                  <a:pt x="1080545" y="475593"/>
                </a:lnTo>
                <a:lnTo>
                  <a:pt x="1065905" y="475593"/>
                </a:lnTo>
                <a:cubicBezTo>
                  <a:pt x="1022063" y="475129"/>
                  <a:pt x="986665" y="438878"/>
                  <a:pt x="986665" y="394107"/>
                </a:cubicBezTo>
                <a:close/>
                <a:moveTo>
                  <a:pt x="476601" y="10456"/>
                </a:moveTo>
                <a:lnTo>
                  <a:pt x="480087" y="10456"/>
                </a:lnTo>
                <a:lnTo>
                  <a:pt x="569319" y="10456"/>
                </a:lnTo>
                <a:lnTo>
                  <a:pt x="572882" y="10456"/>
                </a:lnTo>
                <a:lnTo>
                  <a:pt x="572882" y="81330"/>
                </a:lnTo>
                <a:lnTo>
                  <a:pt x="572882" y="84893"/>
                </a:lnTo>
                <a:lnTo>
                  <a:pt x="569319" y="84893"/>
                </a:lnTo>
                <a:lnTo>
                  <a:pt x="480087" y="84893"/>
                </a:lnTo>
                <a:lnTo>
                  <a:pt x="476601" y="84893"/>
                </a:lnTo>
                <a:lnTo>
                  <a:pt x="476601" y="81330"/>
                </a:lnTo>
                <a:close/>
                <a:moveTo>
                  <a:pt x="58559" y="6331"/>
                </a:moveTo>
                <a:cubicBezTo>
                  <a:pt x="67660" y="8597"/>
                  <a:pt x="76103" y="13593"/>
                  <a:pt x="82648" y="20990"/>
                </a:cubicBezTo>
                <a:lnTo>
                  <a:pt x="326565" y="298911"/>
                </a:lnTo>
                <a:lnTo>
                  <a:pt x="326565" y="10456"/>
                </a:lnTo>
                <a:lnTo>
                  <a:pt x="421064" y="10456"/>
                </a:lnTo>
                <a:lnTo>
                  <a:pt x="421064" y="424781"/>
                </a:lnTo>
                <a:cubicBezTo>
                  <a:pt x="421064" y="444610"/>
                  <a:pt x="408903" y="462348"/>
                  <a:pt x="390545" y="469397"/>
                </a:cubicBezTo>
                <a:cubicBezTo>
                  <a:pt x="385123" y="471488"/>
                  <a:pt x="379391" y="472495"/>
                  <a:pt x="373814" y="472495"/>
                </a:cubicBezTo>
                <a:cubicBezTo>
                  <a:pt x="360491" y="472495"/>
                  <a:pt x="347556" y="466918"/>
                  <a:pt x="338416" y="456461"/>
                </a:cubicBezTo>
                <a:lnTo>
                  <a:pt x="94499" y="178541"/>
                </a:lnTo>
                <a:lnTo>
                  <a:pt x="94499" y="466298"/>
                </a:lnTo>
                <a:lnTo>
                  <a:pt x="0" y="466298"/>
                </a:lnTo>
                <a:lnTo>
                  <a:pt x="0" y="52748"/>
                </a:lnTo>
                <a:cubicBezTo>
                  <a:pt x="0" y="32841"/>
                  <a:pt x="12161" y="15103"/>
                  <a:pt x="30519" y="8055"/>
                </a:cubicBezTo>
                <a:cubicBezTo>
                  <a:pt x="39698" y="4530"/>
                  <a:pt x="49457" y="4066"/>
                  <a:pt x="58559" y="6331"/>
                </a:cubicBezTo>
                <a:close/>
                <a:moveTo>
                  <a:pt x="2576886" y="0"/>
                </a:moveTo>
                <a:cubicBezTo>
                  <a:pt x="2708333" y="0"/>
                  <a:pt x="2815303" y="106970"/>
                  <a:pt x="2815303" y="238417"/>
                </a:cubicBezTo>
                <a:cubicBezTo>
                  <a:pt x="2815303" y="287061"/>
                  <a:pt x="2800586" y="332296"/>
                  <a:pt x="2775489" y="370096"/>
                </a:cubicBezTo>
                <a:lnTo>
                  <a:pt x="2775412" y="370096"/>
                </a:lnTo>
                <a:lnTo>
                  <a:pt x="2855736" y="450420"/>
                </a:lnTo>
                <a:lnTo>
                  <a:pt x="2789354" y="516802"/>
                </a:lnTo>
                <a:lnTo>
                  <a:pt x="2709108" y="436555"/>
                </a:lnTo>
                <a:cubicBezTo>
                  <a:pt x="2671230" y="461962"/>
                  <a:pt x="2625762" y="476756"/>
                  <a:pt x="2576886" y="476756"/>
                </a:cubicBezTo>
                <a:cubicBezTo>
                  <a:pt x="2445439" y="476756"/>
                  <a:pt x="2338469" y="369864"/>
                  <a:pt x="2338469" y="238417"/>
                </a:cubicBezTo>
                <a:cubicBezTo>
                  <a:pt x="2338469" y="106970"/>
                  <a:pt x="2445439" y="0"/>
                  <a:pt x="2576886" y="0"/>
                </a:cubicBezTo>
                <a:close/>
              </a:path>
            </a:pathLst>
          </a:custGeom>
          <a:solidFill>
            <a:srgbClr val="EF5F17"/>
          </a:solidFill>
          <a:ln w="774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Nielsen wordmark">
            <a:extLst>
              <a:ext uri="{FF2B5EF4-FFF2-40B4-BE49-F238E27FC236}">
                <a16:creationId xmlns:a16="http://schemas.microsoft.com/office/drawing/2014/main" id="{B1252C69-E9BC-B557-185C-1243A08E14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95274" y="428580"/>
            <a:ext cx="2855736" cy="516802"/>
          </a:xfrm>
          <a:custGeom>
            <a:avLst/>
            <a:gdLst>
              <a:gd name="connsiteX0" fmla="*/ 1628098 w 2855736"/>
              <a:gd name="connsiteY0" fmla="*/ 189308 h 516802"/>
              <a:gd name="connsiteX1" fmla="*/ 1598276 w 2855736"/>
              <a:gd name="connsiteY1" fmla="*/ 194730 h 516802"/>
              <a:gd name="connsiteX2" fmla="*/ 1576820 w 2855736"/>
              <a:gd name="connsiteY2" fmla="*/ 209524 h 516802"/>
              <a:gd name="connsiteX3" fmla="*/ 1563188 w 2855736"/>
              <a:gd name="connsiteY3" fmla="*/ 231368 h 516802"/>
              <a:gd name="connsiteX4" fmla="*/ 1563188 w 2855736"/>
              <a:gd name="connsiteY4" fmla="*/ 231290 h 516802"/>
              <a:gd name="connsiteX5" fmla="*/ 1557921 w 2855736"/>
              <a:gd name="connsiteY5" fmla="*/ 254838 h 516802"/>
              <a:gd name="connsiteX6" fmla="*/ 1694015 w 2855736"/>
              <a:gd name="connsiteY6" fmla="*/ 254838 h 516802"/>
              <a:gd name="connsiteX7" fmla="*/ 1678059 w 2855736"/>
              <a:gd name="connsiteY7" fmla="*/ 207201 h 516802"/>
              <a:gd name="connsiteX8" fmla="*/ 1628098 w 2855736"/>
              <a:gd name="connsiteY8" fmla="*/ 189308 h 516802"/>
              <a:gd name="connsiteX9" fmla="*/ 782717 w 2855736"/>
              <a:gd name="connsiteY9" fmla="*/ 189308 h 516802"/>
              <a:gd name="connsiteX10" fmla="*/ 752895 w 2855736"/>
              <a:gd name="connsiteY10" fmla="*/ 194730 h 516802"/>
              <a:gd name="connsiteX11" fmla="*/ 731439 w 2855736"/>
              <a:gd name="connsiteY11" fmla="*/ 209524 h 516802"/>
              <a:gd name="connsiteX12" fmla="*/ 717807 w 2855736"/>
              <a:gd name="connsiteY12" fmla="*/ 231368 h 516802"/>
              <a:gd name="connsiteX13" fmla="*/ 717807 w 2855736"/>
              <a:gd name="connsiteY13" fmla="*/ 231290 h 516802"/>
              <a:gd name="connsiteX14" fmla="*/ 712539 w 2855736"/>
              <a:gd name="connsiteY14" fmla="*/ 254838 h 516802"/>
              <a:gd name="connsiteX15" fmla="*/ 848634 w 2855736"/>
              <a:gd name="connsiteY15" fmla="*/ 254838 h 516802"/>
              <a:gd name="connsiteX16" fmla="*/ 832677 w 2855736"/>
              <a:gd name="connsiteY16" fmla="*/ 207201 h 516802"/>
              <a:gd name="connsiteX17" fmla="*/ 782717 w 2855736"/>
              <a:gd name="connsiteY17" fmla="*/ 189308 h 516802"/>
              <a:gd name="connsiteX18" fmla="*/ 476601 w 2855736"/>
              <a:gd name="connsiteY18" fmla="*/ 124553 h 516802"/>
              <a:gd name="connsiteX19" fmla="*/ 480087 w 2855736"/>
              <a:gd name="connsiteY19" fmla="*/ 124553 h 516802"/>
              <a:gd name="connsiteX20" fmla="*/ 569319 w 2855736"/>
              <a:gd name="connsiteY20" fmla="*/ 124553 h 516802"/>
              <a:gd name="connsiteX21" fmla="*/ 572882 w 2855736"/>
              <a:gd name="connsiteY21" fmla="*/ 124553 h 516802"/>
              <a:gd name="connsiteX22" fmla="*/ 572882 w 2855736"/>
              <a:gd name="connsiteY22" fmla="*/ 128116 h 516802"/>
              <a:gd name="connsiteX23" fmla="*/ 572804 w 2855736"/>
              <a:gd name="connsiteY23" fmla="*/ 466299 h 516802"/>
              <a:gd name="connsiteX24" fmla="*/ 569319 w 2855736"/>
              <a:gd name="connsiteY24" fmla="*/ 466299 h 516802"/>
              <a:gd name="connsiteX25" fmla="*/ 480087 w 2855736"/>
              <a:gd name="connsiteY25" fmla="*/ 466299 h 516802"/>
              <a:gd name="connsiteX26" fmla="*/ 476601 w 2855736"/>
              <a:gd name="connsiteY26" fmla="*/ 466299 h 516802"/>
              <a:gd name="connsiteX27" fmla="*/ 476601 w 2855736"/>
              <a:gd name="connsiteY27" fmla="*/ 127496 h 516802"/>
              <a:gd name="connsiteX28" fmla="*/ 2026544 w 2855736"/>
              <a:gd name="connsiteY28" fmla="*/ 116342 h 516802"/>
              <a:gd name="connsiteX29" fmla="*/ 2113220 w 2855736"/>
              <a:gd name="connsiteY29" fmla="*/ 147093 h 516802"/>
              <a:gd name="connsiteX30" fmla="*/ 2141569 w 2855736"/>
              <a:gd name="connsiteY30" fmla="*/ 242832 h 516802"/>
              <a:gd name="connsiteX31" fmla="*/ 2141569 w 2855736"/>
              <a:gd name="connsiteY31" fmla="*/ 466376 h 516802"/>
              <a:gd name="connsiteX32" fmla="*/ 2045366 w 2855736"/>
              <a:gd name="connsiteY32" fmla="*/ 466376 h 516802"/>
              <a:gd name="connsiteX33" fmla="*/ 2045366 w 2855736"/>
              <a:gd name="connsiteY33" fmla="*/ 254992 h 516802"/>
              <a:gd name="connsiteX34" fmla="*/ 2033050 w 2855736"/>
              <a:gd name="connsiteY34" fmla="*/ 209757 h 516802"/>
              <a:gd name="connsiteX35" fmla="*/ 1999820 w 2855736"/>
              <a:gd name="connsiteY35" fmla="*/ 197983 h 516802"/>
              <a:gd name="connsiteX36" fmla="*/ 1971548 w 2855736"/>
              <a:gd name="connsiteY36" fmla="*/ 202786 h 516802"/>
              <a:gd name="connsiteX37" fmla="*/ 1949472 w 2855736"/>
              <a:gd name="connsiteY37" fmla="*/ 216651 h 516802"/>
              <a:gd name="connsiteX38" fmla="*/ 1935143 w 2855736"/>
              <a:gd name="connsiteY38" fmla="*/ 237022 h 516802"/>
              <a:gd name="connsiteX39" fmla="*/ 1929411 w 2855736"/>
              <a:gd name="connsiteY39" fmla="*/ 262583 h 516802"/>
              <a:gd name="connsiteX40" fmla="*/ 1929411 w 2855736"/>
              <a:gd name="connsiteY40" fmla="*/ 466299 h 516802"/>
              <a:gd name="connsiteX41" fmla="*/ 1833130 w 2855736"/>
              <a:gd name="connsiteY41" fmla="*/ 466299 h 516802"/>
              <a:gd name="connsiteX42" fmla="*/ 1833130 w 2855736"/>
              <a:gd name="connsiteY42" fmla="*/ 124630 h 516802"/>
              <a:gd name="connsiteX43" fmla="*/ 1926855 w 2855736"/>
              <a:gd name="connsiteY43" fmla="*/ 124630 h 516802"/>
              <a:gd name="connsiteX44" fmla="*/ 1926855 w 2855736"/>
              <a:gd name="connsiteY44" fmla="*/ 165063 h 516802"/>
              <a:gd name="connsiteX45" fmla="*/ 1968605 w 2855736"/>
              <a:gd name="connsiteY45" fmla="*/ 130052 h 516802"/>
              <a:gd name="connsiteX46" fmla="*/ 2026544 w 2855736"/>
              <a:gd name="connsiteY46" fmla="*/ 116342 h 516802"/>
              <a:gd name="connsiteX47" fmla="*/ 1272176 w 2855736"/>
              <a:gd name="connsiteY47" fmla="*/ 115490 h 516802"/>
              <a:gd name="connsiteX48" fmla="*/ 1339410 w 2855736"/>
              <a:gd name="connsiteY48" fmla="*/ 123623 h 516802"/>
              <a:gd name="connsiteX49" fmla="*/ 1384258 w 2855736"/>
              <a:gd name="connsiteY49" fmla="*/ 145544 h 516802"/>
              <a:gd name="connsiteX50" fmla="*/ 1397194 w 2855736"/>
              <a:gd name="connsiteY50" fmla="*/ 157860 h 516802"/>
              <a:gd name="connsiteX51" fmla="*/ 1410749 w 2855736"/>
              <a:gd name="connsiteY51" fmla="*/ 178696 h 516802"/>
              <a:gd name="connsiteX52" fmla="*/ 1415319 w 2855736"/>
              <a:gd name="connsiteY52" fmla="*/ 189695 h 516802"/>
              <a:gd name="connsiteX53" fmla="*/ 1416171 w 2855736"/>
              <a:gd name="connsiteY53" fmla="*/ 192174 h 516802"/>
              <a:gd name="connsiteX54" fmla="*/ 1422755 w 2855736"/>
              <a:gd name="connsiteY54" fmla="*/ 222847 h 516802"/>
              <a:gd name="connsiteX55" fmla="*/ 1423065 w 2855736"/>
              <a:gd name="connsiteY55" fmla="*/ 226643 h 516802"/>
              <a:gd name="connsiteX56" fmla="*/ 1335382 w 2855736"/>
              <a:gd name="connsiteY56" fmla="*/ 226643 h 516802"/>
              <a:gd name="connsiteX57" fmla="*/ 1333058 w 2855736"/>
              <a:gd name="connsiteY57" fmla="*/ 218432 h 516802"/>
              <a:gd name="connsiteX58" fmla="*/ 1318109 w 2855736"/>
              <a:gd name="connsiteY58" fmla="*/ 198835 h 516802"/>
              <a:gd name="connsiteX59" fmla="*/ 1274035 w 2855736"/>
              <a:gd name="connsiteY59" fmla="*/ 188688 h 516802"/>
              <a:gd name="connsiteX60" fmla="*/ 1245220 w 2855736"/>
              <a:gd name="connsiteY60" fmla="*/ 191477 h 516802"/>
              <a:gd name="connsiteX61" fmla="*/ 1227870 w 2855736"/>
              <a:gd name="connsiteY61" fmla="*/ 198293 h 516802"/>
              <a:gd name="connsiteX62" fmla="*/ 1219504 w 2855736"/>
              <a:gd name="connsiteY62" fmla="*/ 207123 h 516802"/>
              <a:gd name="connsiteX63" fmla="*/ 1217025 w 2855736"/>
              <a:gd name="connsiteY63" fmla="*/ 216418 h 516802"/>
              <a:gd name="connsiteX64" fmla="*/ 1225469 w 2855736"/>
              <a:gd name="connsiteY64" fmla="*/ 236867 h 516802"/>
              <a:gd name="connsiteX65" fmla="*/ 1262494 w 2855736"/>
              <a:gd name="connsiteY65" fmla="*/ 248641 h 516802"/>
              <a:gd name="connsiteX66" fmla="*/ 1304553 w 2855736"/>
              <a:gd name="connsiteY66" fmla="*/ 255612 h 516802"/>
              <a:gd name="connsiteX67" fmla="*/ 1365513 w 2855736"/>
              <a:gd name="connsiteY67" fmla="*/ 270484 h 516802"/>
              <a:gd name="connsiteX68" fmla="*/ 1403313 w 2855736"/>
              <a:gd name="connsiteY68" fmla="*/ 293179 h 516802"/>
              <a:gd name="connsiteX69" fmla="*/ 1423375 w 2855736"/>
              <a:gd name="connsiteY69" fmla="*/ 325635 h 516802"/>
              <a:gd name="connsiteX70" fmla="*/ 1423375 w 2855736"/>
              <a:gd name="connsiteY70" fmla="*/ 325712 h 516802"/>
              <a:gd name="connsiteX71" fmla="*/ 1428952 w 2855736"/>
              <a:gd name="connsiteY71" fmla="*/ 368159 h 516802"/>
              <a:gd name="connsiteX72" fmla="*/ 1391927 w 2855736"/>
              <a:gd name="connsiteY72" fmla="*/ 446392 h 516802"/>
              <a:gd name="connsiteX73" fmla="*/ 1279534 w 2855736"/>
              <a:gd name="connsiteY73" fmla="*/ 475516 h 516802"/>
              <a:gd name="connsiteX74" fmla="*/ 1221828 w 2855736"/>
              <a:gd name="connsiteY74" fmla="*/ 470017 h 516802"/>
              <a:gd name="connsiteX75" fmla="*/ 1172255 w 2855736"/>
              <a:gd name="connsiteY75" fmla="*/ 450730 h 516802"/>
              <a:gd name="connsiteX76" fmla="*/ 1136081 w 2855736"/>
              <a:gd name="connsiteY76" fmla="*/ 413937 h 516802"/>
              <a:gd name="connsiteX77" fmla="*/ 1120280 w 2855736"/>
              <a:gd name="connsiteY77" fmla="*/ 360336 h 516802"/>
              <a:gd name="connsiteX78" fmla="*/ 1213230 w 2855736"/>
              <a:gd name="connsiteY78" fmla="*/ 360336 h 516802"/>
              <a:gd name="connsiteX79" fmla="*/ 1233911 w 2855736"/>
              <a:gd name="connsiteY79" fmla="*/ 391087 h 516802"/>
              <a:gd name="connsiteX80" fmla="*/ 1278295 w 2855736"/>
              <a:gd name="connsiteY80" fmla="*/ 399685 h 516802"/>
              <a:gd name="connsiteX81" fmla="*/ 1322059 w 2855736"/>
              <a:gd name="connsiteY81" fmla="*/ 392171 h 516802"/>
              <a:gd name="connsiteX82" fmla="*/ 1333988 w 2855736"/>
              <a:gd name="connsiteY82" fmla="*/ 369398 h 516802"/>
              <a:gd name="connsiteX83" fmla="*/ 1326319 w 2855736"/>
              <a:gd name="connsiteY83" fmla="*/ 349492 h 516802"/>
              <a:gd name="connsiteX84" fmla="*/ 1295568 w 2855736"/>
              <a:gd name="connsiteY84" fmla="*/ 337253 h 516802"/>
              <a:gd name="connsiteX85" fmla="*/ 1247467 w 2855736"/>
              <a:gd name="connsiteY85" fmla="*/ 329585 h 516802"/>
              <a:gd name="connsiteX86" fmla="*/ 1155678 w 2855736"/>
              <a:gd name="connsiteY86" fmla="*/ 296045 h 516802"/>
              <a:gd name="connsiteX87" fmla="*/ 1124695 w 2855736"/>
              <a:gd name="connsiteY87" fmla="*/ 222847 h 516802"/>
              <a:gd name="connsiteX88" fmla="*/ 1135617 w 2855736"/>
              <a:gd name="connsiteY88" fmla="*/ 177844 h 516802"/>
              <a:gd name="connsiteX89" fmla="*/ 1166290 w 2855736"/>
              <a:gd name="connsiteY89" fmla="*/ 144150 h 516802"/>
              <a:gd name="connsiteX90" fmla="*/ 1212920 w 2855736"/>
              <a:gd name="connsiteY90" fmla="*/ 122926 h 516802"/>
              <a:gd name="connsiteX91" fmla="*/ 1272176 w 2855736"/>
              <a:gd name="connsiteY91" fmla="*/ 115490 h 516802"/>
              <a:gd name="connsiteX92" fmla="*/ 1629957 w 2855736"/>
              <a:gd name="connsiteY92" fmla="*/ 115335 h 516802"/>
              <a:gd name="connsiteX93" fmla="*/ 1747616 w 2855736"/>
              <a:gd name="connsiteY93" fmla="*/ 160493 h 516802"/>
              <a:gd name="connsiteX94" fmla="*/ 1787043 w 2855736"/>
              <a:gd name="connsiteY94" fmla="*/ 281328 h 516802"/>
              <a:gd name="connsiteX95" fmla="*/ 1787043 w 2855736"/>
              <a:gd name="connsiteY95" fmla="*/ 320522 h 516802"/>
              <a:gd name="connsiteX96" fmla="*/ 1556526 w 2855736"/>
              <a:gd name="connsiteY96" fmla="*/ 320522 h 516802"/>
              <a:gd name="connsiteX97" fmla="*/ 1575968 w 2855736"/>
              <a:gd name="connsiteY97" fmla="*/ 377454 h 516802"/>
              <a:gd name="connsiteX98" fmla="*/ 1630654 w 2855736"/>
              <a:gd name="connsiteY98" fmla="*/ 398833 h 516802"/>
              <a:gd name="connsiteX99" fmla="*/ 1688825 w 2855736"/>
              <a:gd name="connsiteY99" fmla="*/ 360181 h 516802"/>
              <a:gd name="connsiteX100" fmla="*/ 1688903 w 2855736"/>
              <a:gd name="connsiteY100" fmla="*/ 360181 h 516802"/>
              <a:gd name="connsiteX101" fmla="*/ 1782937 w 2855736"/>
              <a:gd name="connsiteY101" fmla="*/ 360181 h 516802"/>
              <a:gd name="connsiteX102" fmla="*/ 1737082 w 2855736"/>
              <a:gd name="connsiteY102" fmla="*/ 445540 h 516802"/>
              <a:gd name="connsiteX103" fmla="*/ 1630034 w 2855736"/>
              <a:gd name="connsiteY103" fmla="*/ 475284 h 516802"/>
              <a:gd name="connsiteX104" fmla="*/ 1502848 w 2855736"/>
              <a:gd name="connsiteY104" fmla="*/ 428267 h 516802"/>
              <a:gd name="connsiteX105" fmla="*/ 1460168 w 2855736"/>
              <a:gd name="connsiteY105" fmla="*/ 295890 h 516802"/>
              <a:gd name="connsiteX106" fmla="*/ 1472484 w 2855736"/>
              <a:gd name="connsiteY106" fmla="*/ 219826 h 516802"/>
              <a:gd name="connsiteX107" fmla="*/ 1507340 w 2855736"/>
              <a:gd name="connsiteY107" fmla="*/ 162894 h 516802"/>
              <a:gd name="connsiteX108" fmla="*/ 1561174 w 2855736"/>
              <a:gd name="connsiteY108" fmla="*/ 127341 h 516802"/>
              <a:gd name="connsiteX109" fmla="*/ 1629957 w 2855736"/>
              <a:gd name="connsiteY109" fmla="*/ 115335 h 516802"/>
              <a:gd name="connsiteX110" fmla="*/ 784576 w 2855736"/>
              <a:gd name="connsiteY110" fmla="*/ 115335 h 516802"/>
              <a:gd name="connsiteX111" fmla="*/ 902235 w 2855736"/>
              <a:gd name="connsiteY111" fmla="*/ 160493 h 516802"/>
              <a:gd name="connsiteX112" fmla="*/ 941661 w 2855736"/>
              <a:gd name="connsiteY112" fmla="*/ 281328 h 516802"/>
              <a:gd name="connsiteX113" fmla="*/ 941661 w 2855736"/>
              <a:gd name="connsiteY113" fmla="*/ 320522 h 516802"/>
              <a:gd name="connsiteX114" fmla="*/ 711145 w 2855736"/>
              <a:gd name="connsiteY114" fmla="*/ 320522 h 516802"/>
              <a:gd name="connsiteX115" fmla="*/ 730587 w 2855736"/>
              <a:gd name="connsiteY115" fmla="*/ 377454 h 516802"/>
              <a:gd name="connsiteX116" fmla="*/ 785273 w 2855736"/>
              <a:gd name="connsiteY116" fmla="*/ 398833 h 516802"/>
              <a:gd name="connsiteX117" fmla="*/ 843444 w 2855736"/>
              <a:gd name="connsiteY117" fmla="*/ 360181 h 516802"/>
              <a:gd name="connsiteX118" fmla="*/ 843522 w 2855736"/>
              <a:gd name="connsiteY118" fmla="*/ 360181 h 516802"/>
              <a:gd name="connsiteX119" fmla="*/ 937556 w 2855736"/>
              <a:gd name="connsiteY119" fmla="*/ 360181 h 516802"/>
              <a:gd name="connsiteX120" fmla="*/ 891701 w 2855736"/>
              <a:gd name="connsiteY120" fmla="*/ 445540 h 516802"/>
              <a:gd name="connsiteX121" fmla="*/ 784653 w 2855736"/>
              <a:gd name="connsiteY121" fmla="*/ 475284 h 516802"/>
              <a:gd name="connsiteX122" fmla="*/ 657467 w 2855736"/>
              <a:gd name="connsiteY122" fmla="*/ 428267 h 516802"/>
              <a:gd name="connsiteX123" fmla="*/ 614787 w 2855736"/>
              <a:gd name="connsiteY123" fmla="*/ 295890 h 516802"/>
              <a:gd name="connsiteX124" fmla="*/ 627103 w 2855736"/>
              <a:gd name="connsiteY124" fmla="*/ 219826 h 516802"/>
              <a:gd name="connsiteX125" fmla="*/ 661959 w 2855736"/>
              <a:gd name="connsiteY125" fmla="*/ 162894 h 516802"/>
              <a:gd name="connsiteX126" fmla="*/ 715793 w 2855736"/>
              <a:gd name="connsiteY126" fmla="*/ 127341 h 516802"/>
              <a:gd name="connsiteX127" fmla="*/ 784576 w 2855736"/>
              <a:gd name="connsiteY127" fmla="*/ 115335 h 516802"/>
              <a:gd name="connsiteX128" fmla="*/ 2576886 w 2855736"/>
              <a:gd name="connsiteY128" fmla="*/ 97288 h 516802"/>
              <a:gd name="connsiteX129" fmla="*/ 2435834 w 2855736"/>
              <a:gd name="connsiteY129" fmla="*/ 238339 h 516802"/>
              <a:gd name="connsiteX130" fmla="*/ 2576886 w 2855736"/>
              <a:gd name="connsiteY130" fmla="*/ 379391 h 516802"/>
              <a:gd name="connsiteX131" fmla="*/ 2717938 w 2855736"/>
              <a:gd name="connsiteY131" fmla="*/ 238339 h 516802"/>
              <a:gd name="connsiteX132" fmla="*/ 2576886 w 2855736"/>
              <a:gd name="connsiteY132" fmla="*/ 97288 h 516802"/>
              <a:gd name="connsiteX133" fmla="*/ 2196642 w 2855736"/>
              <a:gd name="connsiteY133" fmla="*/ 10456 h 516802"/>
              <a:gd name="connsiteX134" fmla="*/ 2290522 w 2855736"/>
              <a:gd name="connsiteY134" fmla="*/ 10456 h 516802"/>
              <a:gd name="connsiteX135" fmla="*/ 2290522 w 2855736"/>
              <a:gd name="connsiteY135" fmla="*/ 466298 h 516802"/>
              <a:gd name="connsiteX136" fmla="*/ 2196642 w 2855736"/>
              <a:gd name="connsiteY136" fmla="*/ 466298 h 516802"/>
              <a:gd name="connsiteX137" fmla="*/ 986665 w 2855736"/>
              <a:gd name="connsiteY137" fmla="*/ 10456 h 516802"/>
              <a:gd name="connsiteX138" fmla="*/ 1080545 w 2855736"/>
              <a:gd name="connsiteY138" fmla="*/ 10456 h 516802"/>
              <a:gd name="connsiteX139" fmla="*/ 1080545 w 2855736"/>
              <a:gd name="connsiteY139" fmla="*/ 475593 h 516802"/>
              <a:gd name="connsiteX140" fmla="*/ 1065905 w 2855736"/>
              <a:gd name="connsiteY140" fmla="*/ 475593 h 516802"/>
              <a:gd name="connsiteX141" fmla="*/ 986665 w 2855736"/>
              <a:gd name="connsiteY141" fmla="*/ 394107 h 516802"/>
              <a:gd name="connsiteX142" fmla="*/ 476601 w 2855736"/>
              <a:gd name="connsiteY142" fmla="*/ 10456 h 516802"/>
              <a:gd name="connsiteX143" fmla="*/ 480087 w 2855736"/>
              <a:gd name="connsiteY143" fmla="*/ 10456 h 516802"/>
              <a:gd name="connsiteX144" fmla="*/ 569319 w 2855736"/>
              <a:gd name="connsiteY144" fmla="*/ 10456 h 516802"/>
              <a:gd name="connsiteX145" fmla="*/ 572882 w 2855736"/>
              <a:gd name="connsiteY145" fmla="*/ 10456 h 516802"/>
              <a:gd name="connsiteX146" fmla="*/ 572882 w 2855736"/>
              <a:gd name="connsiteY146" fmla="*/ 81330 h 516802"/>
              <a:gd name="connsiteX147" fmla="*/ 572882 w 2855736"/>
              <a:gd name="connsiteY147" fmla="*/ 84893 h 516802"/>
              <a:gd name="connsiteX148" fmla="*/ 569319 w 2855736"/>
              <a:gd name="connsiteY148" fmla="*/ 84893 h 516802"/>
              <a:gd name="connsiteX149" fmla="*/ 480087 w 2855736"/>
              <a:gd name="connsiteY149" fmla="*/ 84893 h 516802"/>
              <a:gd name="connsiteX150" fmla="*/ 476601 w 2855736"/>
              <a:gd name="connsiteY150" fmla="*/ 84893 h 516802"/>
              <a:gd name="connsiteX151" fmla="*/ 476601 w 2855736"/>
              <a:gd name="connsiteY151" fmla="*/ 81330 h 516802"/>
              <a:gd name="connsiteX152" fmla="*/ 58559 w 2855736"/>
              <a:gd name="connsiteY152" fmla="*/ 6331 h 516802"/>
              <a:gd name="connsiteX153" fmla="*/ 82648 w 2855736"/>
              <a:gd name="connsiteY153" fmla="*/ 20990 h 516802"/>
              <a:gd name="connsiteX154" fmla="*/ 326565 w 2855736"/>
              <a:gd name="connsiteY154" fmla="*/ 298911 h 516802"/>
              <a:gd name="connsiteX155" fmla="*/ 326565 w 2855736"/>
              <a:gd name="connsiteY155" fmla="*/ 10456 h 516802"/>
              <a:gd name="connsiteX156" fmla="*/ 421064 w 2855736"/>
              <a:gd name="connsiteY156" fmla="*/ 10456 h 516802"/>
              <a:gd name="connsiteX157" fmla="*/ 421064 w 2855736"/>
              <a:gd name="connsiteY157" fmla="*/ 424781 h 516802"/>
              <a:gd name="connsiteX158" fmla="*/ 390545 w 2855736"/>
              <a:gd name="connsiteY158" fmla="*/ 469397 h 516802"/>
              <a:gd name="connsiteX159" fmla="*/ 373814 w 2855736"/>
              <a:gd name="connsiteY159" fmla="*/ 472495 h 516802"/>
              <a:gd name="connsiteX160" fmla="*/ 338416 w 2855736"/>
              <a:gd name="connsiteY160" fmla="*/ 456461 h 516802"/>
              <a:gd name="connsiteX161" fmla="*/ 94499 w 2855736"/>
              <a:gd name="connsiteY161" fmla="*/ 178541 h 516802"/>
              <a:gd name="connsiteX162" fmla="*/ 94499 w 2855736"/>
              <a:gd name="connsiteY162" fmla="*/ 466298 h 516802"/>
              <a:gd name="connsiteX163" fmla="*/ 0 w 2855736"/>
              <a:gd name="connsiteY163" fmla="*/ 466298 h 516802"/>
              <a:gd name="connsiteX164" fmla="*/ 0 w 2855736"/>
              <a:gd name="connsiteY164" fmla="*/ 52748 h 516802"/>
              <a:gd name="connsiteX165" fmla="*/ 30519 w 2855736"/>
              <a:gd name="connsiteY165" fmla="*/ 8055 h 516802"/>
              <a:gd name="connsiteX166" fmla="*/ 58559 w 2855736"/>
              <a:gd name="connsiteY166" fmla="*/ 6331 h 516802"/>
              <a:gd name="connsiteX167" fmla="*/ 2576886 w 2855736"/>
              <a:gd name="connsiteY167" fmla="*/ 0 h 516802"/>
              <a:gd name="connsiteX168" fmla="*/ 2815303 w 2855736"/>
              <a:gd name="connsiteY168" fmla="*/ 238417 h 516802"/>
              <a:gd name="connsiteX169" fmla="*/ 2775489 w 2855736"/>
              <a:gd name="connsiteY169" fmla="*/ 370096 h 516802"/>
              <a:gd name="connsiteX170" fmla="*/ 2775412 w 2855736"/>
              <a:gd name="connsiteY170" fmla="*/ 370096 h 516802"/>
              <a:gd name="connsiteX171" fmla="*/ 2855736 w 2855736"/>
              <a:gd name="connsiteY171" fmla="*/ 450420 h 516802"/>
              <a:gd name="connsiteX172" fmla="*/ 2789354 w 2855736"/>
              <a:gd name="connsiteY172" fmla="*/ 516802 h 516802"/>
              <a:gd name="connsiteX173" fmla="*/ 2709108 w 2855736"/>
              <a:gd name="connsiteY173" fmla="*/ 436555 h 516802"/>
              <a:gd name="connsiteX174" fmla="*/ 2576886 w 2855736"/>
              <a:gd name="connsiteY174" fmla="*/ 476756 h 516802"/>
              <a:gd name="connsiteX175" fmla="*/ 2338469 w 2855736"/>
              <a:gd name="connsiteY175" fmla="*/ 238417 h 516802"/>
              <a:gd name="connsiteX176" fmla="*/ 2576886 w 2855736"/>
              <a:gd name="connsiteY176" fmla="*/ 0 h 516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</a:cxnLst>
            <a:rect l="l" t="t" r="r" b="b"/>
            <a:pathLst>
              <a:path w="2855736" h="516802">
                <a:moveTo>
                  <a:pt x="1628098" y="189308"/>
                </a:moveTo>
                <a:cubicBezTo>
                  <a:pt x="1616711" y="189308"/>
                  <a:pt x="1606719" y="191089"/>
                  <a:pt x="1598276" y="194730"/>
                </a:cubicBezTo>
                <a:cubicBezTo>
                  <a:pt x="1589833" y="198370"/>
                  <a:pt x="1582630" y="203328"/>
                  <a:pt x="1576820" y="209524"/>
                </a:cubicBezTo>
                <a:cubicBezTo>
                  <a:pt x="1571011" y="215798"/>
                  <a:pt x="1566441" y="223157"/>
                  <a:pt x="1563188" y="231368"/>
                </a:cubicBezTo>
                <a:lnTo>
                  <a:pt x="1563188" y="231290"/>
                </a:lnTo>
                <a:cubicBezTo>
                  <a:pt x="1560399" y="238571"/>
                  <a:pt x="1558618" y="246472"/>
                  <a:pt x="1557921" y="254838"/>
                </a:cubicBezTo>
                <a:lnTo>
                  <a:pt x="1694015" y="254838"/>
                </a:lnTo>
                <a:cubicBezTo>
                  <a:pt x="1693473" y="234621"/>
                  <a:pt x="1688128" y="218587"/>
                  <a:pt x="1678059" y="207201"/>
                </a:cubicBezTo>
                <a:cubicBezTo>
                  <a:pt x="1667524" y="195349"/>
                  <a:pt x="1650716" y="189308"/>
                  <a:pt x="1628098" y="189308"/>
                </a:cubicBezTo>
                <a:close/>
                <a:moveTo>
                  <a:pt x="782717" y="189308"/>
                </a:moveTo>
                <a:cubicBezTo>
                  <a:pt x="771330" y="189308"/>
                  <a:pt x="761338" y="191089"/>
                  <a:pt x="752895" y="194730"/>
                </a:cubicBezTo>
                <a:cubicBezTo>
                  <a:pt x="744452" y="198370"/>
                  <a:pt x="737249" y="203328"/>
                  <a:pt x="731439" y="209524"/>
                </a:cubicBezTo>
                <a:cubicBezTo>
                  <a:pt x="725630" y="215798"/>
                  <a:pt x="721060" y="223157"/>
                  <a:pt x="717807" y="231368"/>
                </a:cubicBezTo>
                <a:lnTo>
                  <a:pt x="717807" y="231290"/>
                </a:lnTo>
                <a:cubicBezTo>
                  <a:pt x="715018" y="238571"/>
                  <a:pt x="713237" y="246472"/>
                  <a:pt x="712539" y="254838"/>
                </a:cubicBezTo>
                <a:lnTo>
                  <a:pt x="848634" y="254838"/>
                </a:lnTo>
                <a:cubicBezTo>
                  <a:pt x="848092" y="234621"/>
                  <a:pt x="842747" y="218587"/>
                  <a:pt x="832677" y="207201"/>
                </a:cubicBezTo>
                <a:cubicBezTo>
                  <a:pt x="822143" y="195349"/>
                  <a:pt x="805335" y="189308"/>
                  <a:pt x="782717" y="189308"/>
                </a:cubicBezTo>
                <a:close/>
                <a:moveTo>
                  <a:pt x="476601" y="124553"/>
                </a:moveTo>
                <a:lnTo>
                  <a:pt x="480087" y="124553"/>
                </a:lnTo>
                <a:lnTo>
                  <a:pt x="569319" y="124553"/>
                </a:lnTo>
                <a:lnTo>
                  <a:pt x="572882" y="124553"/>
                </a:lnTo>
                <a:lnTo>
                  <a:pt x="572882" y="128116"/>
                </a:lnTo>
                <a:lnTo>
                  <a:pt x="572804" y="466299"/>
                </a:lnTo>
                <a:lnTo>
                  <a:pt x="569319" y="466299"/>
                </a:lnTo>
                <a:lnTo>
                  <a:pt x="480087" y="466299"/>
                </a:lnTo>
                <a:lnTo>
                  <a:pt x="476601" y="466299"/>
                </a:lnTo>
                <a:lnTo>
                  <a:pt x="476601" y="127496"/>
                </a:lnTo>
                <a:close/>
                <a:moveTo>
                  <a:pt x="2026544" y="116342"/>
                </a:moveTo>
                <a:cubicBezTo>
                  <a:pt x="2065195" y="116342"/>
                  <a:pt x="2094320" y="126721"/>
                  <a:pt x="2113220" y="147093"/>
                </a:cubicBezTo>
                <a:cubicBezTo>
                  <a:pt x="2132042" y="167465"/>
                  <a:pt x="2141569" y="199687"/>
                  <a:pt x="2141569" y="242832"/>
                </a:cubicBezTo>
                <a:lnTo>
                  <a:pt x="2141569" y="466376"/>
                </a:lnTo>
                <a:lnTo>
                  <a:pt x="2045366" y="466376"/>
                </a:lnTo>
                <a:lnTo>
                  <a:pt x="2045366" y="254992"/>
                </a:lnTo>
                <a:cubicBezTo>
                  <a:pt x="2045366" y="232762"/>
                  <a:pt x="2041183" y="217503"/>
                  <a:pt x="2033050" y="209757"/>
                </a:cubicBezTo>
                <a:cubicBezTo>
                  <a:pt x="2024840" y="201933"/>
                  <a:pt x="2013686" y="197983"/>
                  <a:pt x="1999820" y="197983"/>
                </a:cubicBezTo>
                <a:cubicBezTo>
                  <a:pt x="1988899" y="197983"/>
                  <a:pt x="1979371" y="199610"/>
                  <a:pt x="1971548" y="202786"/>
                </a:cubicBezTo>
                <a:cubicBezTo>
                  <a:pt x="1963647" y="205961"/>
                  <a:pt x="1956211" y="210764"/>
                  <a:pt x="1949472" y="216651"/>
                </a:cubicBezTo>
                <a:cubicBezTo>
                  <a:pt x="1943818" y="222305"/>
                  <a:pt x="1938938" y="229121"/>
                  <a:pt x="1935143" y="237022"/>
                </a:cubicBezTo>
                <a:cubicBezTo>
                  <a:pt x="1931347" y="244768"/>
                  <a:pt x="1929411" y="253366"/>
                  <a:pt x="1929411" y="262583"/>
                </a:cubicBezTo>
                <a:lnTo>
                  <a:pt x="1929411" y="466299"/>
                </a:lnTo>
                <a:lnTo>
                  <a:pt x="1833130" y="466299"/>
                </a:lnTo>
                <a:lnTo>
                  <a:pt x="1833130" y="124630"/>
                </a:lnTo>
                <a:lnTo>
                  <a:pt x="1926855" y="124630"/>
                </a:lnTo>
                <a:lnTo>
                  <a:pt x="1926855" y="165063"/>
                </a:lnTo>
                <a:cubicBezTo>
                  <a:pt x="1938938" y="149494"/>
                  <a:pt x="1952958" y="137798"/>
                  <a:pt x="1968605" y="130052"/>
                </a:cubicBezTo>
                <a:cubicBezTo>
                  <a:pt x="1987040" y="120989"/>
                  <a:pt x="2006559" y="116342"/>
                  <a:pt x="2026544" y="116342"/>
                </a:cubicBezTo>
                <a:close/>
                <a:moveTo>
                  <a:pt x="1272176" y="115490"/>
                </a:moveTo>
                <a:cubicBezTo>
                  <a:pt x="1298667" y="115490"/>
                  <a:pt x="1321285" y="118279"/>
                  <a:pt x="1339410" y="123623"/>
                </a:cubicBezTo>
                <a:cubicBezTo>
                  <a:pt x="1357613" y="129045"/>
                  <a:pt x="1372717" y="136404"/>
                  <a:pt x="1384258" y="145544"/>
                </a:cubicBezTo>
                <a:cubicBezTo>
                  <a:pt x="1389061" y="149339"/>
                  <a:pt x="1393321" y="153445"/>
                  <a:pt x="1397194" y="157860"/>
                </a:cubicBezTo>
                <a:cubicBezTo>
                  <a:pt x="1402693" y="164211"/>
                  <a:pt x="1407263" y="171183"/>
                  <a:pt x="1410749" y="178696"/>
                </a:cubicBezTo>
                <a:cubicBezTo>
                  <a:pt x="1412376" y="182259"/>
                  <a:pt x="1413925" y="185977"/>
                  <a:pt x="1415319" y="189695"/>
                </a:cubicBezTo>
                <a:cubicBezTo>
                  <a:pt x="1415629" y="190547"/>
                  <a:pt x="1415861" y="191322"/>
                  <a:pt x="1416171" y="192174"/>
                </a:cubicBezTo>
                <a:cubicBezTo>
                  <a:pt x="1419347" y="201934"/>
                  <a:pt x="1421516" y="212235"/>
                  <a:pt x="1422755" y="222847"/>
                </a:cubicBezTo>
                <a:cubicBezTo>
                  <a:pt x="1422910" y="224087"/>
                  <a:pt x="1422910" y="225403"/>
                  <a:pt x="1423065" y="226643"/>
                </a:cubicBezTo>
                <a:lnTo>
                  <a:pt x="1335382" y="226643"/>
                </a:lnTo>
                <a:cubicBezTo>
                  <a:pt x="1334762" y="223699"/>
                  <a:pt x="1333988" y="220988"/>
                  <a:pt x="1333058" y="218432"/>
                </a:cubicBezTo>
                <a:cubicBezTo>
                  <a:pt x="1329263" y="208905"/>
                  <a:pt x="1324615" y="203793"/>
                  <a:pt x="1318109" y="198835"/>
                </a:cubicBezTo>
                <a:cubicBezTo>
                  <a:pt x="1309201" y="192096"/>
                  <a:pt x="1294406" y="188688"/>
                  <a:pt x="1274035" y="188688"/>
                </a:cubicBezTo>
                <a:cubicBezTo>
                  <a:pt x="1262494" y="188688"/>
                  <a:pt x="1252734" y="189618"/>
                  <a:pt x="1245220" y="191477"/>
                </a:cubicBezTo>
                <a:cubicBezTo>
                  <a:pt x="1237784" y="193258"/>
                  <a:pt x="1231975" y="195582"/>
                  <a:pt x="1227870" y="198293"/>
                </a:cubicBezTo>
                <a:cubicBezTo>
                  <a:pt x="1223919" y="200927"/>
                  <a:pt x="1221131" y="203870"/>
                  <a:pt x="1219504" y="207123"/>
                </a:cubicBezTo>
                <a:cubicBezTo>
                  <a:pt x="1217878" y="210454"/>
                  <a:pt x="1217025" y="213630"/>
                  <a:pt x="1217025" y="216418"/>
                </a:cubicBezTo>
                <a:cubicBezTo>
                  <a:pt x="1217025" y="225946"/>
                  <a:pt x="1219814" y="232685"/>
                  <a:pt x="1225469" y="236867"/>
                </a:cubicBezTo>
                <a:cubicBezTo>
                  <a:pt x="1231588" y="241437"/>
                  <a:pt x="1244058" y="245388"/>
                  <a:pt x="1262494" y="248641"/>
                </a:cubicBezTo>
                <a:lnTo>
                  <a:pt x="1304553" y="255612"/>
                </a:lnTo>
                <a:cubicBezTo>
                  <a:pt x="1328023" y="259485"/>
                  <a:pt x="1350022" y="264442"/>
                  <a:pt x="1365513" y="270484"/>
                </a:cubicBezTo>
                <a:cubicBezTo>
                  <a:pt x="1381160" y="276526"/>
                  <a:pt x="1393863" y="284194"/>
                  <a:pt x="1403313" y="293179"/>
                </a:cubicBezTo>
                <a:cubicBezTo>
                  <a:pt x="1412840" y="302320"/>
                  <a:pt x="1419579" y="313241"/>
                  <a:pt x="1423375" y="325635"/>
                </a:cubicBezTo>
                <a:lnTo>
                  <a:pt x="1423375" y="325712"/>
                </a:lnTo>
                <a:cubicBezTo>
                  <a:pt x="1427093" y="337950"/>
                  <a:pt x="1428952" y="352203"/>
                  <a:pt x="1428952" y="368159"/>
                </a:cubicBezTo>
                <a:cubicBezTo>
                  <a:pt x="1428952" y="400537"/>
                  <a:pt x="1416481" y="426873"/>
                  <a:pt x="1391927" y="446392"/>
                </a:cubicBezTo>
                <a:cubicBezTo>
                  <a:pt x="1367605" y="465757"/>
                  <a:pt x="1329805" y="475516"/>
                  <a:pt x="1279534" y="475516"/>
                </a:cubicBezTo>
                <a:cubicBezTo>
                  <a:pt x="1259473" y="475516"/>
                  <a:pt x="1240031" y="473657"/>
                  <a:pt x="1221828" y="470017"/>
                </a:cubicBezTo>
                <a:cubicBezTo>
                  <a:pt x="1203470" y="466299"/>
                  <a:pt x="1186739" y="459870"/>
                  <a:pt x="1172255" y="450730"/>
                </a:cubicBezTo>
                <a:cubicBezTo>
                  <a:pt x="1157615" y="441590"/>
                  <a:pt x="1145454" y="429196"/>
                  <a:pt x="1136081" y="413937"/>
                </a:cubicBezTo>
                <a:cubicBezTo>
                  <a:pt x="1127251" y="399607"/>
                  <a:pt x="1121984" y="381559"/>
                  <a:pt x="1120280" y="360336"/>
                </a:cubicBezTo>
                <a:lnTo>
                  <a:pt x="1213230" y="360336"/>
                </a:lnTo>
                <a:cubicBezTo>
                  <a:pt x="1216561" y="375828"/>
                  <a:pt x="1223455" y="386207"/>
                  <a:pt x="1233911" y="391087"/>
                </a:cubicBezTo>
                <a:cubicBezTo>
                  <a:pt x="1246072" y="396819"/>
                  <a:pt x="1261022" y="399685"/>
                  <a:pt x="1278295" y="399685"/>
                </a:cubicBezTo>
                <a:cubicBezTo>
                  <a:pt x="1298744" y="399685"/>
                  <a:pt x="1313539" y="397129"/>
                  <a:pt x="1322059" y="392171"/>
                </a:cubicBezTo>
                <a:cubicBezTo>
                  <a:pt x="1330115" y="387524"/>
                  <a:pt x="1333988" y="380088"/>
                  <a:pt x="1333988" y="369398"/>
                </a:cubicBezTo>
                <a:cubicBezTo>
                  <a:pt x="1333988" y="361808"/>
                  <a:pt x="1331509" y="355224"/>
                  <a:pt x="1326319" y="349492"/>
                </a:cubicBezTo>
                <a:cubicBezTo>
                  <a:pt x="1321207" y="343760"/>
                  <a:pt x="1310828" y="339654"/>
                  <a:pt x="1295568" y="337253"/>
                </a:cubicBezTo>
                <a:lnTo>
                  <a:pt x="1247467" y="329585"/>
                </a:lnTo>
                <a:cubicBezTo>
                  <a:pt x="1206723" y="323156"/>
                  <a:pt x="1175818" y="311847"/>
                  <a:pt x="1155678" y="296045"/>
                </a:cubicBezTo>
                <a:cubicBezTo>
                  <a:pt x="1135152" y="279934"/>
                  <a:pt x="1124695" y="255302"/>
                  <a:pt x="1124695" y="222847"/>
                </a:cubicBezTo>
                <a:cubicBezTo>
                  <a:pt x="1124695" y="206194"/>
                  <a:pt x="1128336" y="191089"/>
                  <a:pt x="1135617" y="177844"/>
                </a:cubicBezTo>
                <a:cubicBezTo>
                  <a:pt x="1142820" y="164676"/>
                  <a:pt x="1153122" y="153367"/>
                  <a:pt x="1166290" y="144150"/>
                </a:cubicBezTo>
                <a:cubicBezTo>
                  <a:pt x="1179303" y="135010"/>
                  <a:pt x="1194950" y="127883"/>
                  <a:pt x="1212920" y="122926"/>
                </a:cubicBezTo>
                <a:cubicBezTo>
                  <a:pt x="1230813" y="117969"/>
                  <a:pt x="1250720" y="115490"/>
                  <a:pt x="1272176" y="115490"/>
                </a:cubicBezTo>
                <a:close/>
                <a:moveTo>
                  <a:pt x="1629957" y="115335"/>
                </a:moveTo>
                <a:cubicBezTo>
                  <a:pt x="1681776" y="115335"/>
                  <a:pt x="1721358" y="130517"/>
                  <a:pt x="1747616" y="160493"/>
                </a:cubicBezTo>
                <a:cubicBezTo>
                  <a:pt x="1773797" y="190315"/>
                  <a:pt x="1787043" y="230980"/>
                  <a:pt x="1787043" y="281328"/>
                </a:cubicBezTo>
                <a:lnTo>
                  <a:pt x="1787043" y="320522"/>
                </a:lnTo>
                <a:lnTo>
                  <a:pt x="1556526" y="320522"/>
                </a:lnTo>
                <a:cubicBezTo>
                  <a:pt x="1557843" y="344612"/>
                  <a:pt x="1564350" y="363744"/>
                  <a:pt x="1575968" y="377454"/>
                </a:cubicBezTo>
                <a:cubicBezTo>
                  <a:pt x="1587974" y="391629"/>
                  <a:pt x="1606332" y="398833"/>
                  <a:pt x="1630654" y="398833"/>
                </a:cubicBezTo>
                <a:cubicBezTo>
                  <a:pt x="1662954" y="398833"/>
                  <a:pt x="1682009" y="386207"/>
                  <a:pt x="1688825" y="360181"/>
                </a:cubicBezTo>
                <a:lnTo>
                  <a:pt x="1688903" y="360181"/>
                </a:lnTo>
                <a:lnTo>
                  <a:pt x="1782937" y="360181"/>
                </a:lnTo>
                <a:cubicBezTo>
                  <a:pt x="1776663" y="397361"/>
                  <a:pt x="1761249" y="426098"/>
                  <a:pt x="1737082" y="445540"/>
                </a:cubicBezTo>
                <a:cubicBezTo>
                  <a:pt x="1712527" y="465292"/>
                  <a:pt x="1676509" y="475284"/>
                  <a:pt x="1630034" y="475284"/>
                </a:cubicBezTo>
                <a:cubicBezTo>
                  <a:pt x="1574032" y="475284"/>
                  <a:pt x="1531197" y="459482"/>
                  <a:pt x="1502848" y="428267"/>
                </a:cubicBezTo>
                <a:cubicBezTo>
                  <a:pt x="1474498" y="397129"/>
                  <a:pt x="1460168" y="352590"/>
                  <a:pt x="1460168" y="295890"/>
                </a:cubicBezTo>
                <a:cubicBezTo>
                  <a:pt x="1460168" y="267618"/>
                  <a:pt x="1464273" y="241979"/>
                  <a:pt x="1472484" y="219826"/>
                </a:cubicBezTo>
                <a:cubicBezTo>
                  <a:pt x="1480695" y="197673"/>
                  <a:pt x="1492391" y="178464"/>
                  <a:pt x="1507340" y="162894"/>
                </a:cubicBezTo>
                <a:cubicBezTo>
                  <a:pt x="1522290" y="147325"/>
                  <a:pt x="1540415" y="135397"/>
                  <a:pt x="1561174" y="127341"/>
                </a:cubicBezTo>
                <a:cubicBezTo>
                  <a:pt x="1581855" y="119363"/>
                  <a:pt x="1605015" y="115335"/>
                  <a:pt x="1629957" y="115335"/>
                </a:cubicBezTo>
                <a:close/>
                <a:moveTo>
                  <a:pt x="784576" y="115335"/>
                </a:moveTo>
                <a:cubicBezTo>
                  <a:pt x="836395" y="115335"/>
                  <a:pt x="875977" y="130517"/>
                  <a:pt x="902235" y="160493"/>
                </a:cubicBezTo>
                <a:cubicBezTo>
                  <a:pt x="928416" y="190315"/>
                  <a:pt x="941661" y="230980"/>
                  <a:pt x="941661" y="281328"/>
                </a:cubicBezTo>
                <a:lnTo>
                  <a:pt x="941661" y="320522"/>
                </a:lnTo>
                <a:lnTo>
                  <a:pt x="711145" y="320522"/>
                </a:lnTo>
                <a:cubicBezTo>
                  <a:pt x="712462" y="344612"/>
                  <a:pt x="718969" y="363744"/>
                  <a:pt x="730587" y="377454"/>
                </a:cubicBezTo>
                <a:cubicBezTo>
                  <a:pt x="742593" y="391629"/>
                  <a:pt x="760951" y="398833"/>
                  <a:pt x="785273" y="398833"/>
                </a:cubicBezTo>
                <a:cubicBezTo>
                  <a:pt x="817573" y="398833"/>
                  <a:pt x="836628" y="386207"/>
                  <a:pt x="843444" y="360181"/>
                </a:cubicBezTo>
                <a:lnTo>
                  <a:pt x="843522" y="360181"/>
                </a:lnTo>
                <a:lnTo>
                  <a:pt x="937556" y="360181"/>
                </a:lnTo>
                <a:cubicBezTo>
                  <a:pt x="931282" y="397361"/>
                  <a:pt x="915868" y="426098"/>
                  <a:pt x="891701" y="445540"/>
                </a:cubicBezTo>
                <a:cubicBezTo>
                  <a:pt x="867146" y="465292"/>
                  <a:pt x="831128" y="475284"/>
                  <a:pt x="784653" y="475284"/>
                </a:cubicBezTo>
                <a:cubicBezTo>
                  <a:pt x="728651" y="475284"/>
                  <a:pt x="685816" y="459482"/>
                  <a:pt x="657467" y="428267"/>
                </a:cubicBezTo>
                <a:cubicBezTo>
                  <a:pt x="629117" y="397129"/>
                  <a:pt x="614787" y="352590"/>
                  <a:pt x="614787" y="295890"/>
                </a:cubicBezTo>
                <a:cubicBezTo>
                  <a:pt x="614787" y="267618"/>
                  <a:pt x="618892" y="241979"/>
                  <a:pt x="627103" y="219826"/>
                </a:cubicBezTo>
                <a:cubicBezTo>
                  <a:pt x="635313" y="197673"/>
                  <a:pt x="647010" y="178464"/>
                  <a:pt x="661959" y="162894"/>
                </a:cubicBezTo>
                <a:cubicBezTo>
                  <a:pt x="676909" y="147325"/>
                  <a:pt x="695034" y="135397"/>
                  <a:pt x="715793" y="127341"/>
                </a:cubicBezTo>
                <a:cubicBezTo>
                  <a:pt x="736474" y="119363"/>
                  <a:pt x="759634" y="115335"/>
                  <a:pt x="784576" y="115335"/>
                </a:cubicBezTo>
                <a:close/>
                <a:moveTo>
                  <a:pt x="2576886" y="97288"/>
                </a:moveTo>
                <a:cubicBezTo>
                  <a:pt x="2499118" y="97288"/>
                  <a:pt x="2435834" y="160571"/>
                  <a:pt x="2435834" y="238339"/>
                </a:cubicBezTo>
                <a:cubicBezTo>
                  <a:pt x="2435834" y="316108"/>
                  <a:pt x="2499118" y="379391"/>
                  <a:pt x="2576886" y="379391"/>
                </a:cubicBezTo>
                <a:cubicBezTo>
                  <a:pt x="2654654" y="379391"/>
                  <a:pt x="2717938" y="316108"/>
                  <a:pt x="2717938" y="238339"/>
                </a:cubicBezTo>
                <a:cubicBezTo>
                  <a:pt x="2717938" y="160571"/>
                  <a:pt x="2654654" y="97288"/>
                  <a:pt x="2576886" y="97288"/>
                </a:cubicBezTo>
                <a:close/>
                <a:moveTo>
                  <a:pt x="2196642" y="10456"/>
                </a:moveTo>
                <a:lnTo>
                  <a:pt x="2290522" y="10456"/>
                </a:lnTo>
                <a:lnTo>
                  <a:pt x="2290522" y="466298"/>
                </a:lnTo>
                <a:lnTo>
                  <a:pt x="2196642" y="466298"/>
                </a:lnTo>
                <a:close/>
                <a:moveTo>
                  <a:pt x="986665" y="10456"/>
                </a:moveTo>
                <a:lnTo>
                  <a:pt x="1080545" y="10456"/>
                </a:lnTo>
                <a:lnTo>
                  <a:pt x="1080545" y="475593"/>
                </a:lnTo>
                <a:lnTo>
                  <a:pt x="1065905" y="475593"/>
                </a:lnTo>
                <a:cubicBezTo>
                  <a:pt x="1022063" y="475129"/>
                  <a:pt x="986665" y="438878"/>
                  <a:pt x="986665" y="394107"/>
                </a:cubicBezTo>
                <a:close/>
                <a:moveTo>
                  <a:pt x="476601" y="10456"/>
                </a:moveTo>
                <a:lnTo>
                  <a:pt x="480087" y="10456"/>
                </a:lnTo>
                <a:lnTo>
                  <a:pt x="569319" y="10456"/>
                </a:lnTo>
                <a:lnTo>
                  <a:pt x="572882" y="10456"/>
                </a:lnTo>
                <a:lnTo>
                  <a:pt x="572882" y="81330"/>
                </a:lnTo>
                <a:lnTo>
                  <a:pt x="572882" y="84893"/>
                </a:lnTo>
                <a:lnTo>
                  <a:pt x="569319" y="84893"/>
                </a:lnTo>
                <a:lnTo>
                  <a:pt x="480087" y="84893"/>
                </a:lnTo>
                <a:lnTo>
                  <a:pt x="476601" y="84893"/>
                </a:lnTo>
                <a:lnTo>
                  <a:pt x="476601" y="81330"/>
                </a:lnTo>
                <a:close/>
                <a:moveTo>
                  <a:pt x="58559" y="6331"/>
                </a:moveTo>
                <a:cubicBezTo>
                  <a:pt x="67660" y="8597"/>
                  <a:pt x="76103" y="13593"/>
                  <a:pt x="82648" y="20990"/>
                </a:cubicBezTo>
                <a:lnTo>
                  <a:pt x="326565" y="298911"/>
                </a:lnTo>
                <a:lnTo>
                  <a:pt x="326565" y="10456"/>
                </a:lnTo>
                <a:lnTo>
                  <a:pt x="421064" y="10456"/>
                </a:lnTo>
                <a:lnTo>
                  <a:pt x="421064" y="424781"/>
                </a:lnTo>
                <a:cubicBezTo>
                  <a:pt x="421064" y="444610"/>
                  <a:pt x="408903" y="462348"/>
                  <a:pt x="390545" y="469397"/>
                </a:cubicBezTo>
                <a:cubicBezTo>
                  <a:pt x="385123" y="471488"/>
                  <a:pt x="379391" y="472495"/>
                  <a:pt x="373814" y="472495"/>
                </a:cubicBezTo>
                <a:cubicBezTo>
                  <a:pt x="360491" y="472495"/>
                  <a:pt x="347556" y="466918"/>
                  <a:pt x="338416" y="456461"/>
                </a:cubicBezTo>
                <a:lnTo>
                  <a:pt x="94499" y="178541"/>
                </a:lnTo>
                <a:lnTo>
                  <a:pt x="94499" y="466298"/>
                </a:lnTo>
                <a:lnTo>
                  <a:pt x="0" y="466298"/>
                </a:lnTo>
                <a:lnTo>
                  <a:pt x="0" y="52748"/>
                </a:lnTo>
                <a:cubicBezTo>
                  <a:pt x="0" y="32841"/>
                  <a:pt x="12161" y="15103"/>
                  <a:pt x="30519" y="8055"/>
                </a:cubicBezTo>
                <a:cubicBezTo>
                  <a:pt x="39698" y="4530"/>
                  <a:pt x="49457" y="4066"/>
                  <a:pt x="58559" y="6331"/>
                </a:cubicBezTo>
                <a:close/>
                <a:moveTo>
                  <a:pt x="2576886" y="0"/>
                </a:moveTo>
                <a:cubicBezTo>
                  <a:pt x="2708333" y="0"/>
                  <a:pt x="2815303" y="106970"/>
                  <a:pt x="2815303" y="238417"/>
                </a:cubicBezTo>
                <a:cubicBezTo>
                  <a:pt x="2815303" y="287061"/>
                  <a:pt x="2800586" y="332296"/>
                  <a:pt x="2775489" y="370096"/>
                </a:cubicBezTo>
                <a:lnTo>
                  <a:pt x="2775412" y="370096"/>
                </a:lnTo>
                <a:lnTo>
                  <a:pt x="2855736" y="450420"/>
                </a:lnTo>
                <a:lnTo>
                  <a:pt x="2789354" y="516802"/>
                </a:lnTo>
                <a:lnTo>
                  <a:pt x="2709108" y="436555"/>
                </a:lnTo>
                <a:cubicBezTo>
                  <a:pt x="2671230" y="461962"/>
                  <a:pt x="2625762" y="476756"/>
                  <a:pt x="2576886" y="476756"/>
                </a:cubicBezTo>
                <a:cubicBezTo>
                  <a:pt x="2445439" y="476756"/>
                  <a:pt x="2338469" y="369864"/>
                  <a:pt x="2338469" y="238417"/>
                </a:cubicBezTo>
                <a:cubicBezTo>
                  <a:pt x="2338469" y="106970"/>
                  <a:pt x="2445439" y="0"/>
                  <a:pt x="2576886" y="0"/>
                </a:cubicBezTo>
                <a:close/>
              </a:path>
            </a:pathLst>
          </a:custGeom>
          <a:solidFill>
            <a:schemeClr val="accent1"/>
          </a:solidFill>
          <a:ln w="774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6" name="NielsenIQ GFK lockup" hidden="1">
            <a:extLst>
              <a:ext uri="{FF2B5EF4-FFF2-40B4-BE49-F238E27FC236}">
                <a16:creationId xmlns:a16="http://schemas.microsoft.com/office/drawing/2014/main" id="{0AC1CD8A-B9B7-3EE0-7296-5111E0AF5DC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6122" y="321743"/>
            <a:ext cx="3377876" cy="753596"/>
          </a:xfrm>
          <a:prstGeom prst="rect">
            <a:avLst/>
          </a:prstGeom>
        </p:spPr>
      </p:pic>
      <p:pic>
        <p:nvPicPr>
          <p:cNvPr id="5" name="NielsenIQ logo+wordmark (Orange)" descr="A black and orange sign with white text&#10;&#10;AI-generated content may be incorrect." hidden="1">
            <a:extLst>
              <a:ext uri="{FF2B5EF4-FFF2-40B4-BE49-F238E27FC236}">
                <a16:creationId xmlns:a16="http://schemas.microsoft.com/office/drawing/2014/main" id="{3F2C8740-9C6B-9351-85F0-C05AA832C4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58" y="305205"/>
            <a:ext cx="2113544" cy="768096"/>
          </a:xfrm>
          <a:prstGeom prst="rect">
            <a:avLst/>
          </a:prstGeom>
        </p:spPr>
      </p:pic>
      <p:pic>
        <p:nvPicPr>
          <p:cNvPr id="2" name="NielsenIQ logo+wordmark" descr="A blue text on a black background&#10;&#10;Description automatically generated" hidden="1">
            <a:extLst>
              <a:ext uri="{FF2B5EF4-FFF2-40B4-BE49-F238E27FC236}">
                <a16:creationId xmlns:a16="http://schemas.microsoft.com/office/drawing/2014/main" id="{225F521D-1EBF-CB96-2AD5-7A8B9A8473D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58" y="305205"/>
            <a:ext cx="2211998" cy="763139"/>
          </a:xfrm>
          <a:prstGeom prst="rect">
            <a:avLst/>
          </a:prstGeom>
        </p:spPr>
      </p:pic>
      <p:pic>
        <p:nvPicPr>
          <p:cNvPr id="23" name="powered by GfK intelligence" hidden="1">
            <a:extLst>
              <a:ext uri="{FF2B5EF4-FFF2-40B4-BE49-F238E27FC236}">
                <a16:creationId xmlns:a16="http://schemas.microsoft.com/office/drawing/2014/main" id="{7E43A640-C394-0E39-773B-1ADA0F0F324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144014" y="491055"/>
            <a:ext cx="2752712" cy="42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816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hoto Teardrop Img Placeholder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71EAE179-600E-B0A4-759D-E1E64AAAB3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7469028" y="0"/>
            <a:ext cx="4722972" cy="6858000"/>
          </a:xfrm>
          <a:custGeom>
            <a:avLst/>
            <a:gdLst>
              <a:gd name="connsiteX0" fmla="*/ 0 w 4722972"/>
              <a:gd name="connsiteY0" fmla="*/ 6858000 h 6858000"/>
              <a:gd name="connsiteX1" fmla="*/ 4722972 w 4722972"/>
              <a:gd name="connsiteY1" fmla="*/ 6858000 h 6858000"/>
              <a:gd name="connsiteX2" fmla="*/ 4722972 w 4722972"/>
              <a:gd name="connsiteY2" fmla="*/ 0 h 6858000"/>
              <a:gd name="connsiteX3" fmla="*/ 0 w 4722972"/>
              <a:gd name="connsiteY3" fmla="*/ 0 h 6858000"/>
              <a:gd name="connsiteX4" fmla="*/ 11226 w 4722972"/>
              <a:gd name="connsiteY4" fmla="*/ 8821 h 6858000"/>
              <a:gd name="connsiteX5" fmla="*/ 1624171 w 4722972"/>
              <a:gd name="connsiteY5" fmla="*/ 3429000 h 6858000"/>
              <a:gd name="connsiteX6" fmla="*/ 11226 w 4722972"/>
              <a:gd name="connsiteY6" fmla="*/ 684917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22972" h="6858000">
                <a:moveTo>
                  <a:pt x="0" y="6858000"/>
                </a:moveTo>
                <a:lnTo>
                  <a:pt x="4722972" y="6858000"/>
                </a:lnTo>
                <a:lnTo>
                  <a:pt x="4722972" y="0"/>
                </a:lnTo>
                <a:lnTo>
                  <a:pt x="0" y="0"/>
                </a:lnTo>
                <a:lnTo>
                  <a:pt x="11226" y="8821"/>
                </a:lnTo>
                <a:cubicBezTo>
                  <a:pt x="996292" y="821770"/>
                  <a:pt x="1624171" y="2052060"/>
                  <a:pt x="1624171" y="3429000"/>
                </a:cubicBezTo>
                <a:cubicBezTo>
                  <a:pt x="1624171" y="4805939"/>
                  <a:pt x="996292" y="6036229"/>
                  <a:pt x="11226" y="684917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err="1"/>
          </a:p>
        </p:txBody>
      </p:sp>
      <p:sp>
        <p:nvSpPr>
          <p:cNvPr id="9" name="Confidential disclaimer">
            <a:extLst>
              <a:ext uri="{FF2B5EF4-FFF2-40B4-BE49-F238E27FC236}">
                <a16:creationId xmlns:a16="http://schemas.microsoft.com/office/drawing/2014/main" id="{60EB3927-CDFF-ACD9-F0B3-0FEB504E44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798636" y="6573016"/>
            <a:ext cx="1101264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Confidential and proprietary</a:t>
            </a:r>
          </a:p>
        </p:txBody>
      </p:sp>
      <p:sp>
        <p:nvSpPr>
          <p:cNvPr id="8" name="Copyright Line">
            <a:extLst>
              <a:ext uri="{FF2B5EF4-FFF2-40B4-BE49-F238E27FC236}">
                <a16:creationId xmlns:a16="http://schemas.microsoft.com/office/drawing/2014/main" id="{D18F1FC4-106D-3BF8-BC65-D648A021FC0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92100" y="6526849"/>
            <a:ext cx="2268453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srgbClr val="BBBBBB"/>
                </a:solidFill>
              </a:rPr>
              <a:t>© </a:t>
            </a:r>
            <a:fld id="{92E70860-886D-4303-B2B5-BD1295E1FD39}" type="datetimeyyyy">
              <a:rPr lang="en-US" sz="700" smtClean="0">
                <a:solidFill>
                  <a:srgbClr val="BBBBBB"/>
                </a:solidFill>
              </a:rPr>
              <a:t>2025</a:t>
            </a:fld>
            <a:r>
              <a:rPr lang="en-US" sz="700">
                <a:solidFill>
                  <a:srgbClr val="BBBBBB"/>
                </a:solidFill>
              </a:rPr>
              <a:t> Nielsen Consumer LLC. All Rights Reserved.</a:t>
            </a:r>
          </a:p>
        </p:txBody>
      </p:sp>
      <p:sp>
        <p:nvSpPr>
          <p:cNvPr id="24" name="Footer Placeholder">
            <a:extLst>
              <a:ext uri="{FF2B5EF4-FFF2-40B4-BE49-F238E27FC236}">
                <a16:creationId xmlns:a16="http://schemas.microsoft.com/office/drawing/2014/main" id="{0F37A136-F043-61EC-31AE-F924E1D07F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BBBBB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Date Placeholder">
            <a:extLst>
              <a:ext uri="{FF2B5EF4-FFF2-40B4-BE49-F238E27FC236}">
                <a16:creationId xmlns:a16="http://schemas.microsoft.com/office/drawing/2014/main" id="{43BF00AE-7CC5-32C1-0689-6671AADCFE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5"/>
          </p:nvPr>
        </p:nvSpPr>
        <p:spPr>
          <a:xfrm>
            <a:off x="292100" y="5825743"/>
            <a:ext cx="1744664" cy="282957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Title/Dept Placeholder">
            <a:extLst>
              <a:ext uri="{FF2B5EF4-FFF2-40B4-BE49-F238E27FC236}">
                <a16:creationId xmlns:a16="http://schemas.microsoft.com/office/drawing/2014/main" id="{D5F64835-3750-3ADF-10C4-07E3A99891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292100" y="5324240"/>
            <a:ext cx="5577840" cy="344385"/>
          </a:xfrm>
        </p:spPr>
        <p:txBody>
          <a:bodyPr t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  <a:lvl2pPr marL="457200" indent="0">
              <a:buNone/>
              <a:defRPr sz="1200" b="1">
                <a:solidFill>
                  <a:schemeClr val="bg1"/>
                </a:solidFill>
              </a:defRPr>
            </a:lvl2pPr>
            <a:lvl3pPr marL="914400" indent="0">
              <a:buNone/>
              <a:defRPr sz="1200" b="1">
                <a:solidFill>
                  <a:schemeClr val="bg1"/>
                </a:solidFill>
              </a:defRPr>
            </a:lvl3pPr>
            <a:lvl4pPr marL="1371600" indent="0">
              <a:buNone/>
              <a:defRPr sz="1200" b="1">
                <a:solidFill>
                  <a:schemeClr val="bg1"/>
                </a:solidFill>
              </a:defRPr>
            </a:lvl4pPr>
            <a:lvl5pPr marL="1828800" indent="0">
              <a:buNone/>
              <a:defRPr sz="1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Title/Department</a:t>
            </a:r>
          </a:p>
        </p:txBody>
      </p:sp>
      <p:sp>
        <p:nvSpPr>
          <p:cNvPr id="11" name="Presenter Name Placeholder">
            <a:extLst>
              <a:ext uri="{FF2B5EF4-FFF2-40B4-BE49-F238E27FC236}">
                <a16:creationId xmlns:a16="http://schemas.microsoft.com/office/drawing/2014/main" id="{19B56EE6-D6BD-8D0B-397C-9543F5EA10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292100" y="4956106"/>
            <a:ext cx="5577840" cy="344384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1200" b="1">
                <a:solidFill>
                  <a:schemeClr val="bg1"/>
                </a:solidFill>
              </a:defRPr>
            </a:lvl2pPr>
            <a:lvl3pPr marL="914400" indent="0">
              <a:buNone/>
              <a:defRPr sz="1200" b="1">
                <a:solidFill>
                  <a:schemeClr val="bg1"/>
                </a:solidFill>
              </a:defRPr>
            </a:lvl3pPr>
            <a:lvl4pPr marL="1371600" indent="0">
              <a:buNone/>
              <a:defRPr sz="1200" b="1">
                <a:solidFill>
                  <a:schemeClr val="bg1"/>
                </a:solidFill>
              </a:defRPr>
            </a:lvl4pPr>
            <a:lvl5pPr marL="1828800" indent="0">
              <a:buNone/>
              <a:defRPr sz="1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name Last name</a:t>
            </a:r>
          </a:p>
        </p:txBody>
      </p:sp>
      <p:sp>
        <p:nvSpPr>
          <p:cNvPr id="12" name="Subtitle Placeholder">
            <a:extLst>
              <a:ext uri="{FF2B5EF4-FFF2-40B4-BE49-F238E27FC236}">
                <a16:creationId xmlns:a16="http://schemas.microsoft.com/office/drawing/2014/main" id="{ACCF8835-5B66-DD9A-854C-18318BBE5B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>
            <a:off x="292100" y="3878348"/>
            <a:ext cx="5577840" cy="83788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Title Placeholder">
            <a:extLst>
              <a:ext uri="{FF2B5EF4-FFF2-40B4-BE49-F238E27FC236}">
                <a16:creationId xmlns:a16="http://schemas.microsoft.com/office/drawing/2014/main" id="{2511B5FD-A691-DBE3-DB9F-112A28026B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292100" y="1418456"/>
            <a:ext cx="5577840" cy="23876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your presentation title here maximum of three lines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5963D312-3015-F056-D368-506910D796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8"/>
          </p:nvPr>
        </p:nvSpPr>
        <p:spPr>
          <a:xfrm>
            <a:off x="6417620" y="1526496"/>
            <a:ext cx="5482279" cy="3805008"/>
          </a:xfrm>
          <a:custGeom>
            <a:avLst/>
            <a:gdLst>
              <a:gd name="connsiteX0" fmla="*/ 241937 w 3716867"/>
              <a:gd name="connsiteY0" fmla="*/ 0 h 2411650"/>
              <a:gd name="connsiteX1" fmla="*/ 3474930 w 3716867"/>
              <a:gd name="connsiteY1" fmla="*/ 0 h 2411650"/>
              <a:gd name="connsiteX2" fmla="*/ 3716867 w 3716867"/>
              <a:gd name="connsiteY2" fmla="*/ 241937 h 2411650"/>
              <a:gd name="connsiteX3" fmla="*/ 3716867 w 3716867"/>
              <a:gd name="connsiteY3" fmla="*/ 2169713 h 2411650"/>
              <a:gd name="connsiteX4" fmla="*/ 3474930 w 3716867"/>
              <a:gd name="connsiteY4" fmla="*/ 2411650 h 2411650"/>
              <a:gd name="connsiteX5" fmla="*/ 337458 w 3716867"/>
              <a:gd name="connsiteY5" fmla="*/ 2411650 h 2411650"/>
              <a:gd name="connsiteX6" fmla="*/ 241937 w 3716867"/>
              <a:gd name="connsiteY6" fmla="*/ 2411650 h 2411650"/>
              <a:gd name="connsiteX7" fmla="*/ 0 w 3716867"/>
              <a:gd name="connsiteY7" fmla="*/ 2411650 h 2411650"/>
              <a:gd name="connsiteX8" fmla="*/ 0 w 3716867"/>
              <a:gd name="connsiteY8" fmla="*/ 2169713 h 2411650"/>
              <a:gd name="connsiteX9" fmla="*/ 0 w 3716867"/>
              <a:gd name="connsiteY9" fmla="*/ 2074192 h 2411650"/>
              <a:gd name="connsiteX10" fmla="*/ 0 w 3716867"/>
              <a:gd name="connsiteY10" fmla="*/ 241937 h 2411650"/>
              <a:gd name="connsiteX11" fmla="*/ 241937 w 3716867"/>
              <a:gd name="connsiteY11" fmla="*/ 0 h 241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716867" h="2411650">
                <a:moveTo>
                  <a:pt x="241937" y="0"/>
                </a:moveTo>
                <a:lnTo>
                  <a:pt x="3474930" y="0"/>
                </a:lnTo>
                <a:cubicBezTo>
                  <a:pt x="3608548" y="0"/>
                  <a:pt x="3716867" y="108319"/>
                  <a:pt x="3716867" y="241937"/>
                </a:cubicBezTo>
                <a:lnTo>
                  <a:pt x="3716867" y="2169713"/>
                </a:lnTo>
                <a:cubicBezTo>
                  <a:pt x="3716867" y="2303331"/>
                  <a:pt x="3608548" y="2411650"/>
                  <a:pt x="3474930" y="2411650"/>
                </a:cubicBezTo>
                <a:lnTo>
                  <a:pt x="337458" y="2411650"/>
                </a:lnTo>
                <a:lnTo>
                  <a:pt x="241937" y="2411650"/>
                </a:lnTo>
                <a:lnTo>
                  <a:pt x="0" y="2411650"/>
                </a:lnTo>
                <a:lnTo>
                  <a:pt x="0" y="2169713"/>
                </a:lnTo>
                <a:lnTo>
                  <a:pt x="0" y="2074192"/>
                </a:lnTo>
                <a:lnTo>
                  <a:pt x="0" y="241937"/>
                </a:lnTo>
                <a:cubicBezTo>
                  <a:pt x="0" y="108319"/>
                  <a:pt x="108319" y="0"/>
                  <a:pt x="24193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171450" lvl="0" indent="-17145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3" name="Nielsen wordmark">
            <a:extLst>
              <a:ext uri="{FF2B5EF4-FFF2-40B4-BE49-F238E27FC236}">
                <a16:creationId xmlns:a16="http://schemas.microsoft.com/office/drawing/2014/main" id="{B3FF098D-8387-4F02-6755-58DE0E3BEC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95274" y="428580"/>
            <a:ext cx="2855736" cy="516802"/>
          </a:xfrm>
          <a:custGeom>
            <a:avLst/>
            <a:gdLst>
              <a:gd name="connsiteX0" fmla="*/ 1628098 w 2855736"/>
              <a:gd name="connsiteY0" fmla="*/ 189308 h 516802"/>
              <a:gd name="connsiteX1" fmla="*/ 1598276 w 2855736"/>
              <a:gd name="connsiteY1" fmla="*/ 194730 h 516802"/>
              <a:gd name="connsiteX2" fmla="*/ 1576820 w 2855736"/>
              <a:gd name="connsiteY2" fmla="*/ 209524 h 516802"/>
              <a:gd name="connsiteX3" fmla="*/ 1563188 w 2855736"/>
              <a:gd name="connsiteY3" fmla="*/ 231368 h 516802"/>
              <a:gd name="connsiteX4" fmla="*/ 1563188 w 2855736"/>
              <a:gd name="connsiteY4" fmla="*/ 231290 h 516802"/>
              <a:gd name="connsiteX5" fmla="*/ 1557921 w 2855736"/>
              <a:gd name="connsiteY5" fmla="*/ 254838 h 516802"/>
              <a:gd name="connsiteX6" fmla="*/ 1694015 w 2855736"/>
              <a:gd name="connsiteY6" fmla="*/ 254838 h 516802"/>
              <a:gd name="connsiteX7" fmla="*/ 1678059 w 2855736"/>
              <a:gd name="connsiteY7" fmla="*/ 207201 h 516802"/>
              <a:gd name="connsiteX8" fmla="*/ 1628098 w 2855736"/>
              <a:gd name="connsiteY8" fmla="*/ 189308 h 516802"/>
              <a:gd name="connsiteX9" fmla="*/ 782717 w 2855736"/>
              <a:gd name="connsiteY9" fmla="*/ 189308 h 516802"/>
              <a:gd name="connsiteX10" fmla="*/ 752895 w 2855736"/>
              <a:gd name="connsiteY10" fmla="*/ 194730 h 516802"/>
              <a:gd name="connsiteX11" fmla="*/ 731439 w 2855736"/>
              <a:gd name="connsiteY11" fmla="*/ 209524 h 516802"/>
              <a:gd name="connsiteX12" fmla="*/ 717807 w 2855736"/>
              <a:gd name="connsiteY12" fmla="*/ 231368 h 516802"/>
              <a:gd name="connsiteX13" fmla="*/ 717807 w 2855736"/>
              <a:gd name="connsiteY13" fmla="*/ 231290 h 516802"/>
              <a:gd name="connsiteX14" fmla="*/ 712539 w 2855736"/>
              <a:gd name="connsiteY14" fmla="*/ 254838 h 516802"/>
              <a:gd name="connsiteX15" fmla="*/ 848634 w 2855736"/>
              <a:gd name="connsiteY15" fmla="*/ 254838 h 516802"/>
              <a:gd name="connsiteX16" fmla="*/ 832677 w 2855736"/>
              <a:gd name="connsiteY16" fmla="*/ 207201 h 516802"/>
              <a:gd name="connsiteX17" fmla="*/ 782717 w 2855736"/>
              <a:gd name="connsiteY17" fmla="*/ 189308 h 516802"/>
              <a:gd name="connsiteX18" fmla="*/ 476601 w 2855736"/>
              <a:gd name="connsiteY18" fmla="*/ 124553 h 516802"/>
              <a:gd name="connsiteX19" fmla="*/ 480087 w 2855736"/>
              <a:gd name="connsiteY19" fmla="*/ 124553 h 516802"/>
              <a:gd name="connsiteX20" fmla="*/ 569319 w 2855736"/>
              <a:gd name="connsiteY20" fmla="*/ 124553 h 516802"/>
              <a:gd name="connsiteX21" fmla="*/ 572882 w 2855736"/>
              <a:gd name="connsiteY21" fmla="*/ 124553 h 516802"/>
              <a:gd name="connsiteX22" fmla="*/ 572882 w 2855736"/>
              <a:gd name="connsiteY22" fmla="*/ 128116 h 516802"/>
              <a:gd name="connsiteX23" fmla="*/ 572804 w 2855736"/>
              <a:gd name="connsiteY23" fmla="*/ 466299 h 516802"/>
              <a:gd name="connsiteX24" fmla="*/ 569319 w 2855736"/>
              <a:gd name="connsiteY24" fmla="*/ 466299 h 516802"/>
              <a:gd name="connsiteX25" fmla="*/ 480087 w 2855736"/>
              <a:gd name="connsiteY25" fmla="*/ 466299 h 516802"/>
              <a:gd name="connsiteX26" fmla="*/ 476601 w 2855736"/>
              <a:gd name="connsiteY26" fmla="*/ 466299 h 516802"/>
              <a:gd name="connsiteX27" fmla="*/ 476601 w 2855736"/>
              <a:gd name="connsiteY27" fmla="*/ 127496 h 516802"/>
              <a:gd name="connsiteX28" fmla="*/ 2026544 w 2855736"/>
              <a:gd name="connsiteY28" fmla="*/ 116342 h 516802"/>
              <a:gd name="connsiteX29" fmla="*/ 2113220 w 2855736"/>
              <a:gd name="connsiteY29" fmla="*/ 147093 h 516802"/>
              <a:gd name="connsiteX30" fmla="*/ 2141569 w 2855736"/>
              <a:gd name="connsiteY30" fmla="*/ 242832 h 516802"/>
              <a:gd name="connsiteX31" fmla="*/ 2141569 w 2855736"/>
              <a:gd name="connsiteY31" fmla="*/ 466376 h 516802"/>
              <a:gd name="connsiteX32" fmla="*/ 2045366 w 2855736"/>
              <a:gd name="connsiteY32" fmla="*/ 466376 h 516802"/>
              <a:gd name="connsiteX33" fmla="*/ 2045366 w 2855736"/>
              <a:gd name="connsiteY33" fmla="*/ 254992 h 516802"/>
              <a:gd name="connsiteX34" fmla="*/ 2033050 w 2855736"/>
              <a:gd name="connsiteY34" fmla="*/ 209757 h 516802"/>
              <a:gd name="connsiteX35" fmla="*/ 1999820 w 2855736"/>
              <a:gd name="connsiteY35" fmla="*/ 197983 h 516802"/>
              <a:gd name="connsiteX36" fmla="*/ 1971548 w 2855736"/>
              <a:gd name="connsiteY36" fmla="*/ 202786 h 516802"/>
              <a:gd name="connsiteX37" fmla="*/ 1949472 w 2855736"/>
              <a:gd name="connsiteY37" fmla="*/ 216651 h 516802"/>
              <a:gd name="connsiteX38" fmla="*/ 1935143 w 2855736"/>
              <a:gd name="connsiteY38" fmla="*/ 237022 h 516802"/>
              <a:gd name="connsiteX39" fmla="*/ 1929411 w 2855736"/>
              <a:gd name="connsiteY39" fmla="*/ 262583 h 516802"/>
              <a:gd name="connsiteX40" fmla="*/ 1929411 w 2855736"/>
              <a:gd name="connsiteY40" fmla="*/ 466299 h 516802"/>
              <a:gd name="connsiteX41" fmla="*/ 1833130 w 2855736"/>
              <a:gd name="connsiteY41" fmla="*/ 466299 h 516802"/>
              <a:gd name="connsiteX42" fmla="*/ 1833130 w 2855736"/>
              <a:gd name="connsiteY42" fmla="*/ 124630 h 516802"/>
              <a:gd name="connsiteX43" fmla="*/ 1926855 w 2855736"/>
              <a:gd name="connsiteY43" fmla="*/ 124630 h 516802"/>
              <a:gd name="connsiteX44" fmla="*/ 1926855 w 2855736"/>
              <a:gd name="connsiteY44" fmla="*/ 165063 h 516802"/>
              <a:gd name="connsiteX45" fmla="*/ 1968605 w 2855736"/>
              <a:gd name="connsiteY45" fmla="*/ 130052 h 516802"/>
              <a:gd name="connsiteX46" fmla="*/ 2026544 w 2855736"/>
              <a:gd name="connsiteY46" fmla="*/ 116342 h 516802"/>
              <a:gd name="connsiteX47" fmla="*/ 1272176 w 2855736"/>
              <a:gd name="connsiteY47" fmla="*/ 115490 h 516802"/>
              <a:gd name="connsiteX48" fmla="*/ 1339410 w 2855736"/>
              <a:gd name="connsiteY48" fmla="*/ 123623 h 516802"/>
              <a:gd name="connsiteX49" fmla="*/ 1384258 w 2855736"/>
              <a:gd name="connsiteY49" fmla="*/ 145544 h 516802"/>
              <a:gd name="connsiteX50" fmla="*/ 1397194 w 2855736"/>
              <a:gd name="connsiteY50" fmla="*/ 157860 h 516802"/>
              <a:gd name="connsiteX51" fmla="*/ 1410749 w 2855736"/>
              <a:gd name="connsiteY51" fmla="*/ 178696 h 516802"/>
              <a:gd name="connsiteX52" fmla="*/ 1415319 w 2855736"/>
              <a:gd name="connsiteY52" fmla="*/ 189695 h 516802"/>
              <a:gd name="connsiteX53" fmla="*/ 1416171 w 2855736"/>
              <a:gd name="connsiteY53" fmla="*/ 192174 h 516802"/>
              <a:gd name="connsiteX54" fmla="*/ 1422755 w 2855736"/>
              <a:gd name="connsiteY54" fmla="*/ 222847 h 516802"/>
              <a:gd name="connsiteX55" fmla="*/ 1423065 w 2855736"/>
              <a:gd name="connsiteY55" fmla="*/ 226643 h 516802"/>
              <a:gd name="connsiteX56" fmla="*/ 1335382 w 2855736"/>
              <a:gd name="connsiteY56" fmla="*/ 226643 h 516802"/>
              <a:gd name="connsiteX57" fmla="*/ 1333058 w 2855736"/>
              <a:gd name="connsiteY57" fmla="*/ 218432 h 516802"/>
              <a:gd name="connsiteX58" fmla="*/ 1318109 w 2855736"/>
              <a:gd name="connsiteY58" fmla="*/ 198835 h 516802"/>
              <a:gd name="connsiteX59" fmla="*/ 1274035 w 2855736"/>
              <a:gd name="connsiteY59" fmla="*/ 188688 h 516802"/>
              <a:gd name="connsiteX60" fmla="*/ 1245220 w 2855736"/>
              <a:gd name="connsiteY60" fmla="*/ 191477 h 516802"/>
              <a:gd name="connsiteX61" fmla="*/ 1227870 w 2855736"/>
              <a:gd name="connsiteY61" fmla="*/ 198293 h 516802"/>
              <a:gd name="connsiteX62" fmla="*/ 1219504 w 2855736"/>
              <a:gd name="connsiteY62" fmla="*/ 207123 h 516802"/>
              <a:gd name="connsiteX63" fmla="*/ 1217025 w 2855736"/>
              <a:gd name="connsiteY63" fmla="*/ 216418 h 516802"/>
              <a:gd name="connsiteX64" fmla="*/ 1225469 w 2855736"/>
              <a:gd name="connsiteY64" fmla="*/ 236867 h 516802"/>
              <a:gd name="connsiteX65" fmla="*/ 1262494 w 2855736"/>
              <a:gd name="connsiteY65" fmla="*/ 248641 h 516802"/>
              <a:gd name="connsiteX66" fmla="*/ 1304553 w 2855736"/>
              <a:gd name="connsiteY66" fmla="*/ 255612 h 516802"/>
              <a:gd name="connsiteX67" fmla="*/ 1365513 w 2855736"/>
              <a:gd name="connsiteY67" fmla="*/ 270484 h 516802"/>
              <a:gd name="connsiteX68" fmla="*/ 1403313 w 2855736"/>
              <a:gd name="connsiteY68" fmla="*/ 293179 h 516802"/>
              <a:gd name="connsiteX69" fmla="*/ 1423375 w 2855736"/>
              <a:gd name="connsiteY69" fmla="*/ 325635 h 516802"/>
              <a:gd name="connsiteX70" fmla="*/ 1423375 w 2855736"/>
              <a:gd name="connsiteY70" fmla="*/ 325712 h 516802"/>
              <a:gd name="connsiteX71" fmla="*/ 1428952 w 2855736"/>
              <a:gd name="connsiteY71" fmla="*/ 368159 h 516802"/>
              <a:gd name="connsiteX72" fmla="*/ 1391927 w 2855736"/>
              <a:gd name="connsiteY72" fmla="*/ 446392 h 516802"/>
              <a:gd name="connsiteX73" fmla="*/ 1279534 w 2855736"/>
              <a:gd name="connsiteY73" fmla="*/ 475516 h 516802"/>
              <a:gd name="connsiteX74" fmla="*/ 1221828 w 2855736"/>
              <a:gd name="connsiteY74" fmla="*/ 470017 h 516802"/>
              <a:gd name="connsiteX75" fmla="*/ 1172255 w 2855736"/>
              <a:gd name="connsiteY75" fmla="*/ 450730 h 516802"/>
              <a:gd name="connsiteX76" fmla="*/ 1136081 w 2855736"/>
              <a:gd name="connsiteY76" fmla="*/ 413937 h 516802"/>
              <a:gd name="connsiteX77" fmla="*/ 1120280 w 2855736"/>
              <a:gd name="connsiteY77" fmla="*/ 360336 h 516802"/>
              <a:gd name="connsiteX78" fmla="*/ 1213230 w 2855736"/>
              <a:gd name="connsiteY78" fmla="*/ 360336 h 516802"/>
              <a:gd name="connsiteX79" fmla="*/ 1233911 w 2855736"/>
              <a:gd name="connsiteY79" fmla="*/ 391087 h 516802"/>
              <a:gd name="connsiteX80" fmla="*/ 1278295 w 2855736"/>
              <a:gd name="connsiteY80" fmla="*/ 399685 h 516802"/>
              <a:gd name="connsiteX81" fmla="*/ 1322059 w 2855736"/>
              <a:gd name="connsiteY81" fmla="*/ 392171 h 516802"/>
              <a:gd name="connsiteX82" fmla="*/ 1333988 w 2855736"/>
              <a:gd name="connsiteY82" fmla="*/ 369398 h 516802"/>
              <a:gd name="connsiteX83" fmla="*/ 1326319 w 2855736"/>
              <a:gd name="connsiteY83" fmla="*/ 349492 h 516802"/>
              <a:gd name="connsiteX84" fmla="*/ 1295568 w 2855736"/>
              <a:gd name="connsiteY84" fmla="*/ 337253 h 516802"/>
              <a:gd name="connsiteX85" fmla="*/ 1247467 w 2855736"/>
              <a:gd name="connsiteY85" fmla="*/ 329585 h 516802"/>
              <a:gd name="connsiteX86" fmla="*/ 1155678 w 2855736"/>
              <a:gd name="connsiteY86" fmla="*/ 296045 h 516802"/>
              <a:gd name="connsiteX87" fmla="*/ 1124695 w 2855736"/>
              <a:gd name="connsiteY87" fmla="*/ 222847 h 516802"/>
              <a:gd name="connsiteX88" fmla="*/ 1135617 w 2855736"/>
              <a:gd name="connsiteY88" fmla="*/ 177844 h 516802"/>
              <a:gd name="connsiteX89" fmla="*/ 1166290 w 2855736"/>
              <a:gd name="connsiteY89" fmla="*/ 144150 h 516802"/>
              <a:gd name="connsiteX90" fmla="*/ 1212920 w 2855736"/>
              <a:gd name="connsiteY90" fmla="*/ 122926 h 516802"/>
              <a:gd name="connsiteX91" fmla="*/ 1272176 w 2855736"/>
              <a:gd name="connsiteY91" fmla="*/ 115490 h 516802"/>
              <a:gd name="connsiteX92" fmla="*/ 1629957 w 2855736"/>
              <a:gd name="connsiteY92" fmla="*/ 115335 h 516802"/>
              <a:gd name="connsiteX93" fmla="*/ 1747616 w 2855736"/>
              <a:gd name="connsiteY93" fmla="*/ 160493 h 516802"/>
              <a:gd name="connsiteX94" fmla="*/ 1787043 w 2855736"/>
              <a:gd name="connsiteY94" fmla="*/ 281328 h 516802"/>
              <a:gd name="connsiteX95" fmla="*/ 1787043 w 2855736"/>
              <a:gd name="connsiteY95" fmla="*/ 320522 h 516802"/>
              <a:gd name="connsiteX96" fmla="*/ 1556526 w 2855736"/>
              <a:gd name="connsiteY96" fmla="*/ 320522 h 516802"/>
              <a:gd name="connsiteX97" fmla="*/ 1575968 w 2855736"/>
              <a:gd name="connsiteY97" fmla="*/ 377454 h 516802"/>
              <a:gd name="connsiteX98" fmla="*/ 1630654 w 2855736"/>
              <a:gd name="connsiteY98" fmla="*/ 398833 h 516802"/>
              <a:gd name="connsiteX99" fmla="*/ 1688825 w 2855736"/>
              <a:gd name="connsiteY99" fmla="*/ 360181 h 516802"/>
              <a:gd name="connsiteX100" fmla="*/ 1688903 w 2855736"/>
              <a:gd name="connsiteY100" fmla="*/ 360181 h 516802"/>
              <a:gd name="connsiteX101" fmla="*/ 1782937 w 2855736"/>
              <a:gd name="connsiteY101" fmla="*/ 360181 h 516802"/>
              <a:gd name="connsiteX102" fmla="*/ 1737082 w 2855736"/>
              <a:gd name="connsiteY102" fmla="*/ 445540 h 516802"/>
              <a:gd name="connsiteX103" fmla="*/ 1630034 w 2855736"/>
              <a:gd name="connsiteY103" fmla="*/ 475284 h 516802"/>
              <a:gd name="connsiteX104" fmla="*/ 1502848 w 2855736"/>
              <a:gd name="connsiteY104" fmla="*/ 428267 h 516802"/>
              <a:gd name="connsiteX105" fmla="*/ 1460168 w 2855736"/>
              <a:gd name="connsiteY105" fmla="*/ 295890 h 516802"/>
              <a:gd name="connsiteX106" fmla="*/ 1472484 w 2855736"/>
              <a:gd name="connsiteY106" fmla="*/ 219826 h 516802"/>
              <a:gd name="connsiteX107" fmla="*/ 1507340 w 2855736"/>
              <a:gd name="connsiteY107" fmla="*/ 162894 h 516802"/>
              <a:gd name="connsiteX108" fmla="*/ 1561174 w 2855736"/>
              <a:gd name="connsiteY108" fmla="*/ 127341 h 516802"/>
              <a:gd name="connsiteX109" fmla="*/ 1629957 w 2855736"/>
              <a:gd name="connsiteY109" fmla="*/ 115335 h 516802"/>
              <a:gd name="connsiteX110" fmla="*/ 784576 w 2855736"/>
              <a:gd name="connsiteY110" fmla="*/ 115335 h 516802"/>
              <a:gd name="connsiteX111" fmla="*/ 902235 w 2855736"/>
              <a:gd name="connsiteY111" fmla="*/ 160493 h 516802"/>
              <a:gd name="connsiteX112" fmla="*/ 941661 w 2855736"/>
              <a:gd name="connsiteY112" fmla="*/ 281328 h 516802"/>
              <a:gd name="connsiteX113" fmla="*/ 941661 w 2855736"/>
              <a:gd name="connsiteY113" fmla="*/ 320522 h 516802"/>
              <a:gd name="connsiteX114" fmla="*/ 711145 w 2855736"/>
              <a:gd name="connsiteY114" fmla="*/ 320522 h 516802"/>
              <a:gd name="connsiteX115" fmla="*/ 730587 w 2855736"/>
              <a:gd name="connsiteY115" fmla="*/ 377454 h 516802"/>
              <a:gd name="connsiteX116" fmla="*/ 785273 w 2855736"/>
              <a:gd name="connsiteY116" fmla="*/ 398833 h 516802"/>
              <a:gd name="connsiteX117" fmla="*/ 843444 w 2855736"/>
              <a:gd name="connsiteY117" fmla="*/ 360181 h 516802"/>
              <a:gd name="connsiteX118" fmla="*/ 843522 w 2855736"/>
              <a:gd name="connsiteY118" fmla="*/ 360181 h 516802"/>
              <a:gd name="connsiteX119" fmla="*/ 937556 w 2855736"/>
              <a:gd name="connsiteY119" fmla="*/ 360181 h 516802"/>
              <a:gd name="connsiteX120" fmla="*/ 891701 w 2855736"/>
              <a:gd name="connsiteY120" fmla="*/ 445540 h 516802"/>
              <a:gd name="connsiteX121" fmla="*/ 784653 w 2855736"/>
              <a:gd name="connsiteY121" fmla="*/ 475284 h 516802"/>
              <a:gd name="connsiteX122" fmla="*/ 657467 w 2855736"/>
              <a:gd name="connsiteY122" fmla="*/ 428267 h 516802"/>
              <a:gd name="connsiteX123" fmla="*/ 614787 w 2855736"/>
              <a:gd name="connsiteY123" fmla="*/ 295890 h 516802"/>
              <a:gd name="connsiteX124" fmla="*/ 627103 w 2855736"/>
              <a:gd name="connsiteY124" fmla="*/ 219826 h 516802"/>
              <a:gd name="connsiteX125" fmla="*/ 661959 w 2855736"/>
              <a:gd name="connsiteY125" fmla="*/ 162894 h 516802"/>
              <a:gd name="connsiteX126" fmla="*/ 715793 w 2855736"/>
              <a:gd name="connsiteY126" fmla="*/ 127341 h 516802"/>
              <a:gd name="connsiteX127" fmla="*/ 784576 w 2855736"/>
              <a:gd name="connsiteY127" fmla="*/ 115335 h 516802"/>
              <a:gd name="connsiteX128" fmla="*/ 2576886 w 2855736"/>
              <a:gd name="connsiteY128" fmla="*/ 97288 h 516802"/>
              <a:gd name="connsiteX129" fmla="*/ 2435834 w 2855736"/>
              <a:gd name="connsiteY129" fmla="*/ 238339 h 516802"/>
              <a:gd name="connsiteX130" fmla="*/ 2576886 w 2855736"/>
              <a:gd name="connsiteY130" fmla="*/ 379391 h 516802"/>
              <a:gd name="connsiteX131" fmla="*/ 2717938 w 2855736"/>
              <a:gd name="connsiteY131" fmla="*/ 238339 h 516802"/>
              <a:gd name="connsiteX132" fmla="*/ 2576886 w 2855736"/>
              <a:gd name="connsiteY132" fmla="*/ 97288 h 516802"/>
              <a:gd name="connsiteX133" fmla="*/ 2196642 w 2855736"/>
              <a:gd name="connsiteY133" fmla="*/ 10456 h 516802"/>
              <a:gd name="connsiteX134" fmla="*/ 2290522 w 2855736"/>
              <a:gd name="connsiteY134" fmla="*/ 10456 h 516802"/>
              <a:gd name="connsiteX135" fmla="*/ 2290522 w 2855736"/>
              <a:gd name="connsiteY135" fmla="*/ 466298 h 516802"/>
              <a:gd name="connsiteX136" fmla="*/ 2196642 w 2855736"/>
              <a:gd name="connsiteY136" fmla="*/ 466298 h 516802"/>
              <a:gd name="connsiteX137" fmla="*/ 986665 w 2855736"/>
              <a:gd name="connsiteY137" fmla="*/ 10456 h 516802"/>
              <a:gd name="connsiteX138" fmla="*/ 1080545 w 2855736"/>
              <a:gd name="connsiteY138" fmla="*/ 10456 h 516802"/>
              <a:gd name="connsiteX139" fmla="*/ 1080545 w 2855736"/>
              <a:gd name="connsiteY139" fmla="*/ 475593 h 516802"/>
              <a:gd name="connsiteX140" fmla="*/ 1065905 w 2855736"/>
              <a:gd name="connsiteY140" fmla="*/ 475593 h 516802"/>
              <a:gd name="connsiteX141" fmla="*/ 986665 w 2855736"/>
              <a:gd name="connsiteY141" fmla="*/ 394107 h 516802"/>
              <a:gd name="connsiteX142" fmla="*/ 476601 w 2855736"/>
              <a:gd name="connsiteY142" fmla="*/ 10456 h 516802"/>
              <a:gd name="connsiteX143" fmla="*/ 480087 w 2855736"/>
              <a:gd name="connsiteY143" fmla="*/ 10456 h 516802"/>
              <a:gd name="connsiteX144" fmla="*/ 569319 w 2855736"/>
              <a:gd name="connsiteY144" fmla="*/ 10456 h 516802"/>
              <a:gd name="connsiteX145" fmla="*/ 572882 w 2855736"/>
              <a:gd name="connsiteY145" fmla="*/ 10456 h 516802"/>
              <a:gd name="connsiteX146" fmla="*/ 572882 w 2855736"/>
              <a:gd name="connsiteY146" fmla="*/ 81330 h 516802"/>
              <a:gd name="connsiteX147" fmla="*/ 572882 w 2855736"/>
              <a:gd name="connsiteY147" fmla="*/ 84893 h 516802"/>
              <a:gd name="connsiteX148" fmla="*/ 569319 w 2855736"/>
              <a:gd name="connsiteY148" fmla="*/ 84893 h 516802"/>
              <a:gd name="connsiteX149" fmla="*/ 480087 w 2855736"/>
              <a:gd name="connsiteY149" fmla="*/ 84893 h 516802"/>
              <a:gd name="connsiteX150" fmla="*/ 476601 w 2855736"/>
              <a:gd name="connsiteY150" fmla="*/ 84893 h 516802"/>
              <a:gd name="connsiteX151" fmla="*/ 476601 w 2855736"/>
              <a:gd name="connsiteY151" fmla="*/ 81330 h 516802"/>
              <a:gd name="connsiteX152" fmla="*/ 58559 w 2855736"/>
              <a:gd name="connsiteY152" fmla="*/ 6331 h 516802"/>
              <a:gd name="connsiteX153" fmla="*/ 82648 w 2855736"/>
              <a:gd name="connsiteY153" fmla="*/ 20990 h 516802"/>
              <a:gd name="connsiteX154" fmla="*/ 326565 w 2855736"/>
              <a:gd name="connsiteY154" fmla="*/ 298911 h 516802"/>
              <a:gd name="connsiteX155" fmla="*/ 326565 w 2855736"/>
              <a:gd name="connsiteY155" fmla="*/ 10456 h 516802"/>
              <a:gd name="connsiteX156" fmla="*/ 421064 w 2855736"/>
              <a:gd name="connsiteY156" fmla="*/ 10456 h 516802"/>
              <a:gd name="connsiteX157" fmla="*/ 421064 w 2855736"/>
              <a:gd name="connsiteY157" fmla="*/ 424781 h 516802"/>
              <a:gd name="connsiteX158" fmla="*/ 390545 w 2855736"/>
              <a:gd name="connsiteY158" fmla="*/ 469397 h 516802"/>
              <a:gd name="connsiteX159" fmla="*/ 373814 w 2855736"/>
              <a:gd name="connsiteY159" fmla="*/ 472495 h 516802"/>
              <a:gd name="connsiteX160" fmla="*/ 338416 w 2855736"/>
              <a:gd name="connsiteY160" fmla="*/ 456461 h 516802"/>
              <a:gd name="connsiteX161" fmla="*/ 94499 w 2855736"/>
              <a:gd name="connsiteY161" fmla="*/ 178541 h 516802"/>
              <a:gd name="connsiteX162" fmla="*/ 94499 w 2855736"/>
              <a:gd name="connsiteY162" fmla="*/ 466298 h 516802"/>
              <a:gd name="connsiteX163" fmla="*/ 0 w 2855736"/>
              <a:gd name="connsiteY163" fmla="*/ 466298 h 516802"/>
              <a:gd name="connsiteX164" fmla="*/ 0 w 2855736"/>
              <a:gd name="connsiteY164" fmla="*/ 52748 h 516802"/>
              <a:gd name="connsiteX165" fmla="*/ 30519 w 2855736"/>
              <a:gd name="connsiteY165" fmla="*/ 8055 h 516802"/>
              <a:gd name="connsiteX166" fmla="*/ 58559 w 2855736"/>
              <a:gd name="connsiteY166" fmla="*/ 6331 h 516802"/>
              <a:gd name="connsiteX167" fmla="*/ 2576886 w 2855736"/>
              <a:gd name="connsiteY167" fmla="*/ 0 h 516802"/>
              <a:gd name="connsiteX168" fmla="*/ 2815303 w 2855736"/>
              <a:gd name="connsiteY168" fmla="*/ 238417 h 516802"/>
              <a:gd name="connsiteX169" fmla="*/ 2775489 w 2855736"/>
              <a:gd name="connsiteY169" fmla="*/ 370096 h 516802"/>
              <a:gd name="connsiteX170" fmla="*/ 2775412 w 2855736"/>
              <a:gd name="connsiteY170" fmla="*/ 370096 h 516802"/>
              <a:gd name="connsiteX171" fmla="*/ 2855736 w 2855736"/>
              <a:gd name="connsiteY171" fmla="*/ 450420 h 516802"/>
              <a:gd name="connsiteX172" fmla="*/ 2789354 w 2855736"/>
              <a:gd name="connsiteY172" fmla="*/ 516802 h 516802"/>
              <a:gd name="connsiteX173" fmla="*/ 2709108 w 2855736"/>
              <a:gd name="connsiteY173" fmla="*/ 436555 h 516802"/>
              <a:gd name="connsiteX174" fmla="*/ 2576886 w 2855736"/>
              <a:gd name="connsiteY174" fmla="*/ 476756 h 516802"/>
              <a:gd name="connsiteX175" fmla="*/ 2338469 w 2855736"/>
              <a:gd name="connsiteY175" fmla="*/ 238417 h 516802"/>
              <a:gd name="connsiteX176" fmla="*/ 2576886 w 2855736"/>
              <a:gd name="connsiteY176" fmla="*/ 0 h 516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</a:cxnLst>
            <a:rect l="l" t="t" r="r" b="b"/>
            <a:pathLst>
              <a:path w="2855736" h="516802">
                <a:moveTo>
                  <a:pt x="1628098" y="189308"/>
                </a:moveTo>
                <a:cubicBezTo>
                  <a:pt x="1616711" y="189308"/>
                  <a:pt x="1606719" y="191089"/>
                  <a:pt x="1598276" y="194730"/>
                </a:cubicBezTo>
                <a:cubicBezTo>
                  <a:pt x="1589833" y="198370"/>
                  <a:pt x="1582630" y="203328"/>
                  <a:pt x="1576820" y="209524"/>
                </a:cubicBezTo>
                <a:cubicBezTo>
                  <a:pt x="1571011" y="215798"/>
                  <a:pt x="1566441" y="223157"/>
                  <a:pt x="1563188" y="231368"/>
                </a:cubicBezTo>
                <a:lnTo>
                  <a:pt x="1563188" y="231290"/>
                </a:lnTo>
                <a:cubicBezTo>
                  <a:pt x="1560399" y="238571"/>
                  <a:pt x="1558618" y="246472"/>
                  <a:pt x="1557921" y="254838"/>
                </a:cubicBezTo>
                <a:lnTo>
                  <a:pt x="1694015" y="254838"/>
                </a:lnTo>
                <a:cubicBezTo>
                  <a:pt x="1693473" y="234621"/>
                  <a:pt x="1688128" y="218587"/>
                  <a:pt x="1678059" y="207201"/>
                </a:cubicBezTo>
                <a:cubicBezTo>
                  <a:pt x="1667524" y="195349"/>
                  <a:pt x="1650716" y="189308"/>
                  <a:pt x="1628098" y="189308"/>
                </a:cubicBezTo>
                <a:close/>
                <a:moveTo>
                  <a:pt x="782717" y="189308"/>
                </a:moveTo>
                <a:cubicBezTo>
                  <a:pt x="771330" y="189308"/>
                  <a:pt x="761338" y="191089"/>
                  <a:pt x="752895" y="194730"/>
                </a:cubicBezTo>
                <a:cubicBezTo>
                  <a:pt x="744452" y="198370"/>
                  <a:pt x="737249" y="203328"/>
                  <a:pt x="731439" y="209524"/>
                </a:cubicBezTo>
                <a:cubicBezTo>
                  <a:pt x="725630" y="215798"/>
                  <a:pt x="721060" y="223157"/>
                  <a:pt x="717807" y="231368"/>
                </a:cubicBezTo>
                <a:lnTo>
                  <a:pt x="717807" y="231290"/>
                </a:lnTo>
                <a:cubicBezTo>
                  <a:pt x="715018" y="238571"/>
                  <a:pt x="713237" y="246472"/>
                  <a:pt x="712539" y="254838"/>
                </a:cubicBezTo>
                <a:lnTo>
                  <a:pt x="848634" y="254838"/>
                </a:lnTo>
                <a:cubicBezTo>
                  <a:pt x="848092" y="234621"/>
                  <a:pt x="842747" y="218587"/>
                  <a:pt x="832677" y="207201"/>
                </a:cubicBezTo>
                <a:cubicBezTo>
                  <a:pt x="822143" y="195349"/>
                  <a:pt x="805335" y="189308"/>
                  <a:pt x="782717" y="189308"/>
                </a:cubicBezTo>
                <a:close/>
                <a:moveTo>
                  <a:pt x="476601" y="124553"/>
                </a:moveTo>
                <a:lnTo>
                  <a:pt x="480087" y="124553"/>
                </a:lnTo>
                <a:lnTo>
                  <a:pt x="569319" y="124553"/>
                </a:lnTo>
                <a:lnTo>
                  <a:pt x="572882" y="124553"/>
                </a:lnTo>
                <a:lnTo>
                  <a:pt x="572882" y="128116"/>
                </a:lnTo>
                <a:lnTo>
                  <a:pt x="572804" y="466299"/>
                </a:lnTo>
                <a:lnTo>
                  <a:pt x="569319" y="466299"/>
                </a:lnTo>
                <a:lnTo>
                  <a:pt x="480087" y="466299"/>
                </a:lnTo>
                <a:lnTo>
                  <a:pt x="476601" y="466299"/>
                </a:lnTo>
                <a:lnTo>
                  <a:pt x="476601" y="127496"/>
                </a:lnTo>
                <a:close/>
                <a:moveTo>
                  <a:pt x="2026544" y="116342"/>
                </a:moveTo>
                <a:cubicBezTo>
                  <a:pt x="2065195" y="116342"/>
                  <a:pt x="2094320" y="126721"/>
                  <a:pt x="2113220" y="147093"/>
                </a:cubicBezTo>
                <a:cubicBezTo>
                  <a:pt x="2132042" y="167465"/>
                  <a:pt x="2141569" y="199687"/>
                  <a:pt x="2141569" y="242832"/>
                </a:cubicBezTo>
                <a:lnTo>
                  <a:pt x="2141569" y="466376"/>
                </a:lnTo>
                <a:lnTo>
                  <a:pt x="2045366" y="466376"/>
                </a:lnTo>
                <a:lnTo>
                  <a:pt x="2045366" y="254992"/>
                </a:lnTo>
                <a:cubicBezTo>
                  <a:pt x="2045366" y="232762"/>
                  <a:pt x="2041183" y="217503"/>
                  <a:pt x="2033050" y="209757"/>
                </a:cubicBezTo>
                <a:cubicBezTo>
                  <a:pt x="2024840" y="201933"/>
                  <a:pt x="2013686" y="197983"/>
                  <a:pt x="1999820" y="197983"/>
                </a:cubicBezTo>
                <a:cubicBezTo>
                  <a:pt x="1988899" y="197983"/>
                  <a:pt x="1979371" y="199610"/>
                  <a:pt x="1971548" y="202786"/>
                </a:cubicBezTo>
                <a:cubicBezTo>
                  <a:pt x="1963647" y="205961"/>
                  <a:pt x="1956211" y="210764"/>
                  <a:pt x="1949472" y="216651"/>
                </a:cubicBezTo>
                <a:cubicBezTo>
                  <a:pt x="1943818" y="222305"/>
                  <a:pt x="1938938" y="229121"/>
                  <a:pt x="1935143" y="237022"/>
                </a:cubicBezTo>
                <a:cubicBezTo>
                  <a:pt x="1931347" y="244768"/>
                  <a:pt x="1929411" y="253366"/>
                  <a:pt x="1929411" y="262583"/>
                </a:cubicBezTo>
                <a:lnTo>
                  <a:pt x="1929411" y="466299"/>
                </a:lnTo>
                <a:lnTo>
                  <a:pt x="1833130" y="466299"/>
                </a:lnTo>
                <a:lnTo>
                  <a:pt x="1833130" y="124630"/>
                </a:lnTo>
                <a:lnTo>
                  <a:pt x="1926855" y="124630"/>
                </a:lnTo>
                <a:lnTo>
                  <a:pt x="1926855" y="165063"/>
                </a:lnTo>
                <a:cubicBezTo>
                  <a:pt x="1938938" y="149494"/>
                  <a:pt x="1952958" y="137798"/>
                  <a:pt x="1968605" y="130052"/>
                </a:cubicBezTo>
                <a:cubicBezTo>
                  <a:pt x="1987040" y="120989"/>
                  <a:pt x="2006559" y="116342"/>
                  <a:pt x="2026544" y="116342"/>
                </a:cubicBezTo>
                <a:close/>
                <a:moveTo>
                  <a:pt x="1272176" y="115490"/>
                </a:moveTo>
                <a:cubicBezTo>
                  <a:pt x="1298667" y="115490"/>
                  <a:pt x="1321285" y="118279"/>
                  <a:pt x="1339410" y="123623"/>
                </a:cubicBezTo>
                <a:cubicBezTo>
                  <a:pt x="1357613" y="129045"/>
                  <a:pt x="1372717" y="136404"/>
                  <a:pt x="1384258" y="145544"/>
                </a:cubicBezTo>
                <a:cubicBezTo>
                  <a:pt x="1389061" y="149339"/>
                  <a:pt x="1393321" y="153445"/>
                  <a:pt x="1397194" y="157860"/>
                </a:cubicBezTo>
                <a:cubicBezTo>
                  <a:pt x="1402693" y="164211"/>
                  <a:pt x="1407263" y="171183"/>
                  <a:pt x="1410749" y="178696"/>
                </a:cubicBezTo>
                <a:cubicBezTo>
                  <a:pt x="1412376" y="182259"/>
                  <a:pt x="1413925" y="185977"/>
                  <a:pt x="1415319" y="189695"/>
                </a:cubicBezTo>
                <a:cubicBezTo>
                  <a:pt x="1415629" y="190547"/>
                  <a:pt x="1415861" y="191322"/>
                  <a:pt x="1416171" y="192174"/>
                </a:cubicBezTo>
                <a:cubicBezTo>
                  <a:pt x="1419347" y="201934"/>
                  <a:pt x="1421516" y="212235"/>
                  <a:pt x="1422755" y="222847"/>
                </a:cubicBezTo>
                <a:cubicBezTo>
                  <a:pt x="1422910" y="224087"/>
                  <a:pt x="1422910" y="225403"/>
                  <a:pt x="1423065" y="226643"/>
                </a:cubicBezTo>
                <a:lnTo>
                  <a:pt x="1335382" y="226643"/>
                </a:lnTo>
                <a:cubicBezTo>
                  <a:pt x="1334762" y="223699"/>
                  <a:pt x="1333988" y="220988"/>
                  <a:pt x="1333058" y="218432"/>
                </a:cubicBezTo>
                <a:cubicBezTo>
                  <a:pt x="1329263" y="208905"/>
                  <a:pt x="1324615" y="203793"/>
                  <a:pt x="1318109" y="198835"/>
                </a:cubicBezTo>
                <a:cubicBezTo>
                  <a:pt x="1309201" y="192096"/>
                  <a:pt x="1294406" y="188688"/>
                  <a:pt x="1274035" y="188688"/>
                </a:cubicBezTo>
                <a:cubicBezTo>
                  <a:pt x="1262494" y="188688"/>
                  <a:pt x="1252734" y="189618"/>
                  <a:pt x="1245220" y="191477"/>
                </a:cubicBezTo>
                <a:cubicBezTo>
                  <a:pt x="1237784" y="193258"/>
                  <a:pt x="1231975" y="195582"/>
                  <a:pt x="1227870" y="198293"/>
                </a:cubicBezTo>
                <a:cubicBezTo>
                  <a:pt x="1223919" y="200927"/>
                  <a:pt x="1221131" y="203870"/>
                  <a:pt x="1219504" y="207123"/>
                </a:cubicBezTo>
                <a:cubicBezTo>
                  <a:pt x="1217878" y="210454"/>
                  <a:pt x="1217025" y="213630"/>
                  <a:pt x="1217025" y="216418"/>
                </a:cubicBezTo>
                <a:cubicBezTo>
                  <a:pt x="1217025" y="225946"/>
                  <a:pt x="1219814" y="232685"/>
                  <a:pt x="1225469" y="236867"/>
                </a:cubicBezTo>
                <a:cubicBezTo>
                  <a:pt x="1231588" y="241437"/>
                  <a:pt x="1244058" y="245388"/>
                  <a:pt x="1262494" y="248641"/>
                </a:cubicBezTo>
                <a:lnTo>
                  <a:pt x="1304553" y="255612"/>
                </a:lnTo>
                <a:cubicBezTo>
                  <a:pt x="1328023" y="259485"/>
                  <a:pt x="1350022" y="264442"/>
                  <a:pt x="1365513" y="270484"/>
                </a:cubicBezTo>
                <a:cubicBezTo>
                  <a:pt x="1381160" y="276526"/>
                  <a:pt x="1393863" y="284194"/>
                  <a:pt x="1403313" y="293179"/>
                </a:cubicBezTo>
                <a:cubicBezTo>
                  <a:pt x="1412840" y="302320"/>
                  <a:pt x="1419579" y="313241"/>
                  <a:pt x="1423375" y="325635"/>
                </a:cubicBezTo>
                <a:lnTo>
                  <a:pt x="1423375" y="325712"/>
                </a:lnTo>
                <a:cubicBezTo>
                  <a:pt x="1427093" y="337950"/>
                  <a:pt x="1428952" y="352203"/>
                  <a:pt x="1428952" y="368159"/>
                </a:cubicBezTo>
                <a:cubicBezTo>
                  <a:pt x="1428952" y="400537"/>
                  <a:pt x="1416481" y="426873"/>
                  <a:pt x="1391927" y="446392"/>
                </a:cubicBezTo>
                <a:cubicBezTo>
                  <a:pt x="1367605" y="465757"/>
                  <a:pt x="1329805" y="475516"/>
                  <a:pt x="1279534" y="475516"/>
                </a:cubicBezTo>
                <a:cubicBezTo>
                  <a:pt x="1259473" y="475516"/>
                  <a:pt x="1240031" y="473657"/>
                  <a:pt x="1221828" y="470017"/>
                </a:cubicBezTo>
                <a:cubicBezTo>
                  <a:pt x="1203470" y="466299"/>
                  <a:pt x="1186739" y="459870"/>
                  <a:pt x="1172255" y="450730"/>
                </a:cubicBezTo>
                <a:cubicBezTo>
                  <a:pt x="1157615" y="441590"/>
                  <a:pt x="1145454" y="429196"/>
                  <a:pt x="1136081" y="413937"/>
                </a:cubicBezTo>
                <a:cubicBezTo>
                  <a:pt x="1127251" y="399607"/>
                  <a:pt x="1121984" y="381559"/>
                  <a:pt x="1120280" y="360336"/>
                </a:cubicBezTo>
                <a:lnTo>
                  <a:pt x="1213230" y="360336"/>
                </a:lnTo>
                <a:cubicBezTo>
                  <a:pt x="1216561" y="375828"/>
                  <a:pt x="1223455" y="386207"/>
                  <a:pt x="1233911" y="391087"/>
                </a:cubicBezTo>
                <a:cubicBezTo>
                  <a:pt x="1246072" y="396819"/>
                  <a:pt x="1261022" y="399685"/>
                  <a:pt x="1278295" y="399685"/>
                </a:cubicBezTo>
                <a:cubicBezTo>
                  <a:pt x="1298744" y="399685"/>
                  <a:pt x="1313539" y="397129"/>
                  <a:pt x="1322059" y="392171"/>
                </a:cubicBezTo>
                <a:cubicBezTo>
                  <a:pt x="1330115" y="387524"/>
                  <a:pt x="1333988" y="380088"/>
                  <a:pt x="1333988" y="369398"/>
                </a:cubicBezTo>
                <a:cubicBezTo>
                  <a:pt x="1333988" y="361808"/>
                  <a:pt x="1331509" y="355224"/>
                  <a:pt x="1326319" y="349492"/>
                </a:cubicBezTo>
                <a:cubicBezTo>
                  <a:pt x="1321207" y="343760"/>
                  <a:pt x="1310828" y="339654"/>
                  <a:pt x="1295568" y="337253"/>
                </a:cubicBezTo>
                <a:lnTo>
                  <a:pt x="1247467" y="329585"/>
                </a:lnTo>
                <a:cubicBezTo>
                  <a:pt x="1206723" y="323156"/>
                  <a:pt x="1175818" y="311847"/>
                  <a:pt x="1155678" y="296045"/>
                </a:cubicBezTo>
                <a:cubicBezTo>
                  <a:pt x="1135152" y="279934"/>
                  <a:pt x="1124695" y="255302"/>
                  <a:pt x="1124695" y="222847"/>
                </a:cubicBezTo>
                <a:cubicBezTo>
                  <a:pt x="1124695" y="206194"/>
                  <a:pt x="1128336" y="191089"/>
                  <a:pt x="1135617" y="177844"/>
                </a:cubicBezTo>
                <a:cubicBezTo>
                  <a:pt x="1142820" y="164676"/>
                  <a:pt x="1153122" y="153367"/>
                  <a:pt x="1166290" y="144150"/>
                </a:cubicBezTo>
                <a:cubicBezTo>
                  <a:pt x="1179303" y="135010"/>
                  <a:pt x="1194950" y="127883"/>
                  <a:pt x="1212920" y="122926"/>
                </a:cubicBezTo>
                <a:cubicBezTo>
                  <a:pt x="1230813" y="117969"/>
                  <a:pt x="1250720" y="115490"/>
                  <a:pt x="1272176" y="115490"/>
                </a:cubicBezTo>
                <a:close/>
                <a:moveTo>
                  <a:pt x="1629957" y="115335"/>
                </a:moveTo>
                <a:cubicBezTo>
                  <a:pt x="1681776" y="115335"/>
                  <a:pt x="1721358" y="130517"/>
                  <a:pt x="1747616" y="160493"/>
                </a:cubicBezTo>
                <a:cubicBezTo>
                  <a:pt x="1773797" y="190315"/>
                  <a:pt x="1787043" y="230980"/>
                  <a:pt x="1787043" y="281328"/>
                </a:cubicBezTo>
                <a:lnTo>
                  <a:pt x="1787043" y="320522"/>
                </a:lnTo>
                <a:lnTo>
                  <a:pt x="1556526" y="320522"/>
                </a:lnTo>
                <a:cubicBezTo>
                  <a:pt x="1557843" y="344612"/>
                  <a:pt x="1564350" y="363744"/>
                  <a:pt x="1575968" y="377454"/>
                </a:cubicBezTo>
                <a:cubicBezTo>
                  <a:pt x="1587974" y="391629"/>
                  <a:pt x="1606332" y="398833"/>
                  <a:pt x="1630654" y="398833"/>
                </a:cubicBezTo>
                <a:cubicBezTo>
                  <a:pt x="1662954" y="398833"/>
                  <a:pt x="1682009" y="386207"/>
                  <a:pt x="1688825" y="360181"/>
                </a:cubicBezTo>
                <a:lnTo>
                  <a:pt x="1688903" y="360181"/>
                </a:lnTo>
                <a:lnTo>
                  <a:pt x="1782937" y="360181"/>
                </a:lnTo>
                <a:cubicBezTo>
                  <a:pt x="1776663" y="397361"/>
                  <a:pt x="1761249" y="426098"/>
                  <a:pt x="1737082" y="445540"/>
                </a:cubicBezTo>
                <a:cubicBezTo>
                  <a:pt x="1712527" y="465292"/>
                  <a:pt x="1676509" y="475284"/>
                  <a:pt x="1630034" y="475284"/>
                </a:cubicBezTo>
                <a:cubicBezTo>
                  <a:pt x="1574032" y="475284"/>
                  <a:pt x="1531197" y="459482"/>
                  <a:pt x="1502848" y="428267"/>
                </a:cubicBezTo>
                <a:cubicBezTo>
                  <a:pt x="1474498" y="397129"/>
                  <a:pt x="1460168" y="352590"/>
                  <a:pt x="1460168" y="295890"/>
                </a:cubicBezTo>
                <a:cubicBezTo>
                  <a:pt x="1460168" y="267618"/>
                  <a:pt x="1464273" y="241979"/>
                  <a:pt x="1472484" y="219826"/>
                </a:cubicBezTo>
                <a:cubicBezTo>
                  <a:pt x="1480695" y="197673"/>
                  <a:pt x="1492391" y="178464"/>
                  <a:pt x="1507340" y="162894"/>
                </a:cubicBezTo>
                <a:cubicBezTo>
                  <a:pt x="1522290" y="147325"/>
                  <a:pt x="1540415" y="135397"/>
                  <a:pt x="1561174" y="127341"/>
                </a:cubicBezTo>
                <a:cubicBezTo>
                  <a:pt x="1581855" y="119363"/>
                  <a:pt x="1605015" y="115335"/>
                  <a:pt x="1629957" y="115335"/>
                </a:cubicBezTo>
                <a:close/>
                <a:moveTo>
                  <a:pt x="784576" y="115335"/>
                </a:moveTo>
                <a:cubicBezTo>
                  <a:pt x="836395" y="115335"/>
                  <a:pt x="875977" y="130517"/>
                  <a:pt x="902235" y="160493"/>
                </a:cubicBezTo>
                <a:cubicBezTo>
                  <a:pt x="928416" y="190315"/>
                  <a:pt x="941661" y="230980"/>
                  <a:pt x="941661" y="281328"/>
                </a:cubicBezTo>
                <a:lnTo>
                  <a:pt x="941661" y="320522"/>
                </a:lnTo>
                <a:lnTo>
                  <a:pt x="711145" y="320522"/>
                </a:lnTo>
                <a:cubicBezTo>
                  <a:pt x="712462" y="344612"/>
                  <a:pt x="718969" y="363744"/>
                  <a:pt x="730587" y="377454"/>
                </a:cubicBezTo>
                <a:cubicBezTo>
                  <a:pt x="742593" y="391629"/>
                  <a:pt x="760951" y="398833"/>
                  <a:pt x="785273" y="398833"/>
                </a:cubicBezTo>
                <a:cubicBezTo>
                  <a:pt x="817573" y="398833"/>
                  <a:pt x="836628" y="386207"/>
                  <a:pt x="843444" y="360181"/>
                </a:cubicBezTo>
                <a:lnTo>
                  <a:pt x="843522" y="360181"/>
                </a:lnTo>
                <a:lnTo>
                  <a:pt x="937556" y="360181"/>
                </a:lnTo>
                <a:cubicBezTo>
                  <a:pt x="931282" y="397361"/>
                  <a:pt x="915868" y="426098"/>
                  <a:pt x="891701" y="445540"/>
                </a:cubicBezTo>
                <a:cubicBezTo>
                  <a:pt x="867146" y="465292"/>
                  <a:pt x="831128" y="475284"/>
                  <a:pt x="784653" y="475284"/>
                </a:cubicBezTo>
                <a:cubicBezTo>
                  <a:pt x="728651" y="475284"/>
                  <a:pt x="685816" y="459482"/>
                  <a:pt x="657467" y="428267"/>
                </a:cubicBezTo>
                <a:cubicBezTo>
                  <a:pt x="629117" y="397129"/>
                  <a:pt x="614787" y="352590"/>
                  <a:pt x="614787" y="295890"/>
                </a:cubicBezTo>
                <a:cubicBezTo>
                  <a:pt x="614787" y="267618"/>
                  <a:pt x="618892" y="241979"/>
                  <a:pt x="627103" y="219826"/>
                </a:cubicBezTo>
                <a:cubicBezTo>
                  <a:pt x="635313" y="197673"/>
                  <a:pt x="647010" y="178464"/>
                  <a:pt x="661959" y="162894"/>
                </a:cubicBezTo>
                <a:cubicBezTo>
                  <a:pt x="676909" y="147325"/>
                  <a:pt x="695034" y="135397"/>
                  <a:pt x="715793" y="127341"/>
                </a:cubicBezTo>
                <a:cubicBezTo>
                  <a:pt x="736474" y="119363"/>
                  <a:pt x="759634" y="115335"/>
                  <a:pt x="784576" y="115335"/>
                </a:cubicBezTo>
                <a:close/>
                <a:moveTo>
                  <a:pt x="2576886" y="97288"/>
                </a:moveTo>
                <a:cubicBezTo>
                  <a:pt x="2499118" y="97288"/>
                  <a:pt x="2435834" y="160571"/>
                  <a:pt x="2435834" y="238339"/>
                </a:cubicBezTo>
                <a:cubicBezTo>
                  <a:pt x="2435834" y="316108"/>
                  <a:pt x="2499118" y="379391"/>
                  <a:pt x="2576886" y="379391"/>
                </a:cubicBezTo>
                <a:cubicBezTo>
                  <a:pt x="2654654" y="379391"/>
                  <a:pt x="2717938" y="316108"/>
                  <a:pt x="2717938" y="238339"/>
                </a:cubicBezTo>
                <a:cubicBezTo>
                  <a:pt x="2717938" y="160571"/>
                  <a:pt x="2654654" y="97288"/>
                  <a:pt x="2576886" y="97288"/>
                </a:cubicBezTo>
                <a:close/>
                <a:moveTo>
                  <a:pt x="2196642" y="10456"/>
                </a:moveTo>
                <a:lnTo>
                  <a:pt x="2290522" y="10456"/>
                </a:lnTo>
                <a:lnTo>
                  <a:pt x="2290522" y="466298"/>
                </a:lnTo>
                <a:lnTo>
                  <a:pt x="2196642" y="466298"/>
                </a:lnTo>
                <a:close/>
                <a:moveTo>
                  <a:pt x="986665" y="10456"/>
                </a:moveTo>
                <a:lnTo>
                  <a:pt x="1080545" y="10456"/>
                </a:lnTo>
                <a:lnTo>
                  <a:pt x="1080545" y="475593"/>
                </a:lnTo>
                <a:lnTo>
                  <a:pt x="1065905" y="475593"/>
                </a:lnTo>
                <a:cubicBezTo>
                  <a:pt x="1022063" y="475129"/>
                  <a:pt x="986665" y="438878"/>
                  <a:pt x="986665" y="394107"/>
                </a:cubicBezTo>
                <a:close/>
                <a:moveTo>
                  <a:pt x="476601" y="10456"/>
                </a:moveTo>
                <a:lnTo>
                  <a:pt x="480087" y="10456"/>
                </a:lnTo>
                <a:lnTo>
                  <a:pt x="569319" y="10456"/>
                </a:lnTo>
                <a:lnTo>
                  <a:pt x="572882" y="10456"/>
                </a:lnTo>
                <a:lnTo>
                  <a:pt x="572882" y="81330"/>
                </a:lnTo>
                <a:lnTo>
                  <a:pt x="572882" y="84893"/>
                </a:lnTo>
                <a:lnTo>
                  <a:pt x="569319" y="84893"/>
                </a:lnTo>
                <a:lnTo>
                  <a:pt x="480087" y="84893"/>
                </a:lnTo>
                <a:lnTo>
                  <a:pt x="476601" y="84893"/>
                </a:lnTo>
                <a:lnTo>
                  <a:pt x="476601" y="81330"/>
                </a:lnTo>
                <a:close/>
                <a:moveTo>
                  <a:pt x="58559" y="6331"/>
                </a:moveTo>
                <a:cubicBezTo>
                  <a:pt x="67660" y="8597"/>
                  <a:pt x="76103" y="13593"/>
                  <a:pt x="82648" y="20990"/>
                </a:cubicBezTo>
                <a:lnTo>
                  <a:pt x="326565" y="298911"/>
                </a:lnTo>
                <a:lnTo>
                  <a:pt x="326565" y="10456"/>
                </a:lnTo>
                <a:lnTo>
                  <a:pt x="421064" y="10456"/>
                </a:lnTo>
                <a:lnTo>
                  <a:pt x="421064" y="424781"/>
                </a:lnTo>
                <a:cubicBezTo>
                  <a:pt x="421064" y="444610"/>
                  <a:pt x="408903" y="462348"/>
                  <a:pt x="390545" y="469397"/>
                </a:cubicBezTo>
                <a:cubicBezTo>
                  <a:pt x="385123" y="471488"/>
                  <a:pt x="379391" y="472495"/>
                  <a:pt x="373814" y="472495"/>
                </a:cubicBezTo>
                <a:cubicBezTo>
                  <a:pt x="360491" y="472495"/>
                  <a:pt x="347556" y="466918"/>
                  <a:pt x="338416" y="456461"/>
                </a:cubicBezTo>
                <a:lnTo>
                  <a:pt x="94499" y="178541"/>
                </a:lnTo>
                <a:lnTo>
                  <a:pt x="94499" y="466298"/>
                </a:lnTo>
                <a:lnTo>
                  <a:pt x="0" y="466298"/>
                </a:lnTo>
                <a:lnTo>
                  <a:pt x="0" y="52748"/>
                </a:lnTo>
                <a:cubicBezTo>
                  <a:pt x="0" y="32841"/>
                  <a:pt x="12161" y="15103"/>
                  <a:pt x="30519" y="8055"/>
                </a:cubicBezTo>
                <a:cubicBezTo>
                  <a:pt x="39698" y="4530"/>
                  <a:pt x="49457" y="4066"/>
                  <a:pt x="58559" y="6331"/>
                </a:cubicBezTo>
                <a:close/>
                <a:moveTo>
                  <a:pt x="2576886" y="0"/>
                </a:moveTo>
                <a:cubicBezTo>
                  <a:pt x="2708333" y="0"/>
                  <a:pt x="2815303" y="106970"/>
                  <a:pt x="2815303" y="238417"/>
                </a:cubicBezTo>
                <a:cubicBezTo>
                  <a:pt x="2815303" y="287061"/>
                  <a:pt x="2800586" y="332296"/>
                  <a:pt x="2775489" y="370096"/>
                </a:cubicBezTo>
                <a:lnTo>
                  <a:pt x="2775412" y="370096"/>
                </a:lnTo>
                <a:lnTo>
                  <a:pt x="2855736" y="450420"/>
                </a:lnTo>
                <a:lnTo>
                  <a:pt x="2789354" y="516802"/>
                </a:lnTo>
                <a:lnTo>
                  <a:pt x="2709108" y="436555"/>
                </a:lnTo>
                <a:cubicBezTo>
                  <a:pt x="2671230" y="461962"/>
                  <a:pt x="2625762" y="476756"/>
                  <a:pt x="2576886" y="476756"/>
                </a:cubicBezTo>
                <a:cubicBezTo>
                  <a:pt x="2445439" y="476756"/>
                  <a:pt x="2338469" y="369864"/>
                  <a:pt x="2338469" y="238417"/>
                </a:cubicBezTo>
                <a:cubicBezTo>
                  <a:pt x="2338469" y="106970"/>
                  <a:pt x="2445439" y="0"/>
                  <a:pt x="2576886" y="0"/>
                </a:cubicBezTo>
                <a:close/>
              </a:path>
            </a:pathLst>
          </a:custGeom>
          <a:solidFill>
            <a:schemeClr val="tx2"/>
          </a:solidFill>
          <a:ln w="774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14" name="NielsenIQ GFK lockup" hidden="1">
            <a:extLst>
              <a:ext uri="{FF2B5EF4-FFF2-40B4-BE49-F238E27FC236}">
                <a16:creationId xmlns:a16="http://schemas.microsoft.com/office/drawing/2014/main" id="{F7792E29-49B3-DBC0-AD1E-5BE3C1FF77E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86122" y="321743"/>
            <a:ext cx="3377876" cy="753596"/>
          </a:xfrm>
          <a:prstGeom prst="rect">
            <a:avLst/>
          </a:prstGeom>
        </p:spPr>
      </p:pic>
      <p:pic>
        <p:nvPicPr>
          <p:cNvPr id="6" name="NielsenIQ logo+wordmark" hidden="1">
            <a:extLst>
              <a:ext uri="{FF2B5EF4-FFF2-40B4-BE49-F238E27FC236}">
                <a16:creationId xmlns:a16="http://schemas.microsoft.com/office/drawing/2014/main" id="{48997FFB-D07F-88D7-8F6A-453D924F0D3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" r="59"/>
          <a:stretch/>
        </p:blipFill>
        <p:spPr>
          <a:xfrm>
            <a:off x="288558" y="305205"/>
            <a:ext cx="2211753" cy="763139"/>
          </a:xfrm>
          <a:prstGeom prst="rect">
            <a:avLst/>
          </a:prstGeom>
        </p:spPr>
      </p:pic>
      <p:pic>
        <p:nvPicPr>
          <p:cNvPr id="16" name="powered by GfK intelligence" hidden="1">
            <a:extLst>
              <a:ext uri="{FF2B5EF4-FFF2-40B4-BE49-F238E27FC236}">
                <a16:creationId xmlns:a16="http://schemas.microsoft.com/office/drawing/2014/main" id="{E5E829BC-6324-3D78-59D0-749BFB7931D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6490" y="491434"/>
            <a:ext cx="2750236" cy="42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374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hoto Teardrop Img Placeholder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71EAE179-600E-B0A4-759D-E1E64AAAB3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7469028" y="0"/>
            <a:ext cx="4722972" cy="6858000"/>
          </a:xfrm>
          <a:custGeom>
            <a:avLst/>
            <a:gdLst>
              <a:gd name="connsiteX0" fmla="*/ 0 w 4722972"/>
              <a:gd name="connsiteY0" fmla="*/ 6858000 h 6858000"/>
              <a:gd name="connsiteX1" fmla="*/ 4722972 w 4722972"/>
              <a:gd name="connsiteY1" fmla="*/ 6858000 h 6858000"/>
              <a:gd name="connsiteX2" fmla="*/ 4722972 w 4722972"/>
              <a:gd name="connsiteY2" fmla="*/ 0 h 6858000"/>
              <a:gd name="connsiteX3" fmla="*/ 0 w 4722972"/>
              <a:gd name="connsiteY3" fmla="*/ 0 h 6858000"/>
              <a:gd name="connsiteX4" fmla="*/ 11226 w 4722972"/>
              <a:gd name="connsiteY4" fmla="*/ 8821 h 6858000"/>
              <a:gd name="connsiteX5" fmla="*/ 1624171 w 4722972"/>
              <a:gd name="connsiteY5" fmla="*/ 3429000 h 6858000"/>
              <a:gd name="connsiteX6" fmla="*/ 11226 w 4722972"/>
              <a:gd name="connsiteY6" fmla="*/ 684917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22972" h="6858000">
                <a:moveTo>
                  <a:pt x="0" y="6858000"/>
                </a:moveTo>
                <a:lnTo>
                  <a:pt x="4722972" y="6858000"/>
                </a:lnTo>
                <a:lnTo>
                  <a:pt x="4722972" y="0"/>
                </a:lnTo>
                <a:lnTo>
                  <a:pt x="0" y="0"/>
                </a:lnTo>
                <a:lnTo>
                  <a:pt x="11226" y="8821"/>
                </a:lnTo>
                <a:cubicBezTo>
                  <a:pt x="996292" y="821770"/>
                  <a:pt x="1624171" y="2052060"/>
                  <a:pt x="1624171" y="3429000"/>
                </a:cubicBezTo>
                <a:cubicBezTo>
                  <a:pt x="1624171" y="4805939"/>
                  <a:pt x="996292" y="6036229"/>
                  <a:pt x="11226" y="684917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err="1"/>
          </a:p>
        </p:txBody>
      </p:sp>
      <p:sp>
        <p:nvSpPr>
          <p:cNvPr id="9" name="Confidential disclaimer">
            <a:extLst>
              <a:ext uri="{FF2B5EF4-FFF2-40B4-BE49-F238E27FC236}">
                <a16:creationId xmlns:a16="http://schemas.microsoft.com/office/drawing/2014/main" id="{60EB3927-CDFF-ACD9-F0B3-0FEB504E44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798636" y="6573016"/>
            <a:ext cx="1101264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Confidential and proprietary</a:t>
            </a:r>
          </a:p>
        </p:txBody>
      </p:sp>
      <p:sp>
        <p:nvSpPr>
          <p:cNvPr id="8" name="Copyright Line">
            <a:extLst>
              <a:ext uri="{FF2B5EF4-FFF2-40B4-BE49-F238E27FC236}">
                <a16:creationId xmlns:a16="http://schemas.microsoft.com/office/drawing/2014/main" id="{D18F1FC4-106D-3BF8-BC65-D648A021FC0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92100" y="6526849"/>
            <a:ext cx="2268453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srgbClr val="BBBBBB"/>
                </a:solidFill>
              </a:rPr>
              <a:t>© </a:t>
            </a:r>
            <a:fld id="{92E70860-886D-4303-B2B5-BD1295E1FD39}" type="datetimeyyyy">
              <a:rPr lang="en-US" sz="700" smtClean="0">
                <a:solidFill>
                  <a:srgbClr val="BBBBBB"/>
                </a:solidFill>
              </a:rPr>
              <a:t>2025</a:t>
            </a:fld>
            <a:r>
              <a:rPr lang="en-US" sz="700">
                <a:solidFill>
                  <a:srgbClr val="BBBBBB"/>
                </a:solidFill>
              </a:rPr>
              <a:t> Nielsen Consumer LLC. All Rights Reserved.</a:t>
            </a:r>
          </a:p>
        </p:txBody>
      </p:sp>
      <p:sp>
        <p:nvSpPr>
          <p:cNvPr id="24" name="Footer Placeholder">
            <a:extLst>
              <a:ext uri="{FF2B5EF4-FFF2-40B4-BE49-F238E27FC236}">
                <a16:creationId xmlns:a16="http://schemas.microsoft.com/office/drawing/2014/main" id="{0F37A136-F043-61EC-31AE-F924E1D07F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ate Placeholder">
            <a:extLst>
              <a:ext uri="{FF2B5EF4-FFF2-40B4-BE49-F238E27FC236}">
                <a16:creationId xmlns:a16="http://schemas.microsoft.com/office/drawing/2014/main" id="{43BF00AE-7CC5-32C1-0689-6671AADCFE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5"/>
          </p:nvPr>
        </p:nvSpPr>
        <p:spPr>
          <a:xfrm>
            <a:off x="292100" y="5825743"/>
            <a:ext cx="1744664" cy="282957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Title/Dept Placeholder">
            <a:extLst>
              <a:ext uri="{FF2B5EF4-FFF2-40B4-BE49-F238E27FC236}">
                <a16:creationId xmlns:a16="http://schemas.microsoft.com/office/drawing/2014/main" id="{D5F64835-3750-3ADF-10C4-07E3A99891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292100" y="5324240"/>
            <a:ext cx="5577840" cy="344385"/>
          </a:xfrm>
        </p:spPr>
        <p:txBody>
          <a:bodyPr t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  <a:lvl2pPr marL="457200" indent="0">
              <a:buNone/>
              <a:defRPr sz="1200" b="1">
                <a:solidFill>
                  <a:schemeClr val="bg1"/>
                </a:solidFill>
              </a:defRPr>
            </a:lvl2pPr>
            <a:lvl3pPr marL="914400" indent="0">
              <a:buNone/>
              <a:defRPr sz="1200" b="1">
                <a:solidFill>
                  <a:schemeClr val="bg1"/>
                </a:solidFill>
              </a:defRPr>
            </a:lvl3pPr>
            <a:lvl4pPr marL="1371600" indent="0">
              <a:buNone/>
              <a:defRPr sz="1200" b="1">
                <a:solidFill>
                  <a:schemeClr val="bg1"/>
                </a:solidFill>
              </a:defRPr>
            </a:lvl4pPr>
            <a:lvl5pPr marL="1828800" indent="0">
              <a:buNone/>
              <a:defRPr sz="1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Title/Department</a:t>
            </a:r>
          </a:p>
        </p:txBody>
      </p:sp>
      <p:sp>
        <p:nvSpPr>
          <p:cNvPr id="11" name="Presenter Name Placeholder">
            <a:extLst>
              <a:ext uri="{FF2B5EF4-FFF2-40B4-BE49-F238E27FC236}">
                <a16:creationId xmlns:a16="http://schemas.microsoft.com/office/drawing/2014/main" id="{19B56EE6-D6BD-8D0B-397C-9543F5EA10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292100" y="4956106"/>
            <a:ext cx="5577840" cy="344384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1200" b="1">
                <a:solidFill>
                  <a:schemeClr val="bg1"/>
                </a:solidFill>
              </a:defRPr>
            </a:lvl2pPr>
            <a:lvl3pPr marL="914400" indent="0">
              <a:buNone/>
              <a:defRPr sz="1200" b="1">
                <a:solidFill>
                  <a:schemeClr val="bg1"/>
                </a:solidFill>
              </a:defRPr>
            </a:lvl3pPr>
            <a:lvl4pPr marL="1371600" indent="0">
              <a:buNone/>
              <a:defRPr sz="1200" b="1">
                <a:solidFill>
                  <a:schemeClr val="bg1"/>
                </a:solidFill>
              </a:defRPr>
            </a:lvl4pPr>
            <a:lvl5pPr marL="1828800" indent="0">
              <a:buNone/>
              <a:defRPr sz="1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name Last name</a:t>
            </a:r>
          </a:p>
        </p:txBody>
      </p:sp>
      <p:sp>
        <p:nvSpPr>
          <p:cNvPr id="12" name="Subtitle Placeholder">
            <a:extLst>
              <a:ext uri="{FF2B5EF4-FFF2-40B4-BE49-F238E27FC236}">
                <a16:creationId xmlns:a16="http://schemas.microsoft.com/office/drawing/2014/main" id="{ACCF8835-5B66-DD9A-854C-18318BBE5B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>
            <a:off x="292100" y="3878348"/>
            <a:ext cx="5577840" cy="83788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Title Placeholder">
            <a:extLst>
              <a:ext uri="{FF2B5EF4-FFF2-40B4-BE49-F238E27FC236}">
                <a16:creationId xmlns:a16="http://schemas.microsoft.com/office/drawing/2014/main" id="{2511B5FD-A691-DBE3-DB9F-112A28026B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292100" y="1418456"/>
            <a:ext cx="5577840" cy="23876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your presentation title here maximum of three lines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0EB037D6-6A4D-2EE9-243D-3B33C04280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8"/>
          </p:nvPr>
        </p:nvSpPr>
        <p:spPr>
          <a:xfrm>
            <a:off x="6417620" y="1526496"/>
            <a:ext cx="5482279" cy="3805008"/>
          </a:xfrm>
          <a:custGeom>
            <a:avLst/>
            <a:gdLst>
              <a:gd name="connsiteX0" fmla="*/ 241937 w 3716867"/>
              <a:gd name="connsiteY0" fmla="*/ 0 h 2411650"/>
              <a:gd name="connsiteX1" fmla="*/ 3474930 w 3716867"/>
              <a:gd name="connsiteY1" fmla="*/ 0 h 2411650"/>
              <a:gd name="connsiteX2" fmla="*/ 3716867 w 3716867"/>
              <a:gd name="connsiteY2" fmla="*/ 241937 h 2411650"/>
              <a:gd name="connsiteX3" fmla="*/ 3716867 w 3716867"/>
              <a:gd name="connsiteY3" fmla="*/ 2169713 h 2411650"/>
              <a:gd name="connsiteX4" fmla="*/ 3474930 w 3716867"/>
              <a:gd name="connsiteY4" fmla="*/ 2411650 h 2411650"/>
              <a:gd name="connsiteX5" fmla="*/ 337458 w 3716867"/>
              <a:gd name="connsiteY5" fmla="*/ 2411650 h 2411650"/>
              <a:gd name="connsiteX6" fmla="*/ 241937 w 3716867"/>
              <a:gd name="connsiteY6" fmla="*/ 2411650 h 2411650"/>
              <a:gd name="connsiteX7" fmla="*/ 0 w 3716867"/>
              <a:gd name="connsiteY7" fmla="*/ 2411650 h 2411650"/>
              <a:gd name="connsiteX8" fmla="*/ 0 w 3716867"/>
              <a:gd name="connsiteY8" fmla="*/ 2169713 h 2411650"/>
              <a:gd name="connsiteX9" fmla="*/ 0 w 3716867"/>
              <a:gd name="connsiteY9" fmla="*/ 2074192 h 2411650"/>
              <a:gd name="connsiteX10" fmla="*/ 0 w 3716867"/>
              <a:gd name="connsiteY10" fmla="*/ 241937 h 2411650"/>
              <a:gd name="connsiteX11" fmla="*/ 241937 w 3716867"/>
              <a:gd name="connsiteY11" fmla="*/ 0 h 241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716867" h="2411650">
                <a:moveTo>
                  <a:pt x="241937" y="0"/>
                </a:moveTo>
                <a:lnTo>
                  <a:pt x="3474930" y="0"/>
                </a:lnTo>
                <a:cubicBezTo>
                  <a:pt x="3608548" y="0"/>
                  <a:pt x="3716867" y="108319"/>
                  <a:pt x="3716867" y="241937"/>
                </a:cubicBezTo>
                <a:lnTo>
                  <a:pt x="3716867" y="2169713"/>
                </a:lnTo>
                <a:cubicBezTo>
                  <a:pt x="3716867" y="2303331"/>
                  <a:pt x="3608548" y="2411650"/>
                  <a:pt x="3474930" y="2411650"/>
                </a:cubicBezTo>
                <a:lnTo>
                  <a:pt x="337458" y="2411650"/>
                </a:lnTo>
                <a:lnTo>
                  <a:pt x="241937" y="2411650"/>
                </a:lnTo>
                <a:lnTo>
                  <a:pt x="0" y="2411650"/>
                </a:lnTo>
                <a:lnTo>
                  <a:pt x="0" y="2169713"/>
                </a:lnTo>
                <a:lnTo>
                  <a:pt x="0" y="2074192"/>
                </a:lnTo>
                <a:lnTo>
                  <a:pt x="0" y="241937"/>
                </a:lnTo>
                <a:cubicBezTo>
                  <a:pt x="0" y="108319"/>
                  <a:pt x="108319" y="0"/>
                  <a:pt x="24193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171450" lvl="0" indent="-17145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5" name="Nielsen wordmark">
            <a:extLst>
              <a:ext uri="{FF2B5EF4-FFF2-40B4-BE49-F238E27FC236}">
                <a16:creationId xmlns:a16="http://schemas.microsoft.com/office/drawing/2014/main" id="{5BCFFAE9-FD4D-8086-878D-47594C1D96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95274" y="428580"/>
            <a:ext cx="2855736" cy="516802"/>
          </a:xfrm>
          <a:custGeom>
            <a:avLst/>
            <a:gdLst>
              <a:gd name="connsiteX0" fmla="*/ 1628098 w 2855736"/>
              <a:gd name="connsiteY0" fmla="*/ 189308 h 516802"/>
              <a:gd name="connsiteX1" fmla="*/ 1598276 w 2855736"/>
              <a:gd name="connsiteY1" fmla="*/ 194730 h 516802"/>
              <a:gd name="connsiteX2" fmla="*/ 1576820 w 2855736"/>
              <a:gd name="connsiteY2" fmla="*/ 209524 h 516802"/>
              <a:gd name="connsiteX3" fmla="*/ 1563188 w 2855736"/>
              <a:gd name="connsiteY3" fmla="*/ 231368 h 516802"/>
              <a:gd name="connsiteX4" fmla="*/ 1563188 w 2855736"/>
              <a:gd name="connsiteY4" fmla="*/ 231290 h 516802"/>
              <a:gd name="connsiteX5" fmla="*/ 1557921 w 2855736"/>
              <a:gd name="connsiteY5" fmla="*/ 254838 h 516802"/>
              <a:gd name="connsiteX6" fmla="*/ 1694015 w 2855736"/>
              <a:gd name="connsiteY6" fmla="*/ 254838 h 516802"/>
              <a:gd name="connsiteX7" fmla="*/ 1678059 w 2855736"/>
              <a:gd name="connsiteY7" fmla="*/ 207201 h 516802"/>
              <a:gd name="connsiteX8" fmla="*/ 1628098 w 2855736"/>
              <a:gd name="connsiteY8" fmla="*/ 189308 h 516802"/>
              <a:gd name="connsiteX9" fmla="*/ 782717 w 2855736"/>
              <a:gd name="connsiteY9" fmla="*/ 189308 h 516802"/>
              <a:gd name="connsiteX10" fmla="*/ 752895 w 2855736"/>
              <a:gd name="connsiteY10" fmla="*/ 194730 h 516802"/>
              <a:gd name="connsiteX11" fmla="*/ 731439 w 2855736"/>
              <a:gd name="connsiteY11" fmla="*/ 209524 h 516802"/>
              <a:gd name="connsiteX12" fmla="*/ 717807 w 2855736"/>
              <a:gd name="connsiteY12" fmla="*/ 231368 h 516802"/>
              <a:gd name="connsiteX13" fmla="*/ 717807 w 2855736"/>
              <a:gd name="connsiteY13" fmla="*/ 231290 h 516802"/>
              <a:gd name="connsiteX14" fmla="*/ 712539 w 2855736"/>
              <a:gd name="connsiteY14" fmla="*/ 254838 h 516802"/>
              <a:gd name="connsiteX15" fmla="*/ 848634 w 2855736"/>
              <a:gd name="connsiteY15" fmla="*/ 254838 h 516802"/>
              <a:gd name="connsiteX16" fmla="*/ 832677 w 2855736"/>
              <a:gd name="connsiteY16" fmla="*/ 207201 h 516802"/>
              <a:gd name="connsiteX17" fmla="*/ 782717 w 2855736"/>
              <a:gd name="connsiteY17" fmla="*/ 189308 h 516802"/>
              <a:gd name="connsiteX18" fmla="*/ 476601 w 2855736"/>
              <a:gd name="connsiteY18" fmla="*/ 124553 h 516802"/>
              <a:gd name="connsiteX19" fmla="*/ 480087 w 2855736"/>
              <a:gd name="connsiteY19" fmla="*/ 124553 h 516802"/>
              <a:gd name="connsiteX20" fmla="*/ 569319 w 2855736"/>
              <a:gd name="connsiteY20" fmla="*/ 124553 h 516802"/>
              <a:gd name="connsiteX21" fmla="*/ 572882 w 2855736"/>
              <a:gd name="connsiteY21" fmla="*/ 124553 h 516802"/>
              <a:gd name="connsiteX22" fmla="*/ 572882 w 2855736"/>
              <a:gd name="connsiteY22" fmla="*/ 128116 h 516802"/>
              <a:gd name="connsiteX23" fmla="*/ 572804 w 2855736"/>
              <a:gd name="connsiteY23" fmla="*/ 466299 h 516802"/>
              <a:gd name="connsiteX24" fmla="*/ 569319 w 2855736"/>
              <a:gd name="connsiteY24" fmla="*/ 466299 h 516802"/>
              <a:gd name="connsiteX25" fmla="*/ 480087 w 2855736"/>
              <a:gd name="connsiteY25" fmla="*/ 466299 h 516802"/>
              <a:gd name="connsiteX26" fmla="*/ 476601 w 2855736"/>
              <a:gd name="connsiteY26" fmla="*/ 466299 h 516802"/>
              <a:gd name="connsiteX27" fmla="*/ 476601 w 2855736"/>
              <a:gd name="connsiteY27" fmla="*/ 127496 h 516802"/>
              <a:gd name="connsiteX28" fmla="*/ 2026544 w 2855736"/>
              <a:gd name="connsiteY28" fmla="*/ 116342 h 516802"/>
              <a:gd name="connsiteX29" fmla="*/ 2113220 w 2855736"/>
              <a:gd name="connsiteY29" fmla="*/ 147093 h 516802"/>
              <a:gd name="connsiteX30" fmla="*/ 2141569 w 2855736"/>
              <a:gd name="connsiteY30" fmla="*/ 242832 h 516802"/>
              <a:gd name="connsiteX31" fmla="*/ 2141569 w 2855736"/>
              <a:gd name="connsiteY31" fmla="*/ 466376 h 516802"/>
              <a:gd name="connsiteX32" fmla="*/ 2045366 w 2855736"/>
              <a:gd name="connsiteY32" fmla="*/ 466376 h 516802"/>
              <a:gd name="connsiteX33" fmla="*/ 2045366 w 2855736"/>
              <a:gd name="connsiteY33" fmla="*/ 254992 h 516802"/>
              <a:gd name="connsiteX34" fmla="*/ 2033050 w 2855736"/>
              <a:gd name="connsiteY34" fmla="*/ 209757 h 516802"/>
              <a:gd name="connsiteX35" fmla="*/ 1999820 w 2855736"/>
              <a:gd name="connsiteY35" fmla="*/ 197983 h 516802"/>
              <a:gd name="connsiteX36" fmla="*/ 1971548 w 2855736"/>
              <a:gd name="connsiteY36" fmla="*/ 202786 h 516802"/>
              <a:gd name="connsiteX37" fmla="*/ 1949472 w 2855736"/>
              <a:gd name="connsiteY37" fmla="*/ 216651 h 516802"/>
              <a:gd name="connsiteX38" fmla="*/ 1935143 w 2855736"/>
              <a:gd name="connsiteY38" fmla="*/ 237022 h 516802"/>
              <a:gd name="connsiteX39" fmla="*/ 1929411 w 2855736"/>
              <a:gd name="connsiteY39" fmla="*/ 262583 h 516802"/>
              <a:gd name="connsiteX40" fmla="*/ 1929411 w 2855736"/>
              <a:gd name="connsiteY40" fmla="*/ 466299 h 516802"/>
              <a:gd name="connsiteX41" fmla="*/ 1833130 w 2855736"/>
              <a:gd name="connsiteY41" fmla="*/ 466299 h 516802"/>
              <a:gd name="connsiteX42" fmla="*/ 1833130 w 2855736"/>
              <a:gd name="connsiteY42" fmla="*/ 124630 h 516802"/>
              <a:gd name="connsiteX43" fmla="*/ 1926855 w 2855736"/>
              <a:gd name="connsiteY43" fmla="*/ 124630 h 516802"/>
              <a:gd name="connsiteX44" fmla="*/ 1926855 w 2855736"/>
              <a:gd name="connsiteY44" fmla="*/ 165063 h 516802"/>
              <a:gd name="connsiteX45" fmla="*/ 1968605 w 2855736"/>
              <a:gd name="connsiteY45" fmla="*/ 130052 h 516802"/>
              <a:gd name="connsiteX46" fmla="*/ 2026544 w 2855736"/>
              <a:gd name="connsiteY46" fmla="*/ 116342 h 516802"/>
              <a:gd name="connsiteX47" fmla="*/ 1272176 w 2855736"/>
              <a:gd name="connsiteY47" fmla="*/ 115490 h 516802"/>
              <a:gd name="connsiteX48" fmla="*/ 1339410 w 2855736"/>
              <a:gd name="connsiteY48" fmla="*/ 123623 h 516802"/>
              <a:gd name="connsiteX49" fmla="*/ 1384258 w 2855736"/>
              <a:gd name="connsiteY49" fmla="*/ 145544 h 516802"/>
              <a:gd name="connsiteX50" fmla="*/ 1397194 w 2855736"/>
              <a:gd name="connsiteY50" fmla="*/ 157860 h 516802"/>
              <a:gd name="connsiteX51" fmla="*/ 1410749 w 2855736"/>
              <a:gd name="connsiteY51" fmla="*/ 178696 h 516802"/>
              <a:gd name="connsiteX52" fmla="*/ 1415319 w 2855736"/>
              <a:gd name="connsiteY52" fmla="*/ 189695 h 516802"/>
              <a:gd name="connsiteX53" fmla="*/ 1416171 w 2855736"/>
              <a:gd name="connsiteY53" fmla="*/ 192174 h 516802"/>
              <a:gd name="connsiteX54" fmla="*/ 1422755 w 2855736"/>
              <a:gd name="connsiteY54" fmla="*/ 222847 h 516802"/>
              <a:gd name="connsiteX55" fmla="*/ 1423065 w 2855736"/>
              <a:gd name="connsiteY55" fmla="*/ 226643 h 516802"/>
              <a:gd name="connsiteX56" fmla="*/ 1335382 w 2855736"/>
              <a:gd name="connsiteY56" fmla="*/ 226643 h 516802"/>
              <a:gd name="connsiteX57" fmla="*/ 1333058 w 2855736"/>
              <a:gd name="connsiteY57" fmla="*/ 218432 h 516802"/>
              <a:gd name="connsiteX58" fmla="*/ 1318109 w 2855736"/>
              <a:gd name="connsiteY58" fmla="*/ 198835 h 516802"/>
              <a:gd name="connsiteX59" fmla="*/ 1274035 w 2855736"/>
              <a:gd name="connsiteY59" fmla="*/ 188688 h 516802"/>
              <a:gd name="connsiteX60" fmla="*/ 1245220 w 2855736"/>
              <a:gd name="connsiteY60" fmla="*/ 191477 h 516802"/>
              <a:gd name="connsiteX61" fmla="*/ 1227870 w 2855736"/>
              <a:gd name="connsiteY61" fmla="*/ 198293 h 516802"/>
              <a:gd name="connsiteX62" fmla="*/ 1219504 w 2855736"/>
              <a:gd name="connsiteY62" fmla="*/ 207123 h 516802"/>
              <a:gd name="connsiteX63" fmla="*/ 1217025 w 2855736"/>
              <a:gd name="connsiteY63" fmla="*/ 216418 h 516802"/>
              <a:gd name="connsiteX64" fmla="*/ 1225469 w 2855736"/>
              <a:gd name="connsiteY64" fmla="*/ 236867 h 516802"/>
              <a:gd name="connsiteX65" fmla="*/ 1262494 w 2855736"/>
              <a:gd name="connsiteY65" fmla="*/ 248641 h 516802"/>
              <a:gd name="connsiteX66" fmla="*/ 1304553 w 2855736"/>
              <a:gd name="connsiteY66" fmla="*/ 255612 h 516802"/>
              <a:gd name="connsiteX67" fmla="*/ 1365513 w 2855736"/>
              <a:gd name="connsiteY67" fmla="*/ 270484 h 516802"/>
              <a:gd name="connsiteX68" fmla="*/ 1403313 w 2855736"/>
              <a:gd name="connsiteY68" fmla="*/ 293179 h 516802"/>
              <a:gd name="connsiteX69" fmla="*/ 1423375 w 2855736"/>
              <a:gd name="connsiteY69" fmla="*/ 325635 h 516802"/>
              <a:gd name="connsiteX70" fmla="*/ 1423375 w 2855736"/>
              <a:gd name="connsiteY70" fmla="*/ 325712 h 516802"/>
              <a:gd name="connsiteX71" fmla="*/ 1428952 w 2855736"/>
              <a:gd name="connsiteY71" fmla="*/ 368159 h 516802"/>
              <a:gd name="connsiteX72" fmla="*/ 1391927 w 2855736"/>
              <a:gd name="connsiteY72" fmla="*/ 446392 h 516802"/>
              <a:gd name="connsiteX73" fmla="*/ 1279534 w 2855736"/>
              <a:gd name="connsiteY73" fmla="*/ 475516 h 516802"/>
              <a:gd name="connsiteX74" fmla="*/ 1221828 w 2855736"/>
              <a:gd name="connsiteY74" fmla="*/ 470017 h 516802"/>
              <a:gd name="connsiteX75" fmla="*/ 1172255 w 2855736"/>
              <a:gd name="connsiteY75" fmla="*/ 450730 h 516802"/>
              <a:gd name="connsiteX76" fmla="*/ 1136081 w 2855736"/>
              <a:gd name="connsiteY76" fmla="*/ 413937 h 516802"/>
              <a:gd name="connsiteX77" fmla="*/ 1120280 w 2855736"/>
              <a:gd name="connsiteY77" fmla="*/ 360336 h 516802"/>
              <a:gd name="connsiteX78" fmla="*/ 1213230 w 2855736"/>
              <a:gd name="connsiteY78" fmla="*/ 360336 h 516802"/>
              <a:gd name="connsiteX79" fmla="*/ 1233911 w 2855736"/>
              <a:gd name="connsiteY79" fmla="*/ 391087 h 516802"/>
              <a:gd name="connsiteX80" fmla="*/ 1278295 w 2855736"/>
              <a:gd name="connsiteY80" fmla="*/ 399685 h 516802"/>
              <a:gd name="connsiteX81" fmla="*/ 1322059 w 2855736"/>
              <a:gd name="connsiteY81" fmla="*/ 392171 h 516802"/>
              <a:gd name="connsiteX82" fmla="*/ 1333988 w 2855736"/>
              <a:gd name="connsiteY82" fmla="*/ 369398 h 516802"/>
              <a:gd name="connsiteX83" fmla="*/ 1326319 w 2855736"/>
              <a:gd name="connsiteY83" fmla="*/ 349492 h 516802"/>
              <a:gd name="connsiteX84" fmla="*/ 1295568 w 2855736"/>
              <a:gd name="connsiteY84" fmla="*/ 337253 h 516802"/>
              <a:gd name="connsiteX85" fmla="*/ 1247467 w 2855736"/>
              <a:gd name="connsiteY85" fmla="*/ 329585 h 516802"/>
              <a:gd name="connsiteX86" fmla="*/ 1155678 w 2855736"/>
              <a:gd name="connsiteY86" fmla="*/ 296045 h 516802"/>
              <a:gd name="connsiteX87" fmla="*/ 1124695 w 2855736"/>
              <a:gd name="connsiteY87" fmla="*/ 222847 h 516802"/>
              <a:gd name="connsiteX88" fmla="*/ 1135617 w 2855736"/>
              <a:gd name="connsiteY88" fmla="*/ 177844 h 516802"/>
              <a:gd name="connsiteX89" fmla="*/ 1166290 w 2855736"/>
              <a:gd name="connsiteY89" fmla="*/ 144150 h 516802"/>
              <a:gd name="connsiteX90" fmla="*/ 1212920 w 2855736"/>
              <a:gd name="connsiteY90" fmla="*/ 122926 h 516802"/>
              <a:gd name="connsiteX91" fmla="*/ 1272176 w 2855736"/>
              <a:gd name="connsiteY91" fmla="*/ 115490 h 516802"/>
              <a:gd name="connsiteX92" fmla="*/ 1629957 w 2855736"/>
              <a:gd name="connsiteY92" fmla="*/ 115335 h 516802"/>
              <a:gd name="connsiteX93" fmla="*/ 1747616 w 2855736"/>
              <a:gd name="connsiteY93" fmla="*/ 160493 h 516802"/>
              <a:gd name="connsiteX94" fmla="*/ 1787043 w 2855736"/>
              <a:gd name="connsiteY94" fmla="*/ 281328 h 516802"/>
              <a:gd name="connsiteX95" fmla="*/ 1787043 w 2855736"/>
              <a:gd name="connsiteY95" fmla="*/ 320522 h 516802"/>
              <a:gd name="connsiteX96" fmla="*/ 1556526 w 2855736"/>
              <a:gd name="connsiteY96" fmla="*/ 320522 h 516802"/>
              <a:gd name="connsiteX97" fmla="*/ 1575968 w 2855736"/>
              <a:gd name="connsiteY97" fmla="*/ 377454 h 516802"/>
              <a:gd name="connsiteX98" fmla="*/ 1630654 w 2855736"/>
              <a:gd name="connsiteY98" fmla="*/ 398833 h 516802"/>
              <a:gd name="connsiteX99" fmla="*/ 1688825 w 2855736"/>
              <a:gd name="connsiteY99" fmla="*/ 360181 h 516802"/>
              <a:gd name="connsiteX100" fmla="*/ 1688903 w 2855736"/>
              <a:gd name="connsiteY100" fmla="*/ 360181 h 516802"/>
              <a:gd name="connsiteX101" fmla="*/ 1782937 w 2855736"/>
              <a:gd name="connsiteY101" fmla="*/ 360181 h 516802"/>
              <a:gd name="connsiteX102" fmla="*/ 1737082 w 2855736"/>
              <a:gd name="connsiteY102" fmla="*/ 445540 h 516802"/>
              <a:gd name="connsiteX103" fmla="*/ 1630034 w 2855736"/>
              <a:gd name="connsiteY103" fmla="*/ 475284 h 516802"/>
              <a:gd name="connsiteX104" fmla="*/ 1502848 w 2855736"/>
              <a:gd name="connsiteY104" fmla="*/ 428267 h 516802"/>
              <a:gd name="connsiteX105" fmla="*/ 1460168 w 2855736"/>
              <a:gd name="connsiteY105" fmla="*/ 295890 h 516802"/>
              <a:gd name="connsiteX106" fmla="*/ 1472484 w 2855736"/>
              <a:gd name="connsiteY106" fmla="*/ 219826 h 516802"/>
              <a:gd name="connsiteX107" fmla="*/ 1507340 w 2855736"/>
              <a:gd name="connsiteY107" fmla="*/ 162894 h 516802"/>
              <a:gd name="connsiteX108" fmla="*/ 1561174 w 2855736"/>
              <a:gd name="connsiteY108" fmla="*/ 127341 h 516802"/>
              <a:gd name="connsiteX109" fmla="*/ 1629957 w 2855736"/>
              <a:gd name="connsiteY109" fmla="*/ 115335 h 516802"/>
              <a:gd name="connsiteX110" fmla="*/ 784576 w 2855736"/>
              <a:gd name="connsiteY110" fmla="*/ 115335 h 516802"/>
              <a:gd name="connsiteX111" fmla="*/ 902235 w 2855736"/>
              <a:gd name="connsiteY111" fmla="*/ 160493 h 516802"/>
              <a:gd name="connsiteX112" fmla="*/ 941661 w 2855736"/>
              <a:gd name="connsiteY112" fmla="*/ 281328 h 516802"/>
              <a:gd name="connsiteX113" fmla="*/ 941661 w 2855736"/>
              <a:gd name="connsiteY113" fmla="*/ 320522 h 516802"/>
              <a:gd name="connsiteX114" fmla="*/ 711145 w 2855736"/>
              <a:gd name="connsiteY114" fmla="*/ 320522 h 516802"/>
              <a:gd name="connsiteX115" fmla="*/ 730587 w 2855736"/>
              <a:gd name="connsiteY115" fmla="*/ 377454 h 516802"/>
              <a:gd name="connsiteX116" fmla="*/ 785273 w 2855736"/>
              <a:gd name="connsiteY116" fmla="*/ 398833 h 516802"/>
              <a:gd name="connsiteX117" fmla="*/ 843444 w 2855736"/>
              <a:gd name="connsiteY117" fmla="*/ 360181 h 516802"/>
              <a:gd name="connsiteX118" fmla="*/ 843522 w 2855736"/>
              <a:gd name="connsiteY118" fmla="*/ 360181 h 516802"/>
              <a:gd name="connsiteX119" fmla="*/ 937556 w 2855736"/>
              <a:gd name="connsiteY119" fmla="*/ 360181 h 516802"/>
              <a:gd name="connsiteX120" fmla="*/ 891701 w 2855736"/>
              <a:gd name="connsiteY120" fmla="*/ 445540 h 516802"/>
              <a:gd name="connsiteX121" fmla="*/ 784653 w 2855736"/>
              <a:gd name="connsiteY121" fmla="*/ 475284 h 516802"/>
              <a:gd name="connsiteX122" fmla="*/ 657467 w 2855736"/>
              <a:gd name="connsiteY122" fmla="*/ 428267 h 516802"/>
              <a:gd name="connsiteX123" fmla="*/ 614787 w 2855736"/>
              <a:gd name="connsiteY123" fmla="*/ 295890 h 516802"/>
              <a:gd name="connsiteX124" fmla="*/ 627103 w 2855736"/>
              <a:gd name="connsiteY124" fmla="*/ 219826 h 516802"/>
              <a:gd name="connsiteX125" fmla="*/ 661959 w 2855736"/>
              <a:gd name="connsiteY125" fmla="*/ 162894 h 516802"/>
              <a:gd name="connsiteX126" fmla="*/ 715793 w 2855736"/>
              <a:gd name="connsiteY126" fmla="*/ 127341 h 516802"/>
              <a:gd name="connsiteX127" fmla="*/ 784576 w 2855736"/>
              <a:gd name="connsiteY127" fmla="*/ 115335 h 516802"/>
              <a:gd name="connsiteX128" fmla="*/ 2576886 w 2855736"/>
              <a:gd name="connsiteY128" fmla="*/ 97288 h 516802"/>
              <a:gd name="connsiteX129" fmla="*/ 2435834 w 2855736"/>
              <a:gd name="connsiteY129" fmla="*/ 238339 h 516802"/>
              <a:gd name="connsiteX130" fmla="*/ 2576886 w 2855736"/>
              <a:gd name="connsiteY130" fmla="*/ 379391 h 516802"/>
              <a:gd name="connsiteX131" fmla="*/ 2717938 w 2855736"/>
              <a:gd name="connsiteY131" fmla="*/ 238339 h 516802"/>
              <a:gd name="connsiteX132" fmla="*/ 2576886 w 2855736"/>
              <a:gd name="connsiteY132" fmla="*/ 97288 h 516802"/>
              <a:gd name="connsiteX133" fmla="*/ 2196642 w 2855736"/>
              <a:gd name="connsiteY133" fmla="*/ 10456 h 516802"/>
              <a:gd name="connsiteX134" fmla="*/ 2290522 w 2855736"/>
              <a:gd name="connsiteY134" fmla="*/ 10456 h 516802"/>
              <a:gd name="connsiteX135" fmla="*/ 2290522 w 2855736"/>
              <a:gd name="connsiteY135" fmla="*/ 466298 h 516802"/>
              <a:gd name="connsiteX136" fmla="*/ 2196642 w 2855736"/>
              <a:gd name="connsiteY136" fmla="*/ 466298 h 516802"/>
              <a:gd name="connsiteX137" fmla="*/ 986665 w 2855736"/>
              <a:gd name="connsiteY137" fmla="*/ 10456 h 516802"/>
              <a:gd name="connsiteX138" fmla="*/ 1080545 w 2855736"/>
              <a:gd name="connsiteY138" fmla="*/ 10456 h 516802"/>
              <a:gd name="connsiteX139" fmla="*/ 1080545 w 2855736"/>
              <a:gd name="connsiteY139" fmla="*/ 475593 h 516802"/>
              <a:gd name="connsiteX140" fmla="*/ 1065905 w 2855736"/>
              <a:gd name="connsiteY140" fmla="*/ 475593 h 516802"/>
              <a:gd name="connsiteX141" fmla="*/ 986665 w 2855736"/>
              <a:gd name="connsiteY141" fmla="*/ 394107 h 516802"/>
              <a:gd name="connsiteX142" fmla="*/ 476601 w 2855736"/>
              <a:gd name="connsiteY142" fmla="*/ 10456 h 516802"/>
              <a:gd name="connsiteX143" fmla="*/ 480087 w 2855736"/>
              <a:gd name="connsiteY143" fmla="*/ 10456 h 516802"/>
              <a:gd name="connsiteX144" fmla="*/ 569319 w 2855736"/>
              <a:gd name="connsiteY144" fmla="*/ 10456 h 516802"/>
              <a:gd name="connsiteX145" fmla="*/ 572882 w 2855736"/>
              <a:gd name="connsiteY145" fmla="*/ 10456 h 516802"/>
              <a:gd name="connsiteX146" fmla="*/ 572882 w 2855736"/>
              <a:gd name="connsiteY146" fmla="*/ 81330 h 516802"/>
              <a:gd name="connsiteX147" fmla="*/ 572882 w 2855736"/>
              <a:gd name="connsiteY147" fmla="*/ 84893 h 516802"/>
              <a:gd name="connsiteX148" fmla="*/ 569319 w 2855736"/>
              <a:gd name="connsiteY148" fmla="*/ 84893 h 516802"/>
              <a:gd name="connsiteX149" fmla="*/ 480087 w 2855736"/>
              <a:gd name="connsiteY149" fmla="*/ 84893 h 516802"/>
              <a:gd name="connsiteX150" fmla="*/ 476601 w 2855736"/>
              <a:gd name="connsiteY150" fmla="*/ 84893 h 516802"/>
              <a:gd name="connsiteX151" fmla="*/ 476601 w 2855736"/>
              <a:gd name="connsiteY151" fmla="*/ 81330 h 516802"/>
              <a:gd name="connsiteX152" fmla="*/ 58559 w 2855736"/>
              <a:gd name="connsiteY152" fmla="*/ 6331 h 516802"/>
              <a:gd name="connsiteX153" fmla="*/ 82648 w 2855736"/>
              <a:gd name="connsiteY153" fmla="*/ 20990 h 516802"/>
              <a:gd name="connsiteX154" fmla="*/ 326565 w 2855736"/>
              <a:gd name="connsiteY154" fmla="*/ 298911 h 516802"/>
              <a:gd name="connsiteX155" fmla="*/ 326565 w 2855736"/>
              <a:gd name="connsiteY155" fmla="*/ 10456 h 516802"/>
              <a:gd name="connsiteX156" fmla="*/ 421064 w 2855736"/>
              <a:gd name="connsiteY156" fmla="*/ 10456 h 516802"/>
              <a:gd name="connsiteX157" fmla="*/ 421064 w 2855736"/>
              <a:gd name="connsiteY157" fmla="*/ 424781 h 516802"/>
              <a:gd name="connsiteX158" fmla="*/ 390545 w 2855736"/>
              <a:gd name="connsiteY158" fmla="*/ 469397 h 516802"/>
              <a:gd name="connsiteX159" fmla="*/ 373814 w 2855736"/>
              <a:gd name="connsiteY159" fmla="*/ 472495 h 516802"/>
              <a:gd name="connsiteX160" fmla="*/ 338416 w 2855736"/>
              <a:gd name="connsiteY160" fmla="*/ 456461 h 516802"/>
              <a:gd name="connsiteX161" fmla="*/ 94499 w 2855736"/>
              <a:gd name="connsiteY161" fmla="*/ 178541 h 516802"/>
              <a:gd name="connsiteX162" fmla="*/ 94499 w 2855736"/>
              <a:gd name="connsiteY162" fmla="*/ 466298 h 516802"/>
              <a:gd name="connsiteX163" fmla="*/ 0 w 2855736"/>
              <a:gd name="connsiteY163" fmla="*/ 466298 h 516802"/>
              <a:gd name="connsiteX164" fmla="*/ 0 w 2855736"/>
              <a:gd name="connsiteY164" fmla="*/ 52748 h 516802"/>
              <a:gd name="connsiteX165" fmla="*/ 30519 w 2855736"/>
              <a:gd name="connsiteY165" fmla="*/ 8055 h 516802"/>
              <a:gd name="connsiteX166" fmla="*/ 58559 w 2855736"/>
              <a:gd name="connsiteY166" fmla="*/ 6331 h 516802"/>
              <a:gd name="connsiteX167" fmla="*/ 2576886 w 2855736"/>
              <a:gd name="connsiteY167" fmla="*/ 0 h 516802"/>
              <a:gd name="connsiteX168" fmla="*/ 2815303 w 2855736"/>
              <a:gd name="connsiteY168" fmla="*/ 238417 h 516802"/>
              <a:gd name="connsiteX169" fmla="*/ 2775489 w 2855736"/>
              <a:gd name="connsiteY169" fmla="*/ 370096 h 516802"/>
              <a:gd name="connsiteX170" fmla="*/ 2775412 w 2855736"/>
              <a:gd name="connsiteY170" fmla="*/ 370096 h 516802"/>
              <a:gd name="connsiteX171" fmla="*/ 2855736 w 2855736"/>
              <a:gd name="connsiteY171" fmla="*/ 450420 h 516802"/>
              <a:gd name="connsiteX172" fmla="*/ 2789354 w 2855736"/>
              <a:gd name="connsiteY172" fmla="*/ 516802 h 516802"/>
              <a:gd name="connsiteX173" fmla="*/ 2709108 w 2855736"/>
              <a:gd name="connsiteY173" fmla="*/ 436555 h 516802"/>
              <a:gd name="connsiteX174" fmla="*/ 2576886 w 2855736"/>
              <a:gd name="connsiteY174" fmla="*/ 476756 h 516802"/>
              <a:gd name="connsiteX175" fmla="*/ 2338469 w 2855736"/>
              <a:gd name="connsiteY175" fmla="*/ 238417 h 516802"/>
              <a:gd name="connsiteX176" fmla="*/ 2576886 w 2855736"/>
              <a:gd name="connsiteY176" fmla="*/ 0 h 516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</a:cxnLst>
            <a:rect l="l" t="t" r="r" b="b"/>
            <a:pathLst>
              <a:path w="2855736" h="516802">
                <a:moveTo>
                  <a:pt x="1628098" y="189308"/>
                </a:moveTo>
                <a:cubicBezTo>
                  <a:pt x="1616711" y="189308"/>
                  <a:pt x="1606719" y="191089"/>
                  <a:pt x="1598276" y="194730"/>
                </a:cubicBezTo>
                <a:cubicBezTo>
                  <a:pt x="1589833" y="198370"/>
                  <a:pt x="1582630" y="203328"/>
                  <a:pt x="1576820" y="209524"/>
                </a:cubicBezTo>
                <a:cubicBezTo>
                  <a:pt x="1571011" y="215798"/>
                  <a:pt x="1566441" y="223157"/>
                  <a:pt x="1563188" y="231368"/>
                </a:cubicBezTo>
                <a:lnTo>
                  <a:pt x="1563188" y="231290"/>
                </a:lnTo>
                <a:cubicBezTo>
                  <a:pt x="1560399" y="238571"/>
                  <a:pt x="1558618" y="246472"/>
                  <a:pt x="1557921" y="254838"/>
                </a:cubicBezTo>
                <a:lnTo>
                  <a:pt x="1694015" y="254838"/>
                </a:lnTo>
                <a:cubicBezTo>
                  <a:pt x="1693473" y="234621"/>
                  <a:pt x="1688128" y="218587"/>
                  <a:pt x="1678059" y="207201"/>
                </a:cubicBezTo>
                <a:cubicBezTo>
                  <a:pt x="1667524" y="195349"/>
                  <a:pt x="1650716" y="189308"/>
                  <a:pt x="1628098" y="189308"/>
                </a:cubicBezTo>
                <a:close/>
                <a:moveTo>
                  <a:pt x="782717" y="189308"/>
                </a:moveTo>
                <a:cubicBezTo>
                  <a:pt x="771330" y="189308"/>
                  <a:pt x="761338" y="191089"/>
                  <a:pt x="752895" y="194730"/>
                </a:cubicBezTo>
                <a:cubicBezTo>
                  <a:pt x="744452" y="198370"/>
                  <a:pt x="737249" y="203328"/>
                  <a:pt x="731439" y="209524"/>
                </a:cubicBezTo>
                <a:cubicBezTo>
                  <a:pt x="725630" y="215798"/>
                  <a:pt x="721060" y="223157"/>
                  <a:pt x="717807" y="231368"/>
                </a:cubicBezTo>
                <a:lnTo>
                  <a:pt x="717807" y="231290"/>
                </a:lnTo>
                <a:cubicBezTo>
                  <a:pt x="715018" y="238571"/>
                  <a:pt x="713237" y="246472"/>
                  <a:pt x="712539" y="254838"/>
                </a:cubicBezTo>
                <a:lnTo>
                  <a:pt x="848634" y="254838"/>
                </a:lnTo>
                <a:cubicBezTo>
                  <a:pt x="848092" y="234621"/>
                  <a:pt x="842747" y="218587"/>
                  <a:pt x="832677" y="207201"/>
                </a:cubicBezTo>
                <a:cubicBezTo>
                  <a:pt x="822143" y="195349"/>
                  <a:pt x="805335" y="189308"/>
                  <a:pt x="782717" y="189308"/>
                </a:cubicBezTo>
                <a:close/>
                <a:moveTo>
                  <a:pt x="476601" y="124553"/>
                </a:moveTo>
                <a:lnTo>
                  <a:pt x="480087" y="124553"/>
                </a:lnTo>
                <a:lnTo>
                  <a:pt x="569319" y="124553"/>
                </a:lnTo>
                <a:lnTo>
                  <a:pt x="572882" y="124553"/>
                </a:lnTo>
                <a:lnTo>
                  <a:pt x="572882" y="128116"/>
                </a:lnTo>
                <a:lnTo>
                  <a:pt x="572804" y="466299"/>
                </a:lnTo>
                <a:lnTo>
                  <a:pt x="569319" y="466299"/>
                </a:lnTo>
                <a:lnTo>
                  <a:pt x="480087" y="466299"/>
                </a:lnTo>
                <a:lnTo>
                  <a:pt x="476601" y="466299"/>
                </a:lnTo>
                <a:lnTo>
                  <a:pt x="476601" y="127496"/>
                </a:lnTo>
                <a:close/>
                <a:moveTo>
                  <a:pt x="2026544" y="116342"/>
                </a:moveTo>
                <a:cubicBezTo>
                  <a:pt x="2065195" y="116342"/>
                  <a:pt x="2094320" y="126721"/>
                  <a:pt x="2113220" y="147093"/>
                </a:cubicBezTo>
                <a:cubicBezTo>
                  <a:pt x="2132042" y="167465"/>
                  <a:pt x="2141569" y="199687"/>
                  <a:pt x="2141569" y="242832"/>
                </a:cubicBezTo>
                <a:lnTo>
                  <a:pt x="2141569" y="466376"/>
                </a:lnTo>
                <a:lnTo>
                  <a:pt x="2045366" y="466376"/>
                </a:lnTo>
                <a:lnTo>
                  <a:pt x="2045366" y="254992"/>
                </a:lnTo>
                <a:cubicBezTo>
                  <a:pt x="2045366" y="232762"/>
                  <a:pt x="2041183" y="217503"/>
                  <a:pt x="2033050" y="209757"/>
                </a:cubicBezTo>
                <a:cubicBezTo>
                  <a:pt x="2024840" y="201933"/>
                  <a:pt x="2013686" y="197983"/>
                  <a:pt x="1999820" y="197983"/>
                </a:cubicBezTo>
                <a:cubicBezTo>
                  <a:pt x="1988899" y="197983"/>
                  <a:pt x="1979371" y="199610"/>
                  <a:pt x="1971548" y="202786"/>
                </a:cubicBezTo>
                <a:cubicBezTo>
                  <a:pt x="1963647" y="205961"/>
                  <a:pt x="1956211" y="210764"/>
                  <a:pt x="1949472" y="216651"/>
                </a:cubicBezTo>
                <a:cubicBezTo>
                  <a:pt x="1943818" y="222305"/>
                  <a:pt x="1938938" y="229121"/>
                  <a:pt x="1935143" y="237022"/>
                </a:cubicBezTo>
                <a:cubicBezTo>
                  <a:pt x="1931347" y="244768"/>
                  <a:pt x="1929411" y="253366"/>
                  <a:pt x="1929411" y="262583"/>
                </a:cubicBezTo>
                <a:lnTo>
                  <a:pt x="1929411" y="466299"/>
                </a:lnTo>
                <a:lnTo>
                  <a:pt x="1833130" y="466299"/>
                </a:lnTo>
                <a:lnTo>
                  <a:pt x="1833130" y="124630"/>
                </a:lnTo>
                <a:lnTo>
                  <a:pt x="1926855" y="124630"/>
                </a:lnTo>
                <a:lnTo>
                  <a:pt x="1926855" y="165063"/>
                </a:lnTo>
                <a:cubicBezTo>
                  <a:pt x="1938938" y="149494"/>
                  <a:pt x="1952958" y="137798"/>
                  <a:pt x="1968605" y="130052"/>
                </a:cubicBezTo>
                <a:cubicBezTo>
                  <a:pt x="1987040" y="120989"/>
                  <a:pt x="2006559" y="116342"/>
                  <a:pt x="2026544" y="116342"/>
                </a:cubicBezTo>
                <a:close/>
                <a:moveTo>
                  <a:pt x="1272176" y="115490"/>
                </a:moveTo>
                <a:cubicBezTo>
                  <a:pt x="1298667" y="115490"/>
                  <a:pt x="1321285" y="118279"/>
                  <a:pt x="1339410" y="123623"/>
                </a:cubicBezTo>
                <a:cubicBezTo>
                  <a:pt x="1357613" y="129045"/>
                  <a:pt x="1372717" y="136404"/>
                  <a:pt x="1384258" y="145544"/>
                </a:cubicBezTo>
                <a:cubicBezTo>
                  <a:pt x="1389061" y="149339"/>
                  <a:pt x="1393321" y="153445"/>
                  <a:pt x="1397194" y="157860"/>
                </a:cubicBezTo>
                <a:cubicBezTo>
                  <a:pt x="1402693" y="164211"/>
                  <a:pt x="1407263" y="171183"/>
                  <a:pt x="1410749" y="178696"/>
                </a:cubicBezTo>
                <a:cubicBezTo>
                  <a:pt x="1412376" y="182259"/>
                  <a:pt x="1413925" y="185977"/>
                  <a:pt x="1415319" y="189695"/>
                </a:cubicBezTo>
                <a:cubicBezTo>
                  <a:pt x="1415629" y="190547"/>
                  <a:pt x="1415861" y="191322"/>
                  <a:pt x="1416171" y="192174"/>
                </a:cubicBezTo>
                <a:cubicBezTo>
                  <a:pt x="1419347" y="201934"/>
                  <a:pt x="1421516" y="212235"/>
                  <a:pt x="1422755" y="222847"/>
                </a:cubicBezTo>
                <a:cubicBezTo>
                  <a:pt x="1422910" y="224087"/>
                  <a:pt x="1422910" y="225403"/>
                  <a:pt x="1423065" y="226643"/>
                </a:cubicBezTo>
                <a:lnTo>
                  <a:pt x="1335382" y="226643"/>
                </a:lnTo>
                <a:cubicBezTo>
                  <a:pt x="1334762" y="223699"/>
                  <a:pt x="1333988" y="220988"/>
                  <a:pt x="1333058" y="218432"/>
                </a:cubicBezTo>
                <a:cubicBezTo>
                  <a:pt x="1329263" y="208905"/>
                  <a:pt x="1324615" y="203793"/>
                  <a:pt x="1318109" y="198835"/>
                </a:cubicBezTo>
                <a:cubicBezTo>
                  <a:pt x="1309201" y="192096"/>
                  <a:pt x="1294406" y="188688"/>
                  <a:pt x="1274035" y="188688"/>
                </a:cubicBezTo>
                <a:cubicBezTo>
                  <a:pt x="1262494" y="188688"/>
                  <a:pt x="1252734" y="189618"/>
                  <a:pt x="1245220" y="191477"/>
                </a:cubicBezTo>
                <a:cubicBezTo>
                  <a:pt x="1237784" y="193258"/>
                  <a:pt x="1231975" y="195582"/>
                  <a:pt x="1227870" y="198293"/>
                </a:cubicBezTo>
                <a:cubicBezTo>
                  <a:pt x="1223919" y="200927"/>
                  <a:pt x="1221131" y="203870"/>
                  <a:pt x="1219504" y="207123"/>
                </a:cubicBezTo>
                <a:cubicBezTo>
                  <a:pt x="1217878" y="210454"/>
                  <a:pt x="1217025" y="213630"/>
                  <a:pt x="1217025" y="216418"/>
                </a:cubicBezTo>
                <a:cubicBezTo>
                  <a:pt x="1217025" y="225946"/>
                  <a:pt x="1219814" y="232685"/>
                  <a:pt x="1225469" y="236867"/>
                </a:cubicBezTo>
                <a:cubicBezTo>
                  <a:pt x="1231588" y="241437"/>
                  <a:pt x="1244058" y="245388"/>
                  <a:pt x="1262494" y="248641"/>
                </a:cubicBezTo>
                <a:lnTo>
                  <a:pt x="1304553" y="255612"/>
                </a:lnTo>
                <a:cubicBezTo>
                  <a:pt x="1328023" y="259485"/>
                  <a:pt x="1350022" y="264442"/>
                  <a:pt x="1365513" y="270484"/>
                </a:cubicBezTo>
                <a:cubicBezTo>
                  <a:pt x="1381160" y="276526"/>
                  <a:pt x="1393863" y="284194"/>
                  <a:pt x="1403313" y="293179"/>
                </a:cubicBezTo>
                <a:cubicBezTo>
                  <a:pt x="1412840" y="302320"/>
                  <a:pt x="1419579" y="313241"/>
                  <a:pt x="1423375" y="325635"/>
                </a:cubicBezTo>
                <a:lnTo>
                  <a:pt x="1423375" y="325712"/>
                </a:lnTo>
                <a:cubicBezTo>
                  <a:pt x="1427093" y="337950"/>
                  <a:pt x="1428952" y="352203"/>
                  <a:pt x="1428952" y="368159"/>
                </a:cubicBezTo>
                <a:cubicBezTo>
                  <a:pt x="1428952" y="400537"/>
                  <a:pt x="1416481" y="426873"/>
                  <a:pt x="1391927" y="446392"/>
                </a:cubicBezTo>
                <a:cubicBezTo>
                  <a:pt x="1367605" y="465757"/>
                  <a:pt x="1329805" y="475516"/>
                  <a:pt x="1279534" y="475516"/>
                </a:cubicBezTo>
                <a:cubicBezTo>
                  <a:pt x="1259473" y="475516"/>
                  <a:pt x="1240031" y="473657"/>
                  <a:pt x="1221828" y="470017"/>
                </a:cubicBezTo>
                <a:cubicBezTo>
                  <a:pt x="1203470" y="466299"/>
                  <a:pt x="1186739" y="459870"/>
                  <a:pt x="1172255" y="450730"/>
                </a:cubicBezTo>
                <a:cubicBezTo>
                  <a:pt x="1157615" y="441590"/>
                  <a:pt x="1145454" y="429196"/>
                  <a:pt x="1136081" y="413937"/>
                </a:cubicBezTo>
                <a:cubicBezTo>
                  <a:pt x="1127251" y="399607"/>
                  <a:pt x="1121984" y="381559"/>
                  <a:pt x="1120280" y="360336"/>
                </a:cubicBezTo>
                <a:lnTo>
                  <a:pt x="1213230" y="360336"/>
                </a:lnTo>
                <a:cubicBezTo>
                  <a:pt x="1216561" y="375828"/>
                  <a:pt x="1223455" y="386207"/>
                  <a:pt x="1233911" y="391087"/>
                </a:cubicBezTo>
                <a:cubicBezTo>
                  <a:pt x="1246072" y="396819"/>
                  <a:pt x="1261022" y="399685"/>
                  <a:pt x="1278295" y="399685"/>
                </a:cubicBezTo>
                <a:cubicBezTo>
                  <a:pt x="1298744" y="399685"/>
                  <a:pt x="1313539" y="397129"/>
                  <a:pt x="1322059" y="392171"/>
                </a:cubicBezTo>
                <a:cubicBezTo>
                  <a:pt x="1330115" y="387524"/>
                  <a:pt x="1333988" y="380088"/>
                  <a:pt x="1333988" y="369398"/>
                </a:cubicBezTo>
                <a:cubicBezTo>
                  <a:pt x="1333988" y="361808"/>
                  <a:pt x="1331509" y="355224"/>
                  <a:pt x="1326319" y="349492"/>
                </a:cubicBezTo>
                <a:cubicBezTo>
                  <a:pt x="1321207" y="343760"/>
                  <a:pt x="1310828" y="339654"/>
                  <a:pt x="1295568" y="337253"/>
                </a:cubicBezTo>
                <a:lnTo>
                  <a:pt x="1247467" y="329585"/>
                </a:lnTo>
                <a:cubicBezTo>
                  <a:pt x="1206723" y="323156"/>
                  <a:pt x="1175818" y="311847"/>
                  <a:pt x="1155678" y="296045"/>
                </a:cubicBezTo>
                <a:cubicBezTo>
                  <a:pt x="1135152" y="279934"/>
                  <a:pt x="1124695" y="255302"/>
                  <a:pt x="1124695" y="222847"/>
                </a:cubicBezTo>
                <a:cubicBezTo>
                  <a:pt x="1124695" y="206194"/>
                  <a:pt x="1128336" y="191089"/>
                  <a:pt x="1135617" y="177844"/>
                </a:cubicBezTo>
                <a:cubicBezTo>
                  <a:pt x="1142820" y="164676"/>
                  <a:pt x="1153122" y="153367"/>
                  <a:pt x="1166290" y="144150"/>
                </a:cubicBezTo>
                <a:cubicBezTo>
                  <a:pt x="1179303" y="135010"/>
                  <a:pt x="1194950" y="127883"/>
                  <a:pt x="1212920" y="122926"/>
                </a:cubicBezTo>
                <a:cubicBezTo>
                  <a:pt x="1230813" y="117969"/>
                  <a:pt x="1250720" y="115490"/>
                  <a:pt x="1272176" y="115490"/>
                </a:cubicBezTo>
                <a:close/>
                <a:moveTo>
                  <a:pt x="1629957" y="115335"/>
                </a:moveTo>
                <a:cubicBezTo>
                  <a:pt x="1681776" y="115335"/>
                  <a:pt x="1721358" y="130517"/>
                  <a:pt x="1747616" y="160493"/>
                </a:cubicBezTo>
                <a:cubicBezTo>
                  <a:pt x="1773797" y="190315"/>
                  <a:pt x="1787043" y="230980"/>
                  <a:pt x="1787043" y="281328"/>
                </a:cubicBezTo>
                <a:lnTo>
                  <a:pt x="1787043" y="320522"/>
                </a:lnTo>
                <a:lnTo>
                  <a:pt x="1556526" y="320522"/>
                </a:lnTo>
                <a:cubicBezTo>
                  <a:pt x="1557843" y="344612"/>
                  <a:pt x="1564350" y="363744"/>
                  <a:pt x="1575968" y="377454"/>
                </a:cubicBezTo>
                <a:cubicBezTo>
                  <a:pt x="1587974" y="391629"/>
                  <a:pt x="1606332" y="398833"/>
                  <a:pt x="1630654" y="398833"/>
                </a:cubicBezTo>
                <a:cubicBezTo>
                  <a:pt x="1662954" y="398833"/>
                  <a:pt x="1682009" y="386207"/>
                  <a:pt x="1688825" y="360181"/>
                </a:cubicBezTo>
                <a:lnTo>
                  <a:pt x="1688903" y="360181"/>
                </a:lnTo>
                <a:lnTo>
                  <a:pt x="1782937" y="360181"/>
                </a:lnTo>
                <a:cubicBezTo>
                  <a:pt x="1776663" y="397361"/>
                  <a:pt x="1761249" y="426098"/>
                  <a:pt x="1737082" y="445540"/>
                </a:cubicBezTo>
                <a:cubicBezTo>
                  <a:pt x="1712527" y="465292"/>
                  <a:pt x="1676509" y="475284"/>
                  <a:pt x="1630034" y="475284"/>
                </a:cubicBezTo>
                <a:cubicBezTo>
                  <a:pt x="1574032" y="475284"/>
                  <a:pt x="1531197" y="459482"/>
                  <a:pt x="1502848" y="428267"/>
                </a:cubicBezTo>
                <a:cubicBezTo>
                  <a:pt x="1474498" y="397129"/>
                  <a:pt x="1460168" y="352590"/>
                  <a:pt x="1460168" y="295890"/>
                </a:cubicBezTo>
                <a:cubicBezTo>
                  <a:pt x="1460168" y="267618"/>
                  <a:pt x="1464273" y="241979"/>
                  <a:pt x="1472484" y="219826"/>
                </a:cubicBezTo>
                <a:cubicBezTo>
                  <a:pt x="1480695" y="197673"/>
                  <a:pt x="1492391" y="178464"/>
                  <a:pt x="1507340" y="162894"/>
                </a:cubicBezTo>
                <a:cubicBezTo>
                  <a:pt x="1522290" y="147325"/>
                  <a:pt x="1540415" y="135397"/>
                  <a:pt x="1561174" y="127341"/>
                </a:cubicBezTo>
                <a:cubicBezTo>
                  <a:pt x="1581855" y="119363"/>
                  <a:pt x="1605015" y="115335"/>
                  <a:pt x="1629957" y="115335"/>
                </a:cubicBezTo>
                <a:close/>
                <a:moveTo>
                  <a:pt x="784576" y="115335"/>
                </a:moveTo>
                <a:cubicBezTo>
                  <a:pt x="836395" y="115335"/>
                  <a:pt x="875977" y="130517"/>
                  <a:pt x="902235" y="160493"/>
                </a:cubicBezTo>
                <a:cubicBezTo>
                  <a:pt x="928416" y="190315"/>
                  <a:pt x="941661" y="230980"/>
                  <a:pt x="941661" y="281328"/>
                </a:cubicBezTo>
                <a:lnTo>
                  <a:pt x="941661" y="320522"/>
                </a:lnTo>
                <a:lnTo>
                  <a:pt x="711145" y="320522"/>
                </a:lnTo>
                <a:cubicBezTo>
                  <a:pt x="712462" y="344612"/>
                  <a:pt x="718969" y="363744"/>
                  <a:pt x="730587" y="377454"/>
                </a:cubicBezTo>
                <a:cubicBezTo>
                  <a:pt x="742593" y="391629"/>
                  <a:pt x="760951" y="398833"/>
                  <a:pt x="785273" y="398833"/>
                </a:cubicBezTo>
                <a:cubicBezTo>
                  <a:pt x="817573" y="398833"/>
                  <a:pt x="836628" y="386207"/>
                  <a:pt x="843444" y="360181"/>
                </a:cubicBezTo>
                <a:lnTo>
                  <a:pt x="843522" y="360181"/>
                </a:lnTo>
                <a:lnTo>
                  <a:pt x="937556" y="360181"/>
                </a:lnTo>
                <a:cubicBezTo>
                  <a:pt x="931282" y="397361"/>
                  <a:pt x="915868" y="426098"/>
                  <a:pt x="891701" y="445540"/>
                </a:cubicBezTo>
                <a:cubicBezTo>
                  <a:pt x="867146" y="465292"/>
                  <a:pt x="831128" y="475284"/>
                  <a:pt x="784653" y="475284"/>
                </a:cubicBezTo>
                <a:cubicBezTo>
                  <a:pt x="728651" y="475284"/>
                  <a:pt x="685816" y="459482"/>
                  <a:pt x="657467" y="428267"/>
                </a:cubicBezTo>
                <a:cubicBezTo>
                  <a:pt x="629117" y="397129"/>
                  <a:pt x="614787" y="352590"/>
                  <a:pt x="614787" y="295890"/>
                </a:cubicBezTo>
                <a:cubicBezTo>
                  <a:pt x="614787" y="267618"/>
                  <a:pt x="618892" y="241979"/>
                  <a:pt x="627103" y="219826"/>
                </a:cubicBezTo>
                <a:cubicBezTo>
                  <a:pt x="635313" y="197673"/>
                  <a:pt x="647010" y="178464"/>
                  <a:pt x="661959" y="162894"/>
                </a:cubicBezTo>
                <a:cubicBezTo>
                  <a:pt x="676909" y="147325"/>
                  <a:pt x="695034" y="135397"/>
                  <a:pt x="715793" y="127341"/>
                </a:cubicBezTo>
                <a:cubicBezTo>
                  <a:pt x="736474" y="119363"/>
                  <a:pt x="759634" y="115335"/>
                  <a:pt x="784576" y="115335"/>
                </a:cubicBezTo>
                <a:close/>
                <a:moveTo>
                  <a:pt x="2576886" y="97288"/>
                </a:moveTo>
                <a:cubicBezTo>
                  <a:pt x="2499118" y="97288"/>
                  <a:pt x="2435834" y="160571"/>
                  <a:pt x="2435834" y="238339"/>
                </a:cubicBezTo>
                <a:cubicBezTo>
                  <a:pt x="2435834" y="316108"/>
                  <a:pt x="2499118" y="379391"/>
                  <a:pt x="2576886" y="379391"/>
                </a:cubicBezTo>
                <a:cubicBezTo>
                  <a:pt x="2654654" y="379391"/>
                  <a:pt x="2717938" y="316108"/>
                  <a:pt x="2717938" y="238339"/>
                </a:cubicBezTo>
                <a:cubicBezTo>
                  <a:pt x="2717938" y="160571"/>
                  <a:pt x="2654654" y="97288"/>
                  <a:pt x="2576886" y="97288"/>
                </a:cubicBezTo>
                <a:close/>
                <a:moveTo>
                  <a:pt x="2196642" y="10456"/>
                </a:moveTo>
                <a:lnTo>
                  <a:pt x="2290522" y="10456"/>
                </a:lnTo>
                <a:lnTo>
                  <a:pt x="2290522" y="466298"/>
                </a:lnTo>
                <a:lnTo>
                  <a:pt x="2196642" y="466298"/>
                </a:lnTo>
                <a:close/>
                <a:moveTo>
                  <a:pt x="986665" y="10456"/>
                </a:moveTo>
                <a:lnTo>
                  <a:pt x="1080545" y="10456"/>
                </a:lnTo>
                <a:lnTo>
                  <a:pt x="1080545" y="475593"/>
                </a:lnTo>
                <a:lnTo>
                  <a:pt x="1065905" y="475593"/>
                </a:lnTo>
                <a:cubicBezTo>
                  <a:pt x="1022063" y="475129"/>
                  <a:pt x="986665" y="438878"/>
                  <a:pt x="986665" y="394107"/>
                </a:cubicBezTo>
                <a:close/>
                <a:moveTo>
                  <a:pt x="476601" y="10456"/>
                </a:moveTo>
                <a:lnTo>
                  <a:pt x="480087" y="10456"/>
                </a:lnTo>
                <a:lnTo>
                  <a:pt x="569319" y="10456"/>
                </a:lnTo>
                <a:lnTo>
                  <a:pt x="572882" y="10456"/>
                </a:lnTo>
                <a:lnTo>
                  <a:pt x="572882" y="81330"/>
                </a:lnTo>
                <a:lnTo>
                  <a:pt x="572882" y="84893"/>
                </a:lnTo>
                <a:lnTo>
                  <a:pt x="569319" y="84893"/>
                </a:lnTo>
                <a:lnTo>
                  <a:pt x="480087" y="84893"/>
                </a:lnTo>
                <a:lnTo>
                  <a:pt x="476601" y="84893"/>
                </a:lnTo>
                <a:lnTo>
                  <a:pt x="476601" y="81330"/>
                </a:lnTo>
                <a:close/>
                <a:moveTo>
                  <a:pt x="58559" y="6331"/>
                </a:moveTo>
                <a:cubicBezTo>
                  <a:pt x="67660" y="8597"/>
                  <a:pt x="76103" y="13593"/>
                  <a:pt x="82648" y="20990"/>
                </a:cubicBezTo>
                <a:lnTo>
                  <a:pt x="326565" y="298911"/>
                </a:lnTo>
                <a:lnTo>
                  <a:pt x="326565" y="10456"/>
                </a:lnTo>
                <a:lnTo>
                  <a:pt x="421064" y="10456"/>
                </a:lnTo>
                <a:lnTo>
                  <a:pt x="421064" y="424781"/>
                </a:lnTo>
                <a:cubicBezTo>
                  <a:pt x="421064" y="444610"/>
                  <a:pt x="408903" y="462348"/>
                  <a:pt x="390545" y="469397"/>
                </a:cubicBezTo>
                <a:cubicBezTo>
                  <a:pt x="385123" y="471488"/>
                  <a:pt x="379391" y="472495"/>
                  <a:pt x="373814" y="472495"/>
                </a:cubicBezTo>
                <a:cubicBezTo>
                  <a:pt x="360491" y="472495"/>
                  <a:pt x="347556" y="466918"/>
                  <a:pt x="338416" y="456461"/>
                </a:cubicBezTo>
                <a:lnTo>
                  <a:pt x="94499" y="178541"/>
                </a:lnTo>
                <a:lnTo>
                  <a:pt x="94499" y="466298"/>
                </a:lnTo>
                <a:lnTo>
                  <a:pt x="0" y="466298"/>
                </a:lnTo>
                <a:lnTo>
                  <a:pt x="0" y="52748"/>
                </a:lnTo>
                <a:cubicBezTo>
                  <a:pt x="0" y="32841"/>
                  <a:pt x="12161" y="15103"/>
                  <a:pt x="30519" y="8055"/>
                </a:cubicBezTo>
                <a:cubicBezTo>
                  <a:pt x="39698" y="4530"/>
                  <a:pt x="49457" y="4066"/>
                  <a:pt x="58559" y="6331"/>
                </a:cubicBezTo>
                <a:close/>
                <a:moveTo>
                  <a:pt x="2576886" y="0"/>
                </a:moveTo>
                <a:cubicBezTo>
                  <a:pt x="2708333" y="0"/>
                  <a:pt x="2815303" y="106970"/>
                  <a:pt x="2815303" y="238417"/>
                </a:cubicBezTo>
                <a:cubicBezTo>
                  <a:pt x="2815303" y="287061"/>
                  <a:pt x="2800586" y="332296"/>
                  <a:pt x="2775489" y="370096"/>
                </a:cubicBezTo>
                <a:lnTo>
                  <a:pt x="2775412" y="370096"/>
                </a:lnTo>
                <a:lnTo>
                  <a:pt x="2855736" y="450420"/>
                </a:lnTo>
                <a:lnTo>
                  <a:pt x="2789354" y="516802"/>
                </a:lnTo>
                <a:lnTo>
                  <a:pt x="2709108" y="436555"/>
                </a:lnTo>
                <a:cubicBezTo>
                  <a:pt x="2671230" y="461962"/>
                  <a:pt x="2625762" y="476756"/>
                  <a:pt x="2576886" y="476756"/>
                </a:cubicBezTo>
                <a:cubicBezTo>
                  <a:pt x="2445439" y="476756"/>
                  <a:pt x="2338469" y="369864"/>
                  <a:pt x="2338469" y="238417"/>
                </a:cubicBezTo>
                <a:cubicBezTo>
                  <a:pt x="2338469" y="106970"/>
                  <a:pt x="2445439" y="0"/>
                  <a:pt x="2576886" y="0"/>
                </a:cubicBezTo>
                <a:close/>
              </a:path>
            </a:pathLst>
          </a:custGeom>
          <a:solidFill>
            <a:srgbClr val="EF5F17"/>
          </a:solidFill>
          <a:ln w="774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pic>
        <p:nvPicPr>
          <p:cNvPr id="14" name="NielsenIQ GFK lockup" hidden="1">
            <a:extLst>
              <a:ext uri="{FF2B5EF4-FFF2-40B4-BE49-F238E27FC236}">
                <a16:creationId xmlns:a16="http://schemas.microsoft.com/office/drawing/2014/main" id="{B0AB4941-1D7F-2FA5-DDE1-F0C14054C86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86122" y="321743"/>
            <a:ext cx="3377876" cy="753596"/>
          </a:xfrm>
          <a:prstGeom prst="rect">
            <a:avLst/>
          </a:prstGeom>
        </p:spPr>
      </p:pic>
      <p:pic>
        <p:nvPicPr>
          <p:cNvPr id="6" name="NielsenIQ logo+wordmark" descr="A black and orange sign with white text&#10;&#10;AI-generated content may be incorrect." hidden="1">
            <a:extLst>
              <a:ext uri="{FF2B5EF4-FFF2-40B4-BE49-F238E27FC236}">
                <a16:creationId xmlns:a16="http://schemas.microsoft.com/office/drawing/2014/main" id="{2F570518-88B9-9BFD-5325-7841D1BEEB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58" y="305205"/>
            <a:ext cx="2113544" cy="768096"/>
          </a:xfrm>
          <a:prstGeom prst="rect">
            <a:avLst/>
          </a:prstGeom>
        </p:spPr>
      </p:pic>
      <p:pic>
        <p:nvPicPr>
          <p:cNvPr id="16" name="powered by GfK intelligence" hidden="1">
            <a:extLst>
              <a:ext uri="{FF2B5EF4-FFF2-40B4-BE49-F238E27FC236}">
                <a16:creationId xmlns:a16="http://schemas.microsoft.com/office/drawing/2014/main" id="{E5E829BC-6324-3D78-59D0-749BFB7931D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6490" y="491434"/>
            <a:ext cx="2750236" cy="42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5160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atic Light Bkgd">
            <a:extLst>
              <a:ext uri="{FF2B5EF4-FFF2-40B4-BE49-F238E27FC236}">
                <a16:creationId xmlns:a16="http://schemas.microsoft.com/office/drawing/2014/main" id="{D1093FDC-ACBE-C97A-79EC-30B506F351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Base Rule">
            <a:extLst>
              <a:ext uri="{FF2B5EF4-FFF2-40B4-BE49-F238E27FC236}">
                <a16:creationId xmlns:a16="http://schemas.microsoft.com/office/drawing/2014/main" id="{BF009615-489A-5DA8-222F-36CEB46D77B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292100" y="6395755"/>
            <a:ext cx="1160780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B92DD1CF-7FD4-0FD2-8A65-D0E8F92598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3E04DF46-C0DC-4ADC-9A6F-918CC4703A4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pyright Line">
            <a:extLst>
              <a:ext uri="{FF2B5EF4-FFF2-40B4-BE49-F238E27FC236}">
                <a16:creationId xmlns:a16="http://schemas.microsoft.com/office/drawing/2014/main" id="{D18F1FC4-106D-3BF8-BC65-D648A021FC0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167809" y="6526849"/>
            <a:ext cx="2268453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srgbClr val="BBBBBB"/>
                </a:solidFill>
              </a:rPr>
              <a:t>© </a:t>
            </a:r>
            <a:fld id="{92E70860-886D-4303-B2B5-BD1295E1FD39}" type="datetimeyyyy">
              <a:rPr lang="en-US" sz="700" smtClean="0">
                <a:solidFill>
                  <a:srgbClr val="BBBBBB"/>
                </a:solidFill>
              </a:rPr>
              <a:t>2025</a:t>
            </a:fld>
            <a:r>
              <a:rPr lang="en-US" sz="700">
                <a:solidFill>
                  <a:srgbClr val="BBBBBB"/>
                </a:solidFill>
              </a:rPr>
              <a:t> Nielsen Consumer LLC. All Rights Reserved.</a:t>
            </a:r>
          </a:p>
        </p:txBody>
      </p:sp>
      <p:sp>
        <p:nvSpPr>
          <p:cNvPr id="9" name="Confidential disclaimer">
            <a:extLst>
              <a:ext uri="{FF2B5EF4-FFF2-40B4-BE49-F238E27FC236}">
                <a16:creationId xmlns:a16="http://schemas.microsoft.com/office/drawing/2014/main" id="{60EB3927-CDFF-ACD9-F0B3-0FEB504E44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837949" y="6573016"/>
            <a:ext cx="1101264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Confidential and proprietary</a:t>
            </a:r>
          </a:p>
        </p:txBody>
      </p:sp>
      <p:sp>
        <p:nvSpPr>
          <p:cNvPr id="24" name="Footer Placeholder">
            <a:extLst>
              <a:ext uri="{FF2B5EF4-FFF2-40B4-BE49-F238E27FC236}">
                <a16:creationId xmlns:a16="http://schemas.microsoft.com/office/drawing/2014/main" id="{0F37A136-F043-61EC-31AE-F924E1D07F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3" name="Date Placeholder">
            <a:extLst>
              <a:ext uri="{FF2B5EF4-FFF2-40B4-BE49-F238E27FC236}">
                <a16:creationId xmlns:a16="http://schemas.microsoft.com/office/drawing/2014/main" id="{F83B0E1B-C679-1FAD-01A8-07BEC0BB80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811C7246-8A71-F257-DB0D-3E1F23CE69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>
          <a:xfrm>
            <a:off x="292100" y="3945964"/>
            <a:ext cx="7121979" cy="1500187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rgbClr val="555555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9E3A23B-F3DB-B7EF-DCB8-D944C23E6D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292100" y="1219200"/>
            <a:ext cx="7121979" cy="2401887"/>
          </a:xfrm>
        </p:spPr>
        <p:txBody>
          <a:bodyPr anchor="b">
            <a:noAutofit/>
          </a:bodyPr>
          <a:lstStyle>
            <a:lvl1pPr>
              <a:defRPr sz="4400">
                <a:solidFill>
                  <a:srgbClr val="555555"/>
                </a:solidFill>
              </a:defRPr>
            </a:lvl1pPr>
          </a:lstStyle>
          <a:p>
            <a:r>
              <a:rPr lang="en-US"/>
              <a:t>Insert your section header title here maximum of three lines</a:t>
            </a:r>
            <a:endParaRPr lang="en-GB"/>
          </a:p>
        </p:txBody>
      </p:sp>
      <p:pic>
        <p:nvPicPr>
          <p:cNvPr id="6" name="NIQ Logo (Orange)" hidden="1">
            <a:extLst>
              <a:ext uri="{FF2B5EF4-FFF2-40B4-BE49-F238E27FC236}">
                <a16:creationId xmlns:a16="http://schemas.microsoft.com/office/drawing/2014/main" id="{CCA56F96-3CB2-6C1B-81C1-2821787CBC6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100" y="6495101"/>
            <a:ext cx="645459" cy="274320"/>
          </a:xfrm>
          <a:prstGeom prst="rect">
            <a:avLst/>
          </a:prstGeom>
        </p:spPr>
      </p:pic>
      <p:pic>
        <p:nvPicPr>
          <p:cNvPr id="5" name="NIQ Logo">
            <a:extLst>
              <a:ext uri="{FF2B5EF4-FFF2-40B4-BE49-F238E27FC236}">
                <a16:creationId xmlns:a16="http://schemas.microsoft.com/office/drawing/2014/main" id="{3FE5C232-E7B5-5DDF-A7C7-8FF7A557AEE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100" y="6495101"/>
            <a:ext cx="645459" cy="274320"/>
          </a:xfrm>
          <a:prstGeom prst="rect">
            <a:avLst/>
          </a:prstGeom>
        </p:spPr>
      </p:pic>
      <p:pic>
        <p:nvPicPr>
          <p:cNvPr id="12" name="NIQ GFK Lockup" hidden="1">
            <a:extLst>
              <a:ext uri="{FF2B5EF4-FFF2-40B4-BE49-F238E27FC236}">
                <a16:creationId xmlns:a16="http://schemas.microsoft.com/office/drawing/2014/main" id="{FAC81FDA-7C1B-4183-EDA8-EA2A54B2059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100" y="6489301"/>
            <a:ext cx="751570" cy="273007"/>
          </a:xfrm>
          <a:prstGeom prst="rect">
            <a:avLst/>
          </a:prstGeom>
        </p:spPr>
      </p:pic>
      <p:pic>
        <p:nvPicPr>
          <p:cNvPr id="15" name="NielsenIQ logo+wordmark (Orange)" descr="A black and orange sign with white text&#10;&#10;AI-generated content may be incorrect." hidden="1">
            <a:extLst>
              <a:ext uri="{FF2B5EF4-FFF2-40B4-BE49-F238E27FC236}">
                <a16:creationId xmlns:a16="http://schemas.microsoft.com/office/drawing/2014/main" id="{7D90D72A-46F7-DF17-7B65-6ED5A6EE1D0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30" y="6490427"/>
            <a:ext cx="754837" cy="274320"/>
          </a:xfrm>
          <a:prstGeom prst="rect">
            <a:avLst/>
          </a:prstGeom>
        </p:spPr>
      </p:pic>
      <p:pic>
        <p:nvPicPr>
          <p:cNvPr id="26" name="NielsenIQ logo+wordmark" descr="A blue text on a black background&#10;&#10;Description automatically generated" hidden="1">
            <a:extLst>
              <a:ext uri="{FF2B5EF4-FFF2-40B4-BE49-F238E27FC236}">
                <a16:creationId xmlns:a16="http://schemas.microsoft.com/office/drawing/2014/main" id="{B813BB00-9632-73B0-6654-E6FB69F66A0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30" y="6495154"/>
            <a:ext cx="781433" cy="269593"/>
          </a:xfrm>
          <a:prstGeom prst="rect">
            <a:avLst/>
          </a:prstGeom>
        </p:spPr>
      </p:pic>
      <p:pic>
        <p:nvPicPr>
          <p:cNvPr id="16" name="powered by GfK intelligence" descr="A close-up of a logo&#10;&#10;Description automatically generated" hidden="1">
            <a:extLst>
              <a:ext uri="{FF2B5EF4-FFF2-40B4-BE49-F238E27FC236}">
                <a16:creationId xmlns:a16="http://schemas.microsoft.com/office/drawing/2014/main" id="{AA1C6387-832E-0236-F06F-51D839D904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654" y="6511173"/>
            <a:ext cx="1485425" cy="22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5942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atic Blue Bkgd">
            <a:extLst>
              <a:ext uri="{FF2B5EF4-FFF2-40B4-BE49-F238E27FC236}">
                <a16:creationId xmlns:a16="http://schemas.microsoft.com/office/drawing/2014/main" id="{D1093FDC-ACBE-C97A-79EC-30B506F351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6D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Base Rule">
            <a:extLst>
              <a:ext uri="{FF2B5EF4-FFF2-40B4-BE49-F238E27FC236}">
                <a16:creationId xmlns:a16="http://schemas.microsoft.com/office/drawing/2014/main" id="{BF009615-489A-5DA8-222F-36CEB46D77B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292100" y="6395755"/>
            <a:ext cx="11607801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4E97C96-6264-45A7-BD31-3F850D5B40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E04DF46-C0DC-4ADC-9A6F-918CC4703A4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pyright Line">
            <a:extLst>
              <a:ext uri="{FF2B5EF4-FFF2-40B4-BE49-F238E27FC236}">
                <a16:creationId xmlns:a16="http://schemas.microsoft.com/office/drawing/2014/main" id="{D18F1FC4-106D-3BF8-BC65-D648A021FC0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167809" y="6526849"/>
            <a:ext cx="2268453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srgbClr val="BBBBBB"/>
                </a:solidFill>
              </a:rPr>
              <a:t>© </a:t>
            </a:r>
            <a:fld id="{92E70860-886D-4303-B2B5-BD1295E1FD39}" type="datetimeyyyy">
              <a:rPr lang="en-US" sz="700" smtClean="0">
                <a:solidFill>
                  <a:srgbClr val="BBBBBB"/>
                </a:solidFill>
              </a:rPr>
              <a:t>2025</a:t>
            </a:fld>
            <a:r>
              <a:rPr lang="en-US" sz="700">
                <a:solidFill>
                  <a:srgbClr val="BBBBBB"/>
                </a:solidFill>
              </a:rPr>
              <a:t> Nielsen Consumer LLC. All Rights Reserved.</a:t>
            </a:r>
          </a:p>
        </p:txBody>
      </p:sp>
      <p:sp>
        <p:nvSpPr>
          <p:cNvPr id="11" name="Confidential disclaimer">
            <a:extLst>
              <a:ext uri="{FF2B5EF4-FFF2-40B4-BE49-F238E27FC236}">
                <a16:creationId xmlns:a16="http://schemas.microsoft.com/office/drawing/2014/main" id="{6DA018A3-AFD9-D355-AE28-82676195255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837949" y="6573016"/>
            <a:ext cx="1101264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Confidential and proprietary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E3F8F0F-7B47-2BB9-7F93-A25C99023E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51D28747-A5DD-1E44-1383-00C1095A0E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811C7246-8A71-F257-DB0D-3E1F23CE69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>
          <a:xfrm>
            <a:off x="292100" y="3945964"/>
            <a:ext cx="7121979" cy="1500187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9E3A23B-F3DB-B7EF-DCB8-D944C23E6D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292100" y="1219200"/>
            <a:ext cx="7121979" cy="2401887"/>
          </a:xfrm>
        </p:spPr>
        <p:txBody>
          <a:bodyPr anchor="b">
            <a:no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/>
              <a:t>Insert your section header title here maximum of three lines</a:t>
            </a:r>
            <a:endParaRPr lang="en-GB"/>
          </a:p>
        </p:txBody>
      </p:sp>
      <p:pic>
        <p:nvPicPr>
          <p:cNvPr id="22" name="NIQ Logo">
            <a:extLst>
              <a:ext uri="{FF2B5EF4-FFF2-40B4-BE49-F238E27FC236}">
                <a16:creationId xmlns:a16="http://schemas.microsoft.com/office/drawing/2014/main" id="{C3AC3518-07F7-E20B-4D4C-9D6C3D04377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100" y="6495101"/>
            <a:ext cx="645459" cy="274320"/>
          </a:xfrm>
          <a:prstGeom prst="rect">
            <a:avLst/>
          </a:prstGeom>
        </p:spPr>
      </p:pic>
      <p:pic>
        <p:nvPicPr>
          <p:cNvPr id="14" name="NIQ GFK Lockup" hidden="1">
            <a:extLst>
              <a:ext uri="{FF2B5EF4-FFF2-40B4-BE49-F238E27FC236}">
                <a16:creationId xmlns:a16="http://schemas.microsoft.com/office/drawing/2014/main" id="{EAEBAA35-FD7E-BA1F-342A-81B244F88CF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4"/>
          <a:srcRect l="23" r="23"/>
          <a:stretch/>
        </p:blipFill>
        <p:spPr>
          <a:xfrm>
            <a:off x="292100" y="6489302"/>
            <a:ext cx="751570" cy="273006"/>
          </a:xfrm>
          <a:prstGeom prst="rect">
            <a:avLst/>
          </a:prstGeom>
        </p:spPr>
      </p:pic>
      <p:pic>
        <p:nvPicPr>
          <p:cNvPr id="25" name="NielsenIQ logo+wordmark" hidden="1">
            <a:extLst>
              <a:ext uri="{FF2B5EF4-FFF2-40B4-BE49-F238E27FC236}">
                <a16:creationId xmlns:a16="http://schemas.microsoft.com/office/drawing/2014/main" id="{598FBCD8-A3EE-4A06-6724-A1F5D702756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0132" y="6495154"/>
            <a:ext cx="781428" cy="269593"/>
          </a:xfrm>
          <a:prstGeom prst="rect">
            <a:avLst/>
          </a:prstGeom>
        </p:spPr>
      </p:pic>
      <p:pic>
        <p:nvPicPr>
          <p:cNvPr id="12" name="powered by GfK intelligence" hidden="1">
            <a:extLst>
              <a:ext uri="{FF2B5EF4-FFF2-40B4-BE49-F238E27FC236}">
                <a16:creationId xmlns:a16="http://schemas.microsoft.com/office/drawing/2014/main" id="{10179EBD-3369-9943-A581-A3F0F42E42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249387" y="6511173"/>
            <a:ext cx="1494692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3756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atic Dark Bkgd">
            <a:extLst>
              <a:ext uri="{FF2B5EF4-FFF2-40B4-BE49-F238E27FC236}">
                <a16:creationId xmlns:a16="http://schemas.microsoft.com/office/drawing/2014/main" id="{D1093FDC-ACBE-C97A-79EC-30B506F351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A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Base Rule">
            <a:extLst>
              <a:ext uri="{FF2B5EF4-FFF2-40B4-BE49-F238E27FC236}">
                <a16:creationId xmlns:a16="http://schemas.microsoft.com/office/drawing/2014/main" id="{BF009615-489A-5DA8-222F-36CEB46D77B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292100" y="6395755"/>
            <a:ext cx="11607801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4E97C96-6264-45A7-BD31-3F850D5B40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E04DF46-C0DC-4ADC-9A6F-918CC4703A4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pyright Line">
            <a:extLst>
              <a:ext uri="{FF2B5EF4-FFF2-40B4-BE49-F238E27FC236}">
                <a16:creationId xmlns:a16="http://schemas.microsoft.com/office/drawing/2014/main" id="{D18F1FC4-106D-3BF8-BC65-D648A021FC0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167809" y="6526849"/>
            <a:ext cx="2268453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srgbClr val="BBBBBB"/>
                </a:solidFill>
              </a:rPr>
              <a:t>© </a:t>
            </a:r>
            <a:fld id="{92E70860-886D-4303-B2B5-BD1295E1FD39}" type="datetimeyyyy">
              <a:rPr lang="en-US" sz="700" smtClean="0">
                <a:solidFill>
                  <a:srgbClr val="BBBBBB"/>
                </a:solidFill>
              </a:rPr>
              <a:t>2025</a:t>
            </a:fld>
            <a:r>
              <a:rPr lang="en-US" sz="700">
                <a:solidFill>
                  <a:srgbClr val="BBBBBB"/>
                </a:solidFill>
              </a:rPr>
              <a:t> Nielsen Consumer LLC. All Rights Reserved.</a:t>
            </a:r>
          </a:p>
        </p:txBody>
      </p:sp>
      <p:sp>
        <p:nvSpPr>
          <p:cNvPr id="11" name="Confidential disclaimer">
            <a:extLst>
              <a:ext uri="{FF2B5EF4-FFF2-40B4-BE49-F238E27FC236}">
                <a16:creationId xmlns:a16="http://schemas.microsoft.com/office/drawing/2014/main" id="{E92240A2-16A2-92E0-CB79-8A8DDCBFE3B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837949" y="6573016"/>
            <a:ext cx="1101264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Confidential and proprietary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E3F8F0F-7B47-2BB9-7F93-A25C99023E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solidFill>
            <a:schemeClr val="tx2"/>
          </a:solidFill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51D28747-A5DD-1E44-1383-00C1095A0E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811C7246-8A71-F257-DB0D-3E1F23CE69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>
          <a:xfrm>
            <a:off x="292100" y="3945964"/>
            <a:ext cx="7121979" cy="1500187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9E3A23B-F3DB-B7EF-DCB8-D944C23E6D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292100" y="1219200"/>
            <a:ext cx="7121979" cy="2401887"/>
          </a:xfrm>
        </p:spPr>
        <p:txBody>
          <a:bodyPr anchor="b">
            <a:no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/>
              <a:t>Insert your section header title here maximum of three lines</a:t>
            </a:r>
            <a:endParaRPr lang="en-GB"/>
          </a:p>
        </p:txBody>
      </p:sp>
      <p:pic>
        <p:nvPicPr>
          <p:cNvPr id="18" name="NIQ Logo">
            <a:extLst>
              <a:ext uri="{FF2B5EF4-FFF2-40B4-BE49-F238E27FC236}">
                <a16:creationId xmlns:a16="http://schemas.microsoft.com/office/drawing/2014/main" id="{E019B0D4-AEB3-E8DD-C75D-9E8C8743679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100" y="6495101"/>
            <a:ext cx="645459" cy="274320"/>
          </a:xfrm>
          <a:prstGeom prst="rect">
            <a:avLst/>
          </a:prstGeom>
        </p:spPr>
      </p:pic>
      <p:pic>
        <p:nvPicPr>
          <p:cNvPr id="15" name="NIQ GFK Lockup" hidden="1">
            <a:extLst>
              <a:ext uri="{FF2B5EF4-FFF2-40B4-BE49-F238E27FC236}">
                <a16:creationId xmlns:a16="http://schemas.microsoft.com/office/drawing/2014/main" id="{BD53ECB3-312B-E544-EDBA-1F139372B01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4"/>
          <a:srcRect l="23" r="23"/>
          <a:stretch/>
        </p:blipFill>
        <p:spPr>
          <a:xfrm>
            <a:off x="292100" y="6489302"/>
            <a:ext cx="751570" cy="273006"/>
          </a:xfrm>
          <a:prstGeom prst="rect">
            <a:avLst/>
          </a:prstGeom>
        </p:spPr>
      </p:pic>
      <p:pic>
        <p:nvPicPr>
          <p:cNvPr id="16" name="NielsenIQ logo+wordmark" descr="A black and orange sign with white text&#10;&#10;Description automatically generated" hidden="1">
            <a:extLst>
              <a:ext uri="{FF2B5EF4-FFF2-40B4-BE49-F238E27FC236}">
                <a16:creationId xmlns:a16="http://schemas.microsoft.com/office/drawing/2014/main" id="{993BA67C-9476-9769-40F1-1B6DBCE021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4" b="2534"/>
          <a:stretch/>
        </p:blipFill>
        <p:spPr>
          <a:xfrm>
            <a:off x="290131" y="6495153"/>
            <a:ext cx="745714" cy="269591"/>
          </a:xfrm>
          <a:prstGeom prst="rect">
            <a:avLst/>
          </a:prstGeom>
        </p:spPr>
      </p:pic>
      <p:pic>
        <p:nvPicPr>
          <p:cNvPr id="13" name="powered by GfK intelligence" hidden="1">
            <a:extLst>
              <a:ext uri="{FF2B5EF4-FFF2-40B4-BE49-F238E27FC236}">
                <a16:creationId xmlns:a16="http://schemas.microsoft.com/office/drawing/2014/main" id="{6D3DAB00-1B1C-DA78-8BA9-5A15DB1B3B7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249387" y="6511173"/>
            <a:ext cx="1494692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0491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Sideba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atic Light Bkgd">
            <a:extLst>
              <a:ext uri="{FF2B5EF4-FFF2-40B4-BE49-F238E27FC236}">
                <a16:creationId xmlns:a16="http://schemas.microsoft.com/office/drawing/2014/main" id="{D1093FDC-ACBE-C97A-79EC-30B506F351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Block Bkgd">
            <a:extLst>
              <a:ext uri="{FF2B5EF4-FFF2-40B4-BE49-F238E27FC236}">
                <a16:creationId xmlns:a16="http://schemas.microsoft.com/office/drawing/2014/main" id="{61051253-1566-C6AD-277E-C41693FE3B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400291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err="1"/>
          </a:p>
        </p:txBody>
      </p:sp>
      <p:cxnSp>
        <p:nvCxnSpPr>
          <p:cNvPr id="16" name="Base Rule">
            <a:extLst>
              <a:ext uri="{FF2B5EF4-FFF2-40B4-BE49-F238E27FC236}">
                <a16:creationId xmlns:a16="http://schemas.microsoft.com/office/drawing/2014/main" id="{A76E5B64-AFD0-1002-8187-608F612A25A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4237038" y="6395755"/>
            <a:ext cx="7662863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">
            <a:extLst>
              <a:ext uri="{FF2B5EF4-FFF2-40B4-BE49-F238E27FC236}">
                <a16:creationId xmlns:a16="http://schemas.microsoft.com/office/drawing/2014/main" id="{6FB508FF-12E5-30CD-260F-1D79AD3236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11495577" y="6485399"/>
            <a:ext cx="404321" cy="282957"/>
          </a:xfrm>
        </p:spPr>
        <p:txBody>
          <a:bodyPr/>
          <a:lstStyle/>
          <a:p>
            <a:fld id="{3E04DF46-C0DC-4ADC-9A6F-918CC4703A4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Copyright Line">
            <a:extLst>
              <a:ext uri="{FF2B5EF4-FFF2-40B4-BE49-F238E27FC236}">
                <a16:creationId xmlns:a16="http://schemas.microsoft.com/office/drawing/2014/main" id="{148E64DD-C38D-F907-E20C-F3A4311DD32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167809" y="6526850"/>
            <a:ext cx="2268453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schemeClr val="tx1">
                    <a:lumMod val="40000"/>
                    <a:lumOff val="60000"/>
                  </a:schemeClr>
                </a:solidFill>
              </a:rPr>
              <a:t>© </a:t>
            </a:r>
            <a:fld id="{92E70860-886D-4303-B2B5-BD1295E1FD39}" type="datetimeyyyy">
              <a:rPr lang="en-US" sz="700" smtClean="0">
                <a:solidFill>
                  <a:schemeClr val="tx1">
                    <a:lumMod val="40000"/>
                    <a:lumOff val="60000"/>
                  </a:schemeClr>
                </a:solidFill>
              </a:rPr>
              <a:t>2025</a:t>
            </a:fld>
            <a:r>
              <a:rPr lang="en-US" sz="700">
                <a:solidFill>
                  <a:schemeClr val="tx1">
                    <a:lumMod val="40000"/>
                    <a:lumOff val="60000"/>
                  </a:schemeClr>
                </a:solidFill>
              </a:rPr>
              <a:t> Nielsen Consumer LLC. All Rights Reserved.</a:t>
            </a:r>
          </a:p>
        </p:txBody>
      </p:sp>
      <p:sp>
        <p:nvSpPr>
          <p:cNvPr id="14" name="Confidential disclaimer">
            <a:extLst>
              <a:ext uri="{FF2B5EF4-FFF2-40B4-BE49-F238E27FC236}">
                <a16:creationId xmlns:a16="http://schemas.microsoft.com/office/drawing/2014/main" id="{8190ED14-46E2-2B63-6E09-DC52ACE59C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837949" y="6573016"/>
            <a:ext cx="1101264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Confidential and proprietary</a:t>
            </a:r>
          </a:p>
        </p:txBody>
      </p:sp>
      <p:sp>
        <p:nvSpPr>
          <p:cNvPr id="26" name="Footer Placeholder">
            <a:extLst>
              <a:ext uri="{FF2B5EF4-FFF2-40B4-BE49-F238E27FC236}">
                <a16:creationId xmlns:a16="http://schemas.microsoft.com/office/drawing/2014/main" id="{E183FCE9-1380-C908-3210-D1CC81C316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4237038" y="6485399"/>
            <a:ext cx="3056524" cy="282957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ource Placeholder">
            <a:extLst>
              <a:ext uri="{FF2B5EF4-FFF2-40B4-BE49-F238E27FC236}">
                <a16:creationId xmlns:a16="http://schemas.microsoft.com/office/drawing/2014/main" id="{77FED749-9C39-81DD-7428-E91EAF740A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237036" y="6108700"/>
            <a:ext cx="7662864" cy="194127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lang="en-GB" sz="800" dirty="0">
                <a:solidFill>
                  <a:srgbClr val="B3B3B3"/>
                </a:solidFill>
              </a:defRPr>
            </a:lvl1pPr>
          </a:lstStyle>
          <a:p>
            <a:pPr marL="171450" lvl="0" indent="-171450">
              <a:spcBef>
                <a:spcPts val="0"/>
              </a:spcBef>
              <a:spcAft>
                <a:spcPts val="0"/>
              </a:spcAft>
            </a:pPr>
            <a:r>
              <a:rPr lang="en-GB"/>
              <a:t>Source, footnote</a:t>
            </a:r>
          </a:p>
        </p:txBody>
      </p:sp>
      <p:sp>
        <p:nvSpPr>
          <p:cNvPr id="13" name="Content Placeholder">
            <a:extLst>
              <a:ext uri="{FF2B5EF4-FFF2-40B4-BE49-F238E27FC236}">
                <a16:creationId xmlns:a16="http://schemas.microsoft.com/office/drawing/2014/main" id="{4EA26CDB-5FFD-8E65-BB9F-B583607F09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5"/>
          </p:nvPr>
        </p:nvSpPr>
        <p:spPr>
          <a:xfrm>
            <a:off x="4237038" y="1219200"/>
            <a:ext cx="7662862" cy="4457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811C7246-8A71-F257-DB0D-3E1F23CE69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 hasCustomPrompt="1"/>
          </p:nvPr>
        </p:nvSpPr>
        <p:spPr>
          <a:xfrm>
            <a:off x="292100" y="3945964"/>
            <a:ext cx="3409043" cy="1500187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section subtitle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9E3A23B-F3DB-B7EF-DCB8-D944C23E6D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292100" y="1219200"/>
            <a:ext cx="3409043" cy="2401887"/>
          </a:xfrm>
        </p:spPr>
        <p:txBody>
          <a:bodyPr anchor="b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header</a:t>
            </a:r>
            <a:endParaRPr lang="en-GB"/>
          </a:p>
        </p:txBody>
      </p:sp>
      <p:pic>
        <p:nvPicPr>
          <p:cNvPr id="17" name="NIQ Logo (Orange)" hidden="1">
            <a:extLst>
              <a:ext uri="{FF2B5EF4-FFF2-40B4-BE49-F238E27FC236}">
                <a16:creationId xmlns:a16="http://schemas.microsoft.com/office/drawing/2014/main" id="{CBFBE2F8-BDF3-5E45-2591-CEB8B00E304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100" y="6495101"/>
            <a:ext cx="645459" cy="274320"/>
          </a:xfrm>
          <a:prstGeom prst="rect">
            <a:avLst/>
          </a:prstGeom>
        </p:spPr>
      </p:pic>
      <p:pic>
        <p:nvPicPr>
          <p:cNvPr id="6" name="NIQ Logo">
            <a:extLst>
              <a:ext uri="{FF2B5EF4-FFF2-40B4-BE49-F238E27FC236}">
                <a16:creationId xmlns:a16="http://schemas.microsoft.com/office/drawing/2014/main" id="{A9B1FD76-BF8D-8EEE-6EC7-E0AC284E58C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100" y="6495101"/>
            <a:ext cx="645459" cy="274320"/>
          </a:xfrm>
          <a:prstGeom prst="rect">
            <a:avLst/>
          </a:prstGeom>
        </p:spPr>
      </p:pic>
      <p:pic>
        <p:nvPicPr>
          <p:cNvPr id="19" name="NIQ GFK Lockup" hidden="1">
            <a:extLst>
              <a:ext uri="{FF2B5EF4-FFF2-40B4-BE49-F238E27FC236}">
                <a16:creationId xmlns:a16="http://schemas.microsoft.com/office/drawing/2014/main" id="{27F3C627-A2E6-D395-CB54-3FF2ADF4168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100" y="6489301"/>
            <a:ext cx="751570" cy="273007"/>
          </a:xfrm>
          <a:prstGeom prst="rect">
            <a:avLst/>
          </a:prstGeom>
        </p:spPr>
      </p:pic>
      <p:pic>
        <p:nvPicPr>
          <p:cNvPr id="9" name="NielsenIQ logo+wordmark (Orange)" descr="A black and orange sign with white text&#10;&#10;AI-generated content may be incorrect." hidden="1">
            <a:extLst>
              <a:ext uri="{FF2B5EF4-FFF2-40B4-BE49-F238E27FC236}">
                <a16:creationId xmlns:a16="http://schemas.microsoft.com/office/drawing/2014/main" id="{46A2C6AF-D39D-3D0C-E242-E2D1E7F76DC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30" y="6490427"/>
            <a:ext cx="754837" cy="274320"/>
          </a:xfrm>
          <a:prstGeom prst="rect">
            <a:avLst/>
          </a:prstGeom>
        </p:spPr>
      </p:pic>
      <p:pic>
        <p:nvPicPr>
          <p:cNvPr id="5" name="NielsenIQ logo+wordmark" descr="A blue text on a black background&#10;&#10;Description automatically generated" hidden="1">
            <a:extLst>
              <a:ext uri="{FF2B5EF4-FFF2-40B4-BE49-F238E27FC236}">
                <a16:creationId xmlns:a16="http://schemas.microsoft.com/office/drawing/2014/main" id="{E5214B10-6ABB-0EB3-4E33-9E9E477DD15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30" y="6495154"/>
            <a:ext cx="781433" cy="269593"/>
          </a:xfrm>
          <a:prstGeom prst="rect">
            <a:avLst/>
          </a:prstGeom>
        </p:spPr>
      </p:pic>
      <p:pic>
        <p:nvPicPr>
          <p:cNvPr id="12" name="powered by GfK intelligence" descr="A close-up of a logo&#10;&#10;Description automatically generated" hidden="1">
            <a:extLst>
              <a:ext uri="{FF2B5EF4-FFF2-40B4-BE49-F238E27FC236}">
                <a16:creationId xmlns:a16="http://schemas.microsoft.com/office/drawing/2014/main" id="{DE959B8F-5D31-45C1-F214-33FBE6EA230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654" y="6511173"/>
            <a:ext cx="1485425" cy="22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2658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Blue Sideba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atic Light Bkgd">
            <a:extLst>
              <a:ext uri="{FF2B5EF4-FFF2-40B4-BE49-F238E27FC236}">
                <a16:creationId xmlns:a16="http://schemas.microsoft.com/office/drawing/2014/main" id="{D1093FDC-ACBE-C97A-79EC-30B506F351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Block Bkgd">
            <a:extLst>
              <a:ext uri="{FF2B5EF4-FFF2-40B4-BE49-F238E27FC236}">
                <a16:creationId xmlns:a16="http://schemas.microsoft.com/office/drawing/2014/main" id="{61051253-1566-C6AD-277E-C41693FE3B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400291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err="1"/>
          </a:p>
        </p:txBody>
      </p:sp>
      <p:cxnSp>
        <p:nvCxnSpPr>
          <p:cNvPr id="16" name="Base Rule">
            <a:extLst>
              <a:ext uri="{FF2B5EF4-FFF2-40B4-BE49-F238E27FC236}">
                <a16:creationId xmlns:a16="http://schemas.microsoft.com/office/drawing/2014/main" id="{A76E5B64-AFD0-1002-8187-608F612A25A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4237038" y="6395755"/>
            <a:ext cx="7662863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">
            <a:extLst>
              <a:ext uri="{FF2B5EF4-FFF2-40B4-BE49-F238E27FC236}">
                <a16:creationId xmlns:a16="http://schemas.microsoft.com/office/drawing/2014/main" id="{6FB508FF-12E5-30CD-260F-1D79AD3236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3E04DF46-C0DC-4ADC-9A6F-918CC4703A4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Copyright Line">
            <a:extLst>
              <a:ext uri="{FF2B5EF4-FFF2-40B4-BE49-F238E27FC236}">
                <a16:creationId xmlns:a16="http://schemas.microsoft.com/office/drawing/2014/main" id="{785C4202-84F8-8C2C-1D92-57E97078C48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167809" y="6526850"/>
            <a:ext cx="2268453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schemeClr val="tx1">
                    <a:lumMod val="40000"/>
                    <a:lumOff val="60000"/>
                  </a:schemeClr>
                </a:solidFill>
              </a:rPr>
              <a:t>© </a:t>
            </a:r>
            <a:fld id="{92E70860-886D-4303-B2B5-BD1295E1FD39}" type="datetimeyyyy">
              <a:rPr lang="en-US" sz="700" smtClean="0">
                <a:solidFill>
                  <a:schemeClr val="tx1">
                    <a:lumMod val="40000"/>
                    <a:lumOff val="60000"/>
                  </a:schemeClr>
                </a:solidFill>
              </a:rPr>
              <a:t>2025</a:t>
            </a:fld>
            <a:r>
              <a:rPr lang="en-US" sz="700">
                <a:solidFill>
                  <a:schemeClr val="tx1">
                    <a:lumMod val="40000"/>
                    <a:lumOff val="60000"/>
                  </a:schemeClr>
                </a:solidFill>
              </a:rPr>
              <a:t> Nielsen Consumer LLC. All Rights Reserved.</a:t>
            </a:r>
          </a:p>
        </p:txBody>
      </p:sp>
      <p:sp>
        <p:nvSpPr>
          <p:cNvPr id="13" name="Confidential disclaimer">
            <a:extLst>
              <a:ext uri="{FF2B5EF4-FFF2-40B4-BE49-F238E27FC236}">
                <a16:creationId xmlns:a16="http://schemas.microsoft.com/office/drawing/2014/main" id="{E096164C-17A9-3CC9-A52F-D0B4EEA62BD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837949" y="6573016"/>
            <a:ext cx="1101264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Confidential and proprietary</a:t>
            </a:r>
          </a:p>
        </p:txBody>
      </p:sp>
      <p:sp>
        <p:nvSpPr>
          <p:cNvPr id="26" name="Footer Placeholder">
            <a:extLst>
              <a:ext uri="{FF2B5EF4-FFF2-40B4-BE49-F238E27FC236}">
                <a16:creationId xmlns:a16="http://schemas.microsoft.com/office/drawing/2014/main" id="{E183FCE9-1380-C908-3210-D1CC81C316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4237038" y="6485399"/>
            <a:ext cx="3056523" cy="282957"/>
          </a:xfrm>
        </p:spPr>
        <p:txBody>
          <a:bodyPr/>
          <a:lstStyle/>
          <a:p>
            <a:endParaRPr lang="en-GB"/>
          </a:p>
        </p:txBody>
      </p:sp>
      <p:sp>
        <p:nvSpPr>
          <p:cNvPr id="4" name="Source Placeholder">
            <a:extLst>
              <a:ext uri="{FF2B5EF4-FFF2-40B4-BE49-F238E27FC236}">
                <a16:creationId xmlns:a16="http://schemas.microsoft.com/office/drawing/2014/main" id="{7336FA02-79CA-726F-511F-D79250B876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237036" y="6108700"/>
            <a:ext cx="7662864" cy="194127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lang="en-GB" sz="800" dirty="0">
                <a:solidFill>
                  <a:srgbClr val="B3B3B3"/>
                </a:solidFill>
              </a:defRPr>
            </a:lvl1pPr>
          </a:lstStyle>
          <a:p>
            <a:pPr marL="171450" lvl="0" indent="-171450">
              <a:spcBef>
                <a:spcPts val="0"/>
              </a:spcBef>
              <a:spcAft>
                <a:spcPts val="0"/>
              </a:spcAft>
            </a:pPr>
            <a:r>
              <a:rPr lang="en-GB"/>
              <a:t>Source, footnote</a:t>
            </a:r>
          </a:p>
        </p:txBody>
      </p:sp>
      <p:sp>
        <p:nvSpPr>
          <p:cNvPr id="10" name="Content Placeholder">
            <a:extLst>
              <a:ext uri="{FF2B5EF4-FFF2-40B4-BE49-F238E27FC236}">
                <a16:creationId xmlns:a16="http://schemas.microsoft.com/office/drawing/2014/main" id="{F249C353-5497-424D-4C80-DA025B85CF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5"/>
          </p:nvPr>
        </p:nvSpPr>
        <p:spPr>
          <a:xfrm>
            <a:off x="4237038" y="1219200"/>
            <a:ext cx="7662862" cy="4457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811C7246-8A71-F257-DB0D-3E1F23CE69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 hasCustomPrompt="1"/>
          </p:nvPr>
        </p:nvSpPr>
        <p:spPr>
          <a:xfrm>
            <a:off x="292100" y="3945964"/>
            <a:ext cx="3409043" cy="1500187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section subtitle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9E3A23B-F3DB-B7EF-DCB8-D944C23E6D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292100" y="1219200"/>
            <a:ext cx="3409043" cy="2401887"/>
          </a:xfrm>
        </p:spPr>
        <p:txBody>
          <a:bodyPr anchor="b">
            <a:no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/>
              <a:t>Section header</a:t>
            </a:r>
            <a:endParaRPr lang="en-GB"/>
          </a:p>
        </p:txBody>
      </p:sp>
      <p:pic>
        <p:nvPicPr>
          <p:cNvPr id="9" name="NIQ Logo">
            <a:extLst>
              <a:ext uri="{FF2B5EF4-FFF2-40B4-BE49-F238E27FC236}">
                <a16:creationId xmlns:a16="http://schemas.microsoft.com/office/drawing/2014/main" id="{557F1CC3-9C99-3BC3-AD92-FB8503D927C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100" y="6495101"/>
            <a:ext cx="645459" cy="274320"/>
          </a:xfrm>
          <a:prstGeom prst="rect">
            <a:avLst/>
          </a:prstGeom>
        </p:spPr>
      </p:pic>
      <p:pic>
        <p:nvPicPr>
          <p:cNvPr id="6" name="NIQ GFK Lockup" hidden="1">
            <a:extLst>
              <a:ext uri="{FF2B5EF4-FFF2-40B4-BE49-F238E27FC236}">
                <a16:creationId xmlns:a16="http://schemas.microsoft.com/office/drawing/2014/main" id="{EF6F7CF4-822A-D8B2-DFDA-1C3EAA86902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4"/>
          <a:srcRect l="23" r="23"/>
          <a:stretch/>
        </p:blipFill>
        <p:spPr>
          <a:xfrm>
            <a:off x="302626" y="6462285"/>
            <a:ext cx="906224" cy="329184"/>
          </a:xfrm>
          <a:prstGeom prst="rect">
            <a:avLst/>
          </a:prstGeom>
        </p:spPr>
      </p:pic>
      <p:pic>
        <p:nvPicPr>
          <p:cNvPr id="5" name="NielsenIQ logo+wordmark" hidden="1">
            <a:extLst>
              <a:ext uri="{FF2B5EF4-FFF2-40B4-BE49-F238E27FC236}">
                <a16:creationId xmlns:a16="http://schemas.microsoft.com/office/drawing/2014/main" id="{32C28E02-2118-88F0-2B78-22254A5F21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0132" y="6495154"/>
            <a:ext cx="781428" cy="269593"/>
          </a:xfrm>
          <a:prstGeom prst="rect">
            <a:avLst/>
          </a:prstGeom>
        </p:spPr>
      </p:pic>
      <p:pic>
        <p:nvPicPr>
          <p:cNvPr id="12" name="powered by GfK intelligence" hidden="1">
            <a:extLst>
              <a:ext uri="{FF2B5EF4-FFF2-40B4-BE49-F238E27FC236}">
                <a16:creationId xmlns:a16="http://schemas.microsoft.com/office/drawing/2014/main" id="{7AEC038D-2F56-055B-DECF-34CDBB80C2B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249387" y="6511173"/>
            <a:ext cx="1494692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115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Dark Sideba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atic Light Bkgd">
            <a:extLst>
              <a:ext uri="{FF2B5EF4-FFF2-40B4-BE49-F238E27FC236}">
                <a16:creationId xmlns:a16="http://schemas.microsoft.com/office/drawing/2014/main" id="{D1093FDC-ACBE-C97A-79EC-30B506F351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Block Bkgd">
            <a:extLst>
              <a:ext uri="{FF2B5EF4-FFF2-40B4-BE49-F238E27FC236}">
                <a16:creationId xmlns:a16="http://schemas.microsoft.com/office/drawing/2014/main" id="{61051253-1566-C6AD-277E-C41693FE3B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400291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err="1"/>
          </a:p>
        </p:txBody>
      </p:sp>
      <p:cxnSp>
        <p:nvCxnSpPr>
          <p:cNvPr id="16" name="Base Rule">
            <a:extLst>
              <a:ext uri="{FF2B5EF4-FFF2-40B4-BE49-F238E27FC236}">
                <a16:creationId xmlns:a16="http://schemas.microsoft.com/office/drawing/2014/main" id="{A76E5B64-AFD0-1002-8187-608F612A25A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4237038" y="6395755"/>
            <a:ext cx="7662863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">
            <a:extLst>
              <a:ext uri="{FF2B5EF4-FFF2-40B4-BE49-F238E27FC236}">
                <a16:creationId xmlns:a16="http://schemas.microsoft.com/office/drawing/2014/main" id="{6FB508FF-12E5-30CD-260F-1D79AD3236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3E04DF46-C0DC-4ADC-9A6F-918CC4703A4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Copyright Line">
            <a:extLst>
              <a:ext uri="{FF2B5EF4-FFF2-40B4-BE49-F238E27FC236}">
                <a16:creationId xmlns:a16="http://schemas.microsoft.com/office/drawing/2014/main" id="{ABBC6E03-863D-FD63-7C57-491D7ADA71A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167809" y="6526850"/>
            <a:ext cx="2268453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schemeClr val="tx1">
                    <a:lumMod val="40000"/>
                    <a:lumOff val="60000"/>
                  </a:schemeClr>
                </a:solidFill>
              </a:rPr>
              <a:t>© </a:t>
            </a:r>
            <a:fld id="{92E70860-886D-4303-B2B5-BD1295E1FD39}" type="datetimeyyyy">
              <a:rPr lang="en-US" sz="700" smtClean="0">
                <a:solidFill>
                  <a:schemeClr val="tx1">
                    <a:lumMod val="40000"/>
                    <a:lumOff val="60000"/>
                  </a:schemeClr>
                </a:solidFill>
              </a:rPr>
              <a:t>2025</a:t>
            </a:fld>
            <a:r>
              <a:rPr lang="en-US" sz="700">
                <a:solidFill>
                  <a:schemeClr val="tx1">
                    <a:lumMod val="40000"/>
                    <a:lumOff val="60000"/>
                  </a:schemeClr>
                </a:solidFill>
              </a:rPr>
              <a:t> Nielsen Consumer LLC. All Rights Reserved.</a:t>
            </a:r>
          </a:p>
        </p:txBody>
      </p:sp>
      <p:sp>
        <p:nvSpPr>
          <p:cNvPr id="4" name="Confidential disclaimer">
            <a:extLst>
              <a:ext uri="{FF2B5EF4-FFF2-40B4-BE49-F238E27FC236}">
                <a16:creationId xmlns:a16="http://schemas.microsoft.com/office/drawing/2014/main" id="{C0846810-8BC5-01F8-F631-25773D8375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837949" y="6573016"/>
            <a:ext cx="1101264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Confidential and proprietary</a:t>
            </a:r>
          </a:p>
        </p:txBody>
      </p:sp>
      <p:sp>
        <p:nvSpPr>
          <p:cNvPr id="26" name="Footer Placeholder">
            <a:extLst>
              <a:ext uri="{FF2B5EF4-FFF2-40B4-BE49-F238E27FC236}">
                <a16:creationId xmlns:a16="http://schemas.microsoft.com/office/drawing/2014/main" id="{E183FCE9-1380-C908-3210-D1CC81C316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4237038" y="6485399"/>
            <a:ext cx="3056524" cy="282957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ource Placeholder">
            <a:extLst>
              <a:ext uri="{FF2B5EF4-FFF2-40B4-BE49-F238E27FC236}">
                <a16:creationId xmlns:a16="http://schemas.microsoft.com/office/drawing/2014/main" id="{77FED749-9C39-81DD-7428-E91EAF740A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237036" y="6108700"/>
            <a:ext cx="7662864" cy="194127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lang="en-GB" sz="800" dirty="0">
                <a:solidFill>
                  <a:srgbClr val="B3B3B3"/>
                </a:solidFill>
              </a:defRPr>
            </a:lvl1pPr>
          </a:lstStyle>
          <a:p>
            <a:pPr marL="171450" lvl="0" indent="-171450">
              <a:spcBef>
                <a:spcPts val="0"/>
              </a:spcBef>
              <a:spcAft>
                <a:spcPts val="0"/>
              </a:spcAft>
            </a:pPr>
            <a:r>
              <a:rPr lang="en-GB"/>
              <a:t>Source, footnote</a:t>
            </a:r>
          </a:p>
        </p:txBody>
      </p:sp>
      <p:sp>
        <p:nvSpPr>
          <p:cNvPr id="13" name="Content Placeholder">
            <a:extLst>
              <a:ext uri="{FF2B5EF4-FFF2-40B4-BE49-F238E27FC236}">
                <a16:creationId xmlns:a16="http://schemas.microsoft.com/office/drawing/2014/main" id="{4EA26CDB-5FFD-8E65-BB9F-B583607F09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5"/>
          </p:nvPr>
        </p:nvSpPr>
        <p:spPr>
          <a:xfrm>
            <a:off x="4237038" y="1219200"/>
            <a:ext cx="7662862" cy="4457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811C7246-8A71-F257-DB0D-3E1F23CE69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 hasCustomPrompt="1"/>
          </p:nvPr>
        </p:nvSpPr>
        <p:spPr>
          <a:xfrm>
            <a:off x="292100" y="3945964"/>
            <a:ext cx="3409043" cy="1500187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section subtitle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9E3A23B-F3DB-B7EF-DCB8-D944C23E6D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292100" y="1219200"/>
            <a:ext cx="3409043" cy="2401887"/>
          </a:xfrm>
        </p:spPr>
        <p:txBody>
          <a:bodyPr anchor="b">
            <a:no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header</a:t>
            </a:r>
            <a:endParaRPr lang="en-GB"/>
          </a:p>
        </p:txBody>
      </p:sp>
      <p:pic>
        <p:nvPicPr>
          <p:cNvPr id="17" name="NIQ Logo">
            <a:extLst>
              <a:ext uri="{FF2B5EF4-FFF2-40B4-BE49-F238E27FC236}">
                <a16:creationId xmlns:a16="http://schemas.microsoft.com/office/drawing/2014/main" id="{4ED9F8C9-0B9D-1A49-68F7-4D4990F5918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100" y="6495101"/>
            <a:ext cx="645459" cy="274320"/>
          </a:xfrm>
          <a:prstGeom prst="rect">
            <a:avLst/>
          </a:prstGeom>
        </p:spPr>
      </p:pic>
      <p:pic>
        <p:nvPicPr>
          <p:cNvPr id="8" name="NIQ GFK Lockup" hidden="1">
            <a:extLst>
              <a:ext uri="{FF2B5EF4-FFF2-40B4-BE49-F238E27FC236}">
                <a16:creationId xmlns:a16="http://schemas.microsoft.com/office/drawing/2014/main" id="{23E903F1-B6FB-BED6-3501-293C1130DA4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4"/>
          <a:srcRect l="23" r="23"/>
          <a:stretch/>
        </p:blipFill>
        <p:spPr>
          <a:xfrm>
            <a:off x="302626" y="6462285"/>
            <a:ext cx="906224" cy="329184"/>
          </a:xfrm>
          <a:prstGeom prst="rect">
            <a:avLst/>
          </a:prstGeom>
        </p:spPr>
      </p:pic>
      <p:pic>
        <p:nvPicPr>
          <p:cNvPr id="15" name="NielsenIQ logo+wordmark" descr="A black and orange sign with white text&#10;&#10;Description automatically generated" hidden="1">
            <a:extLst>
              <a:ext uri="{FF2B5EF4-FFF2-40B4-BE49-F238E27FC236}">
                <a16:creationId xmlns:a16="http://schemas.microsoft.com/office/drawing/2014/main" id="{01457C02-9621-9A83-EEBC-4E2A583619F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4" b="2534"/>
          <a:stretch/>
        </p:blipFill>
        <p:spPr>
          <a:xfrm>
            <a:off x="290131" y="6495153"/>
            <a:ext cx="745714" cy="269591"/>
          </a:xfrm>
          <a:prstGeom prst="rect">
            <a:avLst/>
          </a:prstGeom>
        </p:spPr>
      </p:pic>
      <p:pic>
        <p:nvPicPr>
          <p:cNvPr id="12" name="powered by GfK intelligence" hidden="1">
            <a:extLst>
              <a:ext uri="{FF2B5EF4-FFF2-40B4-BE49-F238E27FC236}">
                <a16:creationId xmlns:a16="http://schemas.microsoft.com/office/drawing/2014/main" id="{FB5469C4-5410-38CC-433B-BDBF24F6724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249387" y="6511173"/>
            <a:ext cx="1494692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180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FD1F3F95-8F1D-9A9D-41FB-B771E15122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3E04DF46-C0DC-4ADC-9A6F-918CC4703A43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F5B23B2-FEF2-DCC0-334E-3B80B3A03A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35847737-8381-A612-E054-E1C098244C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Source Placeholder">
            <a:extLst>
              <a:ext uri="{FF2B5EF4-FFF2-40B4-BE49-F238E27FC236}">
                <a16:creationId xmlns:a16="http://schemas.microsoft.com/office/drawing/2014/main" id="{81E36804-955F-07A1-88DF-9B603E5E2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292100" y="6108700"/>
            <a:ext cx="11607800" cy="194127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lang="en-GB" sz="800" dirty="0">
                <a:solidFill>
                  <a:srgbClr val="B3B3B3"/>
                </a:solidFill>
              </a:defRPr>
            </a:lvl1pPr>
          </a:lstStyle>
          <a:p>
            <a:pPr marL="171450" lvl="0" indent="-171450">
              <a:spcBef>
                <a:spcPts val="0"/>
              </a:spcBef>
              <a:spcAft>
                <a:spcPts val="0"/>
              </a:spcAft>
            </a:pPr>
            <a:r>
              <a:rPr lang="en-GB"/>
              <a:t>Source, footnote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04974C89-D6D3-D29A-E142-BB21F4F82B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 hasCustomPrompt="1"/>
          </p:nvPr>
        </p:nvSpPr>
        <p:spPr>
          <a:xfrm>
            <a:off x="292100" y="1638300"/>
            <a:ext cx="11607798" cy="4038600"/>
          </a:xfrm>
        </p:spPr>
        <p:txBody>
          <a:bodyPr/>
          <a:lstStyle/>
          <a:p>
            <a:pPr lvl="0"/>
            <a:r>
              <a:rPr lang="en-US"/>
              <a:t>Insert your copy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806DD17-8981-844A-75AA-F397646CB8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Insert your slide title in Arial Bold 20pt</a:t>
            </a:r>
            <a:endParaRPr lang="en-PH"/>
          </a:p>
        </p:txBody>
      </p:sp>
      <p:sp>
        <p:nvSpPr>
          <p:cNvPr id="8" name="Subtitle Placeholder">
            <a:extLst>
              <a:ext uri="{FF2B5EF4-FFF2-40B4-BE49-F238E27FC236}">
                <a16:creationId xmlns:a16="http://schemas.microsoft.com/office/drawing/2014/main" id="{C3B2565D-4BE7-D8D5-22DD-CFB44553EF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92100" y="579495"/>
            <a:ext cx="11607800" cy="436562"/>
          </a:xfrm>
        </p:spPr>
        <p:txBody>
          <a:bodyPr vert="horz" lIns="0" tIns="45720" rIns="0" bIns="45720" rtlCol="0">
            <a:noAutofit/>
          </a:bodyPr>
          <a:lstStyle>
            <a:lvl1pPr marL="0" indent="0">
              <a:buNone/>
              <a:defRPr kumimoji="0" lang="en-GB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pPr marL="171450" marR="0" lvl="0" indent="-17145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GB"/>
              <a:t>Insert your subtitle in Arial 16pt</a:t>
            </a:r>
          </a:p>
        </p:txBody>
      </p:sp>
    </p:spTree>
    <p:extLst>
      <p:ext uri="{BB962C8B-B14F-4D97-AF65-F5344CB8AC3E}">
        <p14:creationId xmlns:p14="http://schemas.microsoft.com/office/powerpoint/2010/main" val="3503006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48587361-5CC7-9C7F-BD1C-0A8CE32B90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3E04DF46-C0DC-4ADC-9A6F-918CC4703A43}" type="slidenum">
              <a:rPr lang="en-GB" smtClean="0"/>
              <a:t>‹#›</a:t>
            </a:fld>
            <a:endParaRPr lang="en-GB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89C55DD-275C-EFE2-8883-9CF8249365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ate Placeholder">
            <a:extLst>
              <a:ext uri="{FF2B5EF4-FFF2-40B4-BE49-F238E27FC236}">
                <a16:creationId xmlns:a16="http://schemas.microsoft.com/office/drawing/2014/main" id="{66F49418-AA9F-5CA7-31F1-168499F3D8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Source Placeholder">
            <a:extLst>
              <a:ext uri="{FF2B5EF4-FFF2-40B4-BE49-F238E27FC236}">
                <a16:creationId xmlns:a16="http://schemas.microsoft.com/office/drawing/2014/main" id="{E0FBE8A5-CBE4-7896-370D-0C351238E6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292100" y="6108700"/>
            <a:ext cx="11607800" cy="194127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lang="en-GB" sz="800" dirty="0">
                <a:solidFill>
                  <a:srgbClr val="B3B3B3"/>
                </a:solidFill>
              </a:defRPr>
            </a:lvl1pPr>
          </a:lstStyle>
          <a:p>
            <a:pPr marL="171450" lvl="0" indent="-171450">
              <a:spcBef>
                <a:spcPts val="0"/>
              </a:spcBef>
              <a:spcAft>
                <a:spcPts val="0"/>
              </a:spcAft>
            </a:pPr>
            <a:r>
              <a:rPr lang="en-GB"/>
              <a:t>Source, footnote</a:t>
            </a:r>
          </a:p>
        </p:txBody>
      </p:sp>
      <p:sp>
        <p:nvSpPr>
          <p:cNvPr id="6" name="Content 2 Placeholder">
            <a:extLst>
              <a:ext uri="{FF2B5EF4-FFF2-40B4-BE49-F238E27FC236}">
                <a16:creationId xmlns:a16="http://schemas.microsoft.com/office/drawing/2014/main" id="{F2EB2B90-CA72-0453-8C46-7140538197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4" hasCustomPrompt="1"/>
          </p:nvPr>
        </p:nvSpPr>
        <p:spPr>
          <a:xfrm>
            <a:off x="6210300" y="2019300"/>
            <a:ext cx="5689600" cy="3657600"/>
          </a:xfrm>
        </p:spPr>
        <p:txBody>
          <a:bodyPr/>
          <a:lstStyle/>
          <a:p>
            <a:pPr lvl="0"/>
            <a:r>
              <a:rPr lang="en-US"/>
              <a:t>Insert your copy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Header 2 Placeholder">
            <a:extLst>
              <a:ext uri="{FF2B5EF4-FFF2-40B4-BE49-F238E27FC236}">
                <a16:creationId xmlns:a16="http://schemas.microsoft.com/office/drawing/2014/main" id="{ADF8391B-E110-2D12-ED6A-D8681E8687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" hasCustomPrompt="1"/>
          </p:nvPr>
        </p:nvSpPr>
        <p:spPr>
          <a:xfrm>
            <a:off x="6210300" y="1308100"/>
            <a:ext cx="5689598" cy="620525"/>
          </a:xfrm>
        </p:spPr>
        <p:txBody>
          <a:bodyPr anchor="b">
            <a:noAutofit/>
          </a:bodyPr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Insert column header</a:t>
            </a:r>
          </a:p>
        </p:txBody>
      </p:sp>
      <p:sp>
        <p:nvSpPr>
          <p:cNvPr id="4" name="Content 1 Placeholder">
            <a:extLst>
              <a:ext uri="{FF2B5EF4-FFF2-40B4-BE49-F238E27FC236}">
                <a16:creationId xmlns:a16="http://schemas.microsoft.com/office/drawing/2014/main" id="{984C70C1-C2F6-EFE6-3AEB-EEEE97D8D8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2" hasCustomPrompt="1"/>
          </p:nvPr>
        </p:nvSpPr>
        <p:spPr>
          <a:xfrm>
            <a:off x="292101" y="2019300"/>
            <a:ext cx="5689599" cy="3657600"/>
          </a:xfrm>
        </p:spPr>
        <p:txBody>
          <a:bodyPr/>
          <a:lstStyle/>
          <a:p>
            <a:pPr lvl="0"/>
            <a:r>
              <a:rPr lang="en-US"/>
              <a:t>Insert your copy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Header 1 Placeholder">
            <a:extLst>
              <a:ext uri="{FF2B5EF4-FFF2-40B4-BE49-F238E27FC236}">
                <a16:creationId xmlns:a16="http://schemas.microsoft.com/office/drawing/2014/main" id="{E16F9965-5453-60FF-D1EB-3A608CF7F7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 hasCustomPrompt="1"/>
          </p:nvPr>
        </p:nvSpPr>
        <p:spPr>
          <a:xfrm>
            <a:off x="292101" y="1308100"/>
            <a:ext cx="5689598" cy="620525"/>
          </a:xfrm>
        </p:spPr>
        <p:txBody>
          <a:bodyPr anchor="b">
            <a:noAutofit/>
          </a:bodyPr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Insert column header</a:t>
            </a:r>
          </a:p>
        </p:txBody>
      </p:sp>
      <p:sp>
        <p:nvSpPr>
          <p:cNvPr id="14" name="Subtitle Placeholder">
            <a:extLst>
              <a:ext uri="{FF2B5EF4-FFF2-40B4-BE49-F238E27FC236}">
                <a16:creationId xmlns:a16="http://schemas.microsoft.com/office/drawing/2014/main" id="{3C3EBBEC-21F2-1AF3-1FA2-6C8052756C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92100" y="579495"/>
            <a:ext cx="11607800" cy="436562"/>
          </a:xfrm>
        </p:spPr>
        <p:txBody>
          <a:bodyPr vert="horz" lIns="0" tIns="45720" rIns="0" bIns="45720" rtlCol="0">
            <a:noAutofit/>
          </a:bodyPr>
          <a:lstStyle>
            <a:lvl1pPr marL="0" indent="0">
              <a:buNone/>
              <a:defRPr kumimoji="0" lang="en-GB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pPr marL="171450" marR="0" lvl="0" indent="-17145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GB"/>
              <a:t>Insert your subtitle in Arial 16pt</a:t>
            </a:r>
          </a:p>
        </p:txBody>
      </p:sp>
      <p:sp>
        <p:nvSpPr>
          <p:cNvPr id="13" name="Title Placeholder">
            <a:extLst>
              <a:ext uri="{FF2B5EF4-FFF2-40B4-BE49-F238E27FC236}">
                <a16:creationId xmlns:a16="http://schemas.microsoft.com/office/drawing/2014/main" id="{31A8EC3A-084E-1F49-0F96-E9263F03E1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Insert your slide title in Arial Bold 20pt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4058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3768">
          <p15:clr>
            <a:srgbClr val="A4A3A4"/>
          </p15:clr>
        </p15:guide>
        <p15:guide id="5" pos="3912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ource Placeholder">
            <a:extLst>
              <a:ext uri="{FF2B5EF4-FFF2-40B4-BE49-F238E27FC236}">
                <a16:creationId xmlns:a16="http://schemas.microsoft.com/office/drawing/2014/main" id="{2EA71DC4-3628-4313-321C-9A95F89CAB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292100" y="6108700"/>
            <a:ext cx="11607800" cy="194127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lang="en-GB" sz="800" dirty="0">
                <a:solidFill>
                  <a:srgbClr val="B3B3B3"/>
                </a:solidFill>
              </a:defRPr>
            </a:lvl1pPr>
          </a:lstStyle>
          <a:p>
            <a:pPr marL="171450" lvl="0" indent="-171450">
              <a:spcBef>
                <a:spcPts val="0"/>
              </a:spcBef>
              <a:spcAft>
                <a:spcPts val="0"/>
              </a:spcAft>
            </a:pPr>
            <a:r>
              <a:rPr lang="en-GB"/>
              <a:t>Source, footnote</a:t>
            </a:r>
          </a:p>
        </p:txBody>
      </p:sp>
      <p:sp>
        <p:nvSpPr>
          <p:cNvPr id="4" name="Content 2 Placeholder">
            <a:extLst>
              <a:ext uri="{FF2B5EF4-FFF2-40B4-BE49-F238E27FC236}">
                <a16:creationId xmlns:a16="http://schemas.microsoft.com/office/drawing/2014/main" id="{5D43A841-AD92-4556-21E4-9939D57FC0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2" hasCustomPrompt="1"/>
          </p:nvPr>
        </p:nvSpPr>
        <p:spPr>
          <a:xfrm>
            <a:off x="6211892" y="1638301"/>
            <a:ext cx="5688008" cy="403859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content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1 Placeholder">
            <a:extLst>
              <a:ext uri="{FF2B5EF4-FFF2-40B4-BE49-F238E27FC236}">
                <a16:creationId xmlns:a16="http://schemas.microsoft.com/office/drawing/2014/main" id="{BBF77ABD-CA9D-F0FB-47F7-ABF58A85B7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" hasCustomPrompt="1"/>
          </p:nvPr>
        </p:nvSpPr>
        <p:spPr>
          <a:xfrm>
            <a:off x="292100" y="1638301"/>
            <a:ext cx="5688010" cy="403859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content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4DF2806F-470A-D63D-6287-2D96392FDB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92100" y="579495"/>
            <a:ext cx="11607800" cy="436562"/>
          </a:xfrm>
        </p:spPr>
        <p:txBody>
          <a:bodyPr vert="horz" lIns="0" tIns="45720" rIns="0" bIns="45720" rtlCol="0">
            <a:noAutofit/>
          </a:bodyPr>
          <a:lstStyle>
            <a:lvl1pPr marL="0" indent="0">
              <a:buNone/>
              <a:defRPr kumimoji="0" lang="en-GB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pPr marL="171450" marR="0" lvl="0" indent="-17145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GB"/>
              <a:t>Insert your subtitle in Arial 16pt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330527F2-4E92-075E-0582-2535F1B4C6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Insert your slide title in Arial Bold 20pt</a:t>
            </a:r>
            <a:endParaRPr lang="en-GB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DF372B8-384A-2578-4144-499AFEEAB6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E367F1-910A-346C-BB31-45352816F1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E2B9BF-86DC-1822-8B61-92D6AC87A3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/>
        <p:txBody>
          <a:bodyPr/>
          <a:lstStyle/>
          <a:p>
            <a:fld id="{3E04DF46-C0DC-4ADC-9A6F-918CC4703A4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37237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680">
          <p15:clr>
            <a:srgbClr val="FBAE40"/>
          </p15:clr>
        </p15:guide>
        <p15:guide id="4" pos="3768">
          <p15:clr>
            <a:srgbClr val="A4A3A4"/>
          </p15:clr>
        </p15:guide>
        <p15:guide id="5" pos="3912">
          <p15:clr>
            <a:srgbClr val="A4A3A4"/>
          </p15:clr>
        </p15:guide>
        <p15:guide id="6" pos="7495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ource Placeholder">
            <a:extLst>
              <a:ext uri="{FF2B5EF4-FFF2-40B4-BE49-F238E27FC236}">
                <a16:creationId xmlns:a16="http://schemas.microsoft.com/office/drawing/2014/main" id="{2EA71DC4-3628-4313-321C-9A95F89CAB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292100" y="6108700"/>
            <a:ext cx="11607800" cy="194127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lang="en-GB" sz="800" dirty="0">
                <a:solidFill>
                  <a:srgbClr val="B3B3B3"/>
                </a:solidFill>
              </a:defRPr>
            </a:lvl1pPr>
          </a:lstStyle>
          <a:p>
            <a:pPr marL="171450" lvl="0" indent="-171450">
              <a:spcBef>
                <a:spcPts val="0"/>
              </a:spcBef>
              <a:spcAft>
                <a:spcPts val="0"/>
              </a:spcAft>
            </a:pPr>
            <a:r>
              <a:rPr lang="en-GB"/>
              <a:t>Source, footnote</a:t>
            </a:r>
          </a:p>
        </p:txBody>
      </p:sp>
      <p:sp>
        <p:nvSpPr>
          <p:cNvPr id="4" name="Content 2 Placeholder">
            <a:extLst>
              <a:ext uri="{FF2B5EF4-FFF2-40B4-BE49-F238E27FC236}">
                <a16:creationId xmlns:a16="http://schemas.microsoft.com/office/drawing/2014/main" id="{5D43A841-AD92-4556-21E4-9939D57FC0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2" hasCustomPrompt="1"/>
          </p:nvPr>
        </p:nvSpPr>
        <p:spPr>
          <a:xfrm>
            <a:off x="6211892" y="3990109"/>
            <a:ext cx="5688008" cy="16867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content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1 Placeholder">
            <a:extLst>
              <a:ext uri="{FF2B5EF4-FFF2-40B4-BE49-F238E27FC236}">
                <a16:creationId xmlns:a16="http://schemas.microsoft.com/office/drawing/2014/main" id="{BBF77ABD-CA9D-F0FB-47F7-ABF58A85B7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" hasCustomPrompt="1"/>
          </p:nvPr>
        </p:nvSpPr>
        <p:spPr>
          <a:xfrm>
            <a:off x="292100" y="3990109"/>
            <a:ext cx="5688010" cy="16867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content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4DF2806F-470A-D63D-6287-2D96392FDB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92100" y="579495"/>
            <a:ext cx="11607800" cy="436562"/>
          </a:xfrm>
        </p:spPr>
        <p:txBody>
          <a:bodyPr vert="horz" lIns="0" tIns="45720" rIns="0" bIns="45720" rtlCol="0">
            <a:noAutofit/>
          </a:bodyPr>
          <a:lstStyle>
            <a:lvl1pPr marL="0" indent="0">
              <a:buNone/>
              <a:defRPr kumimoji="0" lang="en-GB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pPr marL="171450" marR="0" lvl="0" indent="-17145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GB"/>
              <a:t>Insert your subtitle in Arial 16pt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330527F2-4E92-075E-0582-2535F1B4C6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Insert your slide title in Arial Bold 20pt</a:t>
            </a:r>
            <a:endParaRPr lang="en-GB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C6FA473-B0F7-9A25-40ED-030E04D7A8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7F965F15-6E89-171B-5FA3-39E235C9D4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1ED10BF-3918-7224-DC10-191E6D8592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9"/>
          </p:nvPr>
        </p:nvSpPr>
        <p:spPr/>
        <p:txBody>
          <a:bodyPr/>
          <a:lstStyle/>
          <a:p>
            <a:fld id="{3E04DF46-C0DC-4ADC-9A6F-918CC4703A4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D902D7E4-9F8F-3524-C640-79D5433EEF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 hasCustomPrompt="1"/>
          </p:nvPr>
        </p:nvSpPr>
        <p:spPr>
          <a:xfrm>
            <a:off x="292099" y="3703086"/>
            <a:ext cx="5688009" cy="24622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Insert Header Title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8E9F189-D500-B00E-D132-69C224358A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4" hasCustomPrompt="1"/>
          </p:nvPr>
        </p:nvSpPr>
        <p:spPr>
          <a:xfrm>
            <a:off x="6211891" y="3703086"/>
            <a:ext cx="5688009" cy="24622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Insert Header Title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FF8639D5-3906-DC92-708C-53D4AC17D0CA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292099" y="1638299"/>
            <a:ext cx="5688009" cy="1905000"/>
          </a:xfrm>
          <a:custGeom>
            <a:avLst/>
            <a:gdLst>
              <a:gd name="connsiteX0" fmla="*/ 201759 w 5688009"/>
              <a:gd name="connsiteY0" fmla="*/ 0 h 1905000"/>
              <a:gd name="connsiteX1" fmla="*/ 5486250 w 5688009"/>
              <a:gd name="connsiteY1" fmla="*/ 0 h 1905000"/>
              <a:gd name="connsiteX2" fmla="*/ 5688009 w 5688009"/>
              <a:gd name="connsiteY2" fmla="*/ 201759 h 1905000"/>
              <a:gd name="connsiteX3" fmla="*/ 5688009 w 5688009"/>
              <a:gd name="connsiteY3" fmla="*/ 1703241 h 1905000"/>
              <a:gd name="connsiteX4" fmla="*/ 5486250 w 5688009"/>
              <a:gd name="connsiteY4" fmla="*/ 1905000 h 1905000"/>
              <a:gd name="connsiteX5" fmla="*/ 1363081 w 5688009"/>
              <a:gd name="connsiteY5" fmla="*/ 1905000 h 1905000"/>
              <a:gd name="connsiteX6" fmla="*/ 201759 w 5688009"/>
              <a:gd name="connsiteY6" fmla="*/ 1905000 h 1905000"/>
              <a:gd name="connsiteX7" fmla="*/ 0 w 5688009"/>
              <a:gd name="connsiteY7" fmla="*/ 1905000 h 1905000"/>
              <a:gd name="connsiteX8" fmla="*/ 0 w 5688009"/>
              <a:gd name="connsiteY8" fmla="*/ 1703241 h 1905000"/>
              <a:gd name="connsiteX9" fmla="*/ 0 w 5688009"/>
              <a:gd name="connsiteY9" fmla="*/ 1290095 h 1905000"/>
              <a:gd name="connsiteX10" fmla="*/ 0 w 5688009"/>
              <a:gd name="connsiteY10" fmla="*/ 201759 h 1905000"/>
              <a:gd name="connsiteX11" fmla="*/ 201759 w 5688009"/>
              <a:gd name="connsiteY11" fmla="*/ 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688009" h="1905000">
                <a:moveTo>
                  <a:pt x="201759" y="0"/>
                </a:moveTo>
                <a:lnTo>
                  <a:pt x="5486250" y="0"/>
                </a:lnTo>
                <a:cubicBezTo>
                  <a:pt x="5597678" y="0"/>
                  <a:pt x="5688009" y="90331"/>
                  <a:pt x="5688009" y="201759"/>
                </a:cubicBezTo>
                <a:lnTo>
                  <a:pt x="5688009" y="1703241"/>
                </a:lnTo>
                <a:cubicBezTo>
                  <a:pt x="5688009" y="1814669"/>
                  <a:pt x="5597678" y="1905000"/>
                  <a:pt x="5486250" y="1905000"/>
                </a:cubicBezTo>
                <a:lnTo>
                  <a:pt x="1363081" y="1905000"/>
                </a:lnTo>
                <a:lnTo>
                  <a:pt x="201759" y="1905000"/>
                </a:lnTo>
                <a:lnTo>
                  <a:pt x="0" y="1905000"/>
                </a:lnTo>
                <a:lnTo>
                  <a:pt x="0" y="1703241"/>
                </a:lnTo>
                <a:lnTo>
                  <a:pt x="0" y="1290095"/>
                </a:lnTo>
                <a:lnTo>
                  <a:pt x="0" y="201759"/>
                </a:lnTo>
                <a:cubicBezTo>
                  <a:pt x="0" y="90331"/>
                  <a:pt x="90331" y="0"/>
                  <a:pt x="20175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2C2C794F-454B-14B8-0DE8-798AD61AA18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211889" y="1638299"/>
            <a:ext cx="5688009" cy="1905000"/>
          </a:xfrm>
          <a:custGeom>
            <a:avLst/>
            <a:gdLst>
              <a:gd name="connsiteX0" fmla="*/ 201759 w 5688009"/>
              <a:gd name="connsiteY0" fmla="*/ 0 h 1905000"/>
              <a:gd name="connsiteX1" fmla="*/ 5486250 w 5688009"/>
              <a:gd name="connsiteY1" fmla="*/ 0 h 1905000"/>
              <a:gd name="connsiteX2" fmla="*/ 5688009 w 5688009"/>
              <a:gd name="connsiteY2" fmla="*/ 201759 h 1905000"/>
              <a:gd name="connsiteX3" fmla="*/ 5688009 w 5688009"/>
              <a:gd name="connsiteY3" fmla="*/ 1703241 h 1905000"/>
              <a:gd name="connsiteX4" fmla="*/ 5486250 w 5688009"/>
              <a:gd name="connsiteY4" fmla="*/ 1905000 h 1905000"/>
              <a:gd name="connsiteX5" fmla="*/ 1363081 w 5688009"/>
              <a:gd name="connsiteY5" fmla="*/ 1905000 h 1905000"/>
              <a:gd name="connsiteX6" fmla="*/ 201759 w 5688009"/>
              <a:gd name="connsiteY6" fmla="*/ 1905000 h 1905000"/>
              <a:gd name="connsiteX7" fmla="*/ 0 w 5688009"/>
              <a:gd name="connsiteY7" fmla="*/ 1905000 h 1905000"/>
              <a:gd name="connsiteX8" fmla="*/ 0 w 5688009"/>
              <a:gd name="connsiteY8" fmla="*/ 1703241 h 1905000"/>
              <a:gd name="connsiteX9" fmla="*/ 0 w 5688009"/>
              <a:gd name="connsiteY9" fmla="*/ 1290095 h 1905000"/>
              <a:gd name="connsiteX10" fmla="*/ 0 w 5688009"/>
              <a:gd name="connsiteY10" fmla="*/ 201759 h 1905000"/>
              <a:gd name="connsiteX11" fmla="*/ 201759 w 5688009"/>
              <a:gd name="connsiteY11" fmla="*/ 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688009" h="1905000">
                <a:moveTo>
                  <a:pt x="201759" y="0"/>
                </a:moveTo>
                <a:lnTo>
                  <a:pt x="5486250" y="0"/>
                </a:lnTo>
                <a:cubicBezTo>
                  <a:pt x="5597678" y="0"/>
                  <a:pt x="5688009" y="90331"/>
                  <a:pt x="5688009" y="201759"/>
                </a:cubicBezTo>
                <a:lnTo>
                  <a:pt x="5688009" y="1703241"/>
                </a:lnTo>
                <a:cubicBezTo>
                  <a:pt x="5688009" y="1814669"/>
                  <a:pt x="5597678" y="1905000"/>
                  <a:pt x="5486250" y="1905000"/>
                </a:cubicBezTo>
                <a:lnTo>
                  <a:pt x="1363081" y="1905000"/>
                </a:lnTo>
                <a:lnTo>
                  <a:pt x="201759" y="1905000"/>
                </a:lnTo>
                <a:lnTo>
                  <a:pt x="0" y="1905000"/>
                </a:lnTo>
                <a:lnTo>
                  <a:pt x="0" y="1703241"/>
                </a:lnTo>
                <a:lnTo>
                  <a:pt x="0" y="1290095"/>
                </a:lnTo>
                <a:lnTo>
                  <a:pt x="0" y="201759"/>
                </a:lnTo>
                <a:cubicBezTo>
                  <a:pt x="0" y="90331"/>
                  <a:pt x="90331" y="0"/>
                  <a:pt x="20175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529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680">
          <p15:clr>
            <a:srgbClr val="FBAE40"/>
          </p15:clr>
        </p15:guide>
        <p15:guide id="4" pos="3768">
          <p15:clr>
            <a:srgbClr val="A4A3A4"/>
          </p15:clr>
        </p15:guide>
        <p15:guide id="5" pos="3912">
          <p15:clr>
            <a:srgbClr val="A4A3A4"/>
          </p15:clr>
        </p15:guide>
        <p15:guide id="6" pos="7495">
          <p15:clr>
            <a:srgbClr val="FBAE40"/>
          </p15:clr>
        </p15:guide>
        <p15:guide id="7" orient="horz" pos="2232">
          <p15:clr>
            <a:srgbClr val="A4A3A4"/>
          </p15:clr>
        </p15:guide>
        <p15:guide id="8" orient="horz" pos="2376">
          <p15:clr>
            <a:srgbClr val="A4A3A4"/>
          </p15:clr>
        </p15:guide>
        <p15:guide id="9" orient="horz" pos="2304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Half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lock Bkgd">
            <a:extLst>
              <a:ext uri="{FF2B5EF4-FFF2-40B4-BE49-F238E27FC236}">
                <a16:creationId xmlns:a16="http://schemas.microsoft.com/office/drawing/2014/main" id="{EF28BEE6-A3B9-F3EC-053D-F000E1C033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fidential disclaimer">
            <a:extLst>
              <a:ext uri="{FF2B5EF4-FFF2-40B4-BE49-F238E27FC236}">
                <a16:creationId xmlns:a16="http://schemas.microsoft.com/office/drawing/2014/main" id="{96AB6125-A385-529E-E151-BDF1D0C7EF7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837949" y="6573016"/>
            <a:ext cx="1101264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Confidential and proprietary</a:t>
            </a:r>
          </a:p>
        </p:txBody>
      </p:sp>
      <p:cxnSp>
        <p:nvCxnSpPr>
          <p:cNvPr id="17" name="Base Rule">
            <a:extLst>
              <a:ext uri="{FF2B5EF4-FFF2-40B4-BE49-F238E27FC236}">
                <a16:creationId xmlns:a16="http://schemas.microsoft.com/office/drawing/2014/main" id="{0DFE5D64-C53A-A500-F0A7-C09857B818A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292100" y="6395755"/>
            <a:ext cx="1160780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ource Placeholder">
            <a:extLst>
              <a:ext uri="{FF2B5EF4-FFF2-40B4-BE49-F238E27FC236}">
                <a16:creationId xmlns:a16="http://schemas.microsoft.com/office/drawing/2014/main" id="{2EA71DC4-3628-4313-321C-9A95F89CAB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292100" y="6108700"/>
            <a:ext cx="11607800" cy="194127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lang="en-GB" sz="800" dirty="0">
                <a:solidFill>
                  <a:srgbClr val="B3B3B3"/>
                </a:solidFill>
              </a:defRPr>
            </a:lvl1pPr>
          </a:lstStyle>
          <a:p>
            <a:pPr marL="171450" lvl="0" indent="-171450">
              <a:spcBef>
                <a:spcPts val="0"/>
              </a:spcBef>
              <a:spcAft>
                <a:spcPts val="0"/>
              </a:spcAft>
            </a:pPr>
            <a:r>
              <a:rPr lang="en-GB"/>
              <a:t>Source, footnote</a:t>
            </a:r>
          </a:p>
        </p:txBody>
      </p:sp>
      <p:sp>
        <p:nvSpPr>
          <p:cNvPr id="4" name="Content 2 Placeholder">
            <a:extLst>
              <a:ext uri="{FF2B5EF4-FFF2-40B4-BE49-F238E27FC236}">
                <a16:creationId xmlns:a16="http://schemas.microsoft.com/office/drawing/2014/main" id="{5D43A841-AD92-4556-21E4-9939D57FC0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2" hasCustomPrompt="1"/>
          </p:nvPr>
        </p:nvSpPr>
        <p:spPr>
          <a:xfrm>
            <a:off x="6388100" y="1638301"/>
            <a:ext cx="5511800" cy="4038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content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Subtitle 2 Placeholder">
            <a:extLst>
              <a:ext uri="{FF2B5EF4-FFF2-40B4-BE49-F238E27FC236}">
                <a16:creationId xmlns:a16="http://schemas.microsoft.com/office/drawing/2014/main" id="{9B24A1DB-1E99-30C3-D014-5A6DEDB3C6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 hasCustomPrompt="1"/>
          </p:nvPr>
        </p:nvSpPr>
        <p:spPr>
          <a:xfrm>
            <a:off x="6388895" y="579495"/>
            <a:ext cx="5511005" cy="436562"/>
          </a:xfrm>
        </p:spPr>
        <p:txBody>
          <a:bodyPr vert="horz" lIns="0" tIns="45720" rIns="0" bIns="45720" rtlCol="0">
            <a:noAutofit/>
          </a:bodyPr>
          <a:lstStyle>
            <a:lvl1pPr marL="0" indent="0">
              <a:buNone/>
              <a:defRPr kumimoji="0" lang="en-GB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pPr marL="171450" marR="0" lvl="0" indent="-17145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GB"/>
              <a:t>Insert your subtitle in Arial 16pt</a:t>
            </a:r>
          </a:p>
        </p:txBody>
      </p:sp>
      <p:sp>
        <p:nvSpPr>
          <p:cNvPr id="11" name="Title 2 Placeholder">
            <a:extLst>
              <a:ext uri="{FF2B5EF4-FFF2-40B4-BE49-F238E27FC236}">
                <a16:creationId xmlns:a16="http://schemas.microsoft.com/office/drawing/2014/main" id="{A1808D7B-A584-646A-5554-EA7041352F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6383895" y="274634"/>
            <a:ext cx="5514418" cy="295756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1"/>
            </a:lvl1pPr>
          </a:lstStyle>
          <a:p>
            <a:pPr lvl="0"/>
            <a:r>
              <a:rPr lang="en-US"/>
              <a:t>Insert your slide title in Arial Bold 20pt</a:t>
            </a:r>
          </a:p>
        </p:txBody>
      </p:sp>
      <p:sp>
        <p:nvSpPr>
          <p:cNvPr id="3" name="Content 1 Placeholder">
            <a:extLst>
              <a:ext uri="{FF2B5EF4-FFF2-40B4-BE49-F238E27FC236}">
                <a16:creationId xmlns:a16="http://schemas.microsoft.com/office/drawing/2014/main" id="{BBF77ABD-CA9D-F0FB-47F7-ABF58A85B7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" hasCustomPrompt="1"/>
          </p:nvPr>
        </p:nvSpPr>
        <p:spPr>
          <a:xfrm>
            <a:off x="292100" y="1638301"/>
            <a:ext cx="5510210" cy="4038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content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Subtitle 1 Placeholder">
            <a:extLst>
              <a:ext uri="{FF2B5EF4-FFF2-40B4-BE49-F238E27FC236}">
                <a16:creationId xmlns:a16="http://schemas.microsoft.com/office/drawing/2014/main" id="{4DF2806F-470A-D63D-6287-2D96392FDB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92100" y="579495"/>
            <a:ext cx="5511005" cy="436562"/>
          </a:xfrm>
        </p:spPr>
        <p:txBody>
          <a:bodyPr vert="horz" lIns="0" tIns="45720" rIns="0" bIns="45720" rtlCol="0">
            <a:noAutofit/>
          </a:bodyPr>
          <a:lstStyle>
            <a:lvl1pPr marL="0" indent="0">
              <a:buNone/>
              <a:defRPr kumimoji="0" lang="en-GB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pPr marL="171450" marR="0" lvl="0" indent="-17145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GB"/>
              <a:t>Insert your subtitle in Arial 16pt</a:t>
            </a:r>
          </a:p>
        </p:txBody>
      </p:sp>
      <p:sp>
        <p:nvSpPr>
          <p:cNvPr id="2" name="Title 1 Placeholder">
            <a:extLst>
              <a:ext uri="{FF2B5EF4-FFF2-40B4-BE49-F238E27FC236}">
                <a16:creationId xmlns:a16="http://schemas.microsoft.com/office/drawing/2014/main" id="{330527F2-4E92-075E-0582-2535F1B4C6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292100" y="304800"/>
            <a:ext cx="5513623" cy="265590"/>
          </a:xfrm>
        </p:spPr>
        <p:txBody>
          <a:bodyPr/>
          <a:lstStyle/>
          <a:p>
            <a:r>
              <a:rPr lang="en-US"/>
              <a:t>Insert your slide title in Arial Bold 20pt</a:t>
            </a:r>
            <a:endParaRPr lang="en-GB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A6190FD-2FC8-15EC-A446-7B43683737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9FF9C3-5644-7F3B-0028-5E573AF98D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9"/>
          </p:nvPr>
        </p:nvSpPr>
        <p:spPr>
          <a:xfrm>
            <a:off x="3686135" y="6490782"/>
            <a:ext cx="2295565" cy="282957"/>
          </a:xfrm>
        </p:spPr>
        <p:txBody>
          <a:bodyPr/>
          <a:lstStyle/>
          <a:p>
            <a:endParaRPr lang="en-GB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3A78A2A-4FBD-62B6-BEF3-CD2DA81ECD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20"/>
          </p:nvPr>
        </p:nvSpPr>
        <p:spPr/>
        <p:txBody>
          <a:bodyPr/>
          <a:lstStyle/>
          <a:p>
            <a:fld id="{3E04DF46-C0DC-4ADC-9A6F-918CC4703A4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1" name="Copyright Line">
            <a:extLst>
              <a:ext uri="{FF2B5EF4-FFF2-40B4-BE49-F238E27FC236}">
                <a16:creationId xmlns:a16="http://schemas.microsoft.com/office/drawing/2014/main" id="{0B2C132C-968C-F01F-E0B8-FBA1C78E747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167809" y="6526850"/>
            <a:ext cx="2268453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schemeClr val="tx1">
                    <a:lumMod val="40000"/>
                    <a:lumOff val="60000"/>
                  </a:schemeClr>
                </a:solidFill>
              </a:rPr>
              <a:t>© </a:t>
            </a:r>
            <a:fld id="{92E70860-886D-4303-B2B5-BD1295E1FD39}" type="datetimeyyyy">
              <a:rPr lang="en-US" sz="700" smtClean="0">
                <a:solidFill>
                  <a:schemeClr val="tx1">
                    <a:lumMod val="40000"/>
                    <a:lumOff val="60000"/>
                  </a:schemeClr>
                </a:solidFill>
              </a:rPr>
              <a:t>2025</a:t>
            </a:fld>
            <a:r>
              <a:rPr lang="en-US" sz="700">
                <a:solidFill>
                  <a:schemeClr val="tx1">
                    <a:lumMod val="40000"/>
                    <a:lumOff val="60000"/>
                  </a:schemeClr>
                </a:solidFill>
              </a:rPr>
              <a:t> Nielsen Consumer LLC.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71538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680">
          <p15:clr>
            <a:srgbClr val="FBAE40"/>
          </p15:clr>
        </p15:guide>
        <p15:guide id="4" pos="3768">
          <p15:clr>
            <a:srgbClr val="A4A3A4"/>
          </p15:clr>
        </p15:guide>
        <p15:guide id="5" pos="3912">
          <p15:clr>
            <a:srgbClr val="A4A3A4"/>
          </p15:clr>
        </p15:guide>
        <p15:guide id="6" pos="7495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Half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lock Bkgd">
            <a:extLst>
              <a:ext uri="{FF2B5EF4-FFF2-40B4-BE49-F238E27FC236}">
                <a16:creationId xmlns:a16="http://schemas.microsoft.com/office/drawing/2014/main" id="{EF28BEE6-A3B9-F3EC-053D-F000E1C033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Confidential disclaimer">
            <a:extLst>
              <a:ext uri="{FF2B5EF4-FFF2-40B4-BE49-F238E27FC236}">
                <a16:creationId xmlns:a16="http://schemas.microsoft.com/office/drawing/2014/main" id="{23E65464-19C9-DB30-2F4C-D472D2E89EB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837949" y="6573016"/>
            <a:ext cx="1101264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Confidential and proprietary</a:t>
            </a:r>
          </a:p>
        </p:txBody>
      </p:sp>
      <p:cxnSp>
        <p:nvCxnSpPr>
          <p:cNvPr id="17" name="Base Rule">
            <a:extLst>
              <a:ext uri="{FF2B5EF4-FFF2-40B4-BE49-F238E27FC236}">
                <a16:creationId xmlns:a16="http://schemas.microsoft.com/office/drawing/2014/main" id="{0DFE5D64-C53A-A500-F0A7-C09857B818A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096000" y="6395755"/>
            <a:ext cx="58039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ource Placeholder">
            <a:extLst>
              <a:ext uri="{FF2B5EF4-FFF2-40B4-BE49-F238E27FC236}">
                <a16:creationId xmlns:a16="http://schemas.microsoft.com/office/drawing/2014/main" id="{2EA71DC4-3628-4313-321C-9A95F89CAB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292100" y="6108700"/>
            <a:ext cx="11607800" cy="194127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lang="en-GB" sz="800" dirty="0">
                <a:solidFill>
                  <a:srgbClr val="B3B3B3"/>
                </a:solidFill>
              </a:defRPr>
            </a:lvl1pPr>
          </a:lstStyle>
          <a:p>
            <a:pPr marL="171450" lvl="0" indent="-171450">
              <a:spcBef>
                <a:spcPts val="0"/>
              </a:spcBef>
              <a:spcAft>
                <a:spcPts val="0"/>
              </a:spcAft>
            </a:pPr>
            <a:r>
              <a:rPr lang="en-GB"/>
              <a:t>Source, footnote</a:t>
            </a:r>
          </a:p>
        </p:txBody>
      </p:sp>
      <p:sp>
        <p:nvSpPr>
          <p:cNvPr id="4" name="Content 2 Placeholder">
            <a:extLst>
              <a:ext uri="{FF2B5EF4-FFF2-40B4-BE49-F238E27FC236}">
                <a16:creationId xmlns:a16="http://schemas.microsoft.com/office/drawing/2014/main" id="{5D43A841-AD92-4556-21E4-9939D57FC0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2" hasCustomPrompt="1"/>
          </p:nvPr>
        </p:nvSpPr>
        <p:spPr>
          <a:xfrm>
            <a:off x="6388100" y="1638301"/>
            <a:ext cx="5511800" cy="403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content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Subtitle 2 Placeholder">
            <a:extLst>
              <a:ext uri="{FF2B5EF4-FFF2-40B4-BE49-F238E27FC236}">
                <a16:creationId xmlns:a16="http://schemas.microsoft.com/office/drawing/2014/main" id="{9B24A1DB-1E99-30C3-D014-5A6DEDB3C6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 hasCustomPrompt="1"/>
          </p:nvPr>
        </p:nvSpPr>
        <p:spPr>
          <a:xfrm>
            <a:off x="6388895" y="579495"/>
            <a:ext cx="5511005" cy="436562"/>
          </a:xfrm>
        </p:spPr>
        <p:txBody>
          <a:bodyPr vert="horz" lIns="0" tIns="45720" rIns="0" bIns="45720" rtlCol="0">
            <a:noAutofit/>
          </a:bodyPr>
          <a:lstStyle>
            <a:lvl1pPr marL="0" indent="0">
              <a:buNone/>
              <a:defRPr kumimoji="0" lang="en-GB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pPr marL="171450" marR="0" lvl="0" indent="-17145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GB"/>
              <a:t>Insert your subtitle in Arial 16pt</a:t>
            </a:r>
          </a:p>
        </p:txBody>
      </p:sp>
      <p:sp>
        <p:nvSpPr>
          <p:cNvPr id="6" name="Title 2 Placeholder">
            <a:extLst>
              <a:ext uri="{FF2B5EF4-FFF2-40B4-BE49-F238E27FC236}">
                <a16:creationId xmlns:a16="http://schemas.microsoft.com/office/drawing/2014/main" id="{A36FABAF-7E80-EFD2-0E01-79E8B041B9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6383895" y="274634"/>
            <a:ext cx="5514418" cy="295756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your slide title in Arial Bold 20pt</a:t>
            </a:r>
          </a:p>
        </p:txBody>
      </p:sp>
      <p:sp>
        <p:nvSpPr>
          <p:cNvPr id="3" name="Content 1 Placeholder">
            <a:extLst>
              <a:ext uri="{FF2B5EF4-FFF2-40B4-BE49-F238E27FC236}">
                <a16:creationId xmlns:a16="http://schemas.microsoft.com/office/drawing/2014/main" id="{BBF77ABD-CA9D-F0FB-47F7-ABF58A85B7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" hasCustomPrompt="1"/>
          </p:nvPr>
        </p:nvSpPr>
        <p:spPr>
          <a:xfrm>
            <a:off x="292100" y="1638301"/>
            <a:ext cx="5510210" cy="4038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content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Subtitle 1 Placeholder">
            <a:extLst>
              <a:ext uri="{FF2B5EF4-FFF2-40B4-BE49-F238E27FC236}">
                <a16:creationId xmlns:a16="http://schemas.microsoft.com/office/drawing/2014/main" id="{4DF2806F-470A-D63D-6287-2D96392FDB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92100" y="579495"/>
            <a:ext cx="5511005" cy="436562"/>
          </a:xfrm>
        </p:spPr>
        <p:txBody>
          <a:bodyPr vert="horz" lIns="0" tIns="45720" rIns="0" bIns="45720" rtlCol="0">
            <a:noAutofit/>
          </a:bodyPr>
          <a:lstStyle>
            <a:lvl1pPr marL="0" indent="0">
              <a:buNone/>
              <a:defRPr kumimoji="0" lang="en-GB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pPr marL="171450" marR="0" lvl="0" indent="-17145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GB"/>
              <a:t>Insert your subtitle in Arial 16pt</a:t>
            </a:r>
          </a:p>
        </p:txBody>
      </p:sp>
      <p:sp>
        <p:nvSpPr>
          <p:cNvPr id="2" name="Title 1 Placeholder">
            <a:extLst>
              <a:ext uri="{FF2B5EF4-FFF2-40B4-BE49-F238E27FC236}">
                <a16:creationId xmlns:a16="http://schemas.microsoft.com/office/drawing/2014/main" id="{330527F2-4E92-075E-0582-2535F1B4C6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292100" y="304800"/>
            <a:ext cx="5513623" cy="265590"/>
          </a:xfrm>
        </p:spPr>
        <p:txBody>
          <a:bodyPr/>
          <a:lstStyle/>
          <a:p>
            <a:r>
              <a:rPr lang="en-US"/>
              <a:t>Insert your slide title in Arial Bold 20pt</a:t>
            </a:r>
            <a:endParaRPr lang="en-GB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7C4142D-0D60-35DB-BCD2-5E4DC367FF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B3429EB-6492-1203-4DA8-E0EFDF3C9A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9"/>
          </p:nvPr>
        </p:nvSpPr>
        <p:spPr>
          <a:xfrm>
            <a:off x="3686135" y="6490782"/>
            <a:ext cx="2295565" cy="282957"/>
          </a:xfrm>
        </p:spPr>
        <p:txBody>
          <a:bodyPr/>
          <a:lstStyle/>
          <a:p>
            <a:endParaRPr lang="en-GB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C84BB09-B65D-251F-4C14-211D48075C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3E04DF46-C0DC-4ADC-9A6F-918CC4703A4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9" name="Copyright Line">
            <a:extLst>
              <a:ext uri="{FF2B5EF4-FFF2-40B4-BE49-F238E27FC236}">
                <a16:creationId xmlns:a16="http://schemas.microsoft.com/office/drawing/2014/main" id="{214C9EC4-669A-67AE-0716-20C80670A29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167809" y="6526850"/>
            <a:ext cx="2268453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schemeClr val="tx1">
                    <a:lumMod val="40000"/>
                    <a:lumOff val="60000"/>
                  </a:schemeClr>
                </a:solidFill>
              </a:rPr>
              <a:t>© </a:t>
            </a:r>
            <a:fld id="{92E70860-886D-4303-B2B5-BD1295E1FD39}" type="datetimeyyyy">
              <a:rPr lang="en-US" sz="700" smtClean="0">
                <a:solidFill>
                  <a:schemeClr val="tx1">
                    <a:lumMod val="40000"/>
                    <a:lumOff val="60000"/>
                  </a:schemeClr>
                </a:solidFill>
              </a:rPr>
              <a:t>2025</a:t>
            </a:fld>
            <a:r>
              <a:rPr lang="en-US" sz="700">
                <a:solidFill>
                  <a:schemeClr val="tx1">
                    <a:lumMod val="40000"/>
                    <a:lumOff val="60000"/>
                  </a:schemeClr>
                </a:solidFill>
              </a:rPr>
              <a:t> Nielsen Consumer LLC.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5292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680">
          <p15:clr>
            <a:srgbClr val="FBAE40"/>
          </p15:clr>
        </p15:guide>
        <p15:guide id="4" pos="3768">
          <p15:clr>
            <a:srgbClr val="A4A3A4"/>
          </p15:clr>
        </p15:guide>
        <p15:guide id="5" pos="3912">
          <p15:clr>
            <a:srgbClr val="A4A3A4"/>
          </p15:clr>
        </p15:guide>
        <p15:guide id="6" pos="749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Half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lock Bkgd">
            <a:extLst>
              <a:ext uri="{FF2B5EF4-FFF2-40B4-BE49-F238E27FC236}">
                <a16:creationId xmlns:a16="http://schemas.microsoft.com/office/drawing/2014/main" id="{EF28BEE6-A3B9-F3EC-053D-F000E1C033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Confidential disclaimer">
            <a:extLst>
              <a:ext uri="{FF2B5EF4-FFF2-40B4-BE49-F238E27FC236}">
                <a16:creationId xmlns:a16="http://schemas.microsoft.com/office/drawing/2014/main" id="{96D5C3C7-B3B0-FB86-5907-4E244DADEAE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837949" y="6573016"/>
            <a:ext cx="1101264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Confidential and proprietary</a:t>
            </a:r>
          </a:p>
        </p:txBody>
      </p:sp>
      <p:cxnSp>
        <p:nvCxnSpPr>
          <p:cNvPr id="17" name="Base Rule">
            <a:extLst>
              <a:ext uri="{FF2B5EF4-FFF2-40B4-BE49-F238E27FC236}">
                <a16:creationId xmlns:a16="http://schemas.microsoft.com/office/drawing/2014/main" id="{0DFE5D64-C53A-A500-F0A7-C09857B818A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096000" y="6395755"/>
            <a:ext cx="58039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ource Placeholder">
            <a:extLst>
              <a:ext uri="{FF2B5EF4-FFF2-40B4-BE49-F238E27FC236}">
                <a16:creationId xmlns:a16="http://schemas.microsoft.com/office/drawing/2014/main" id="{2EA71DC4-3628-4313-321C-9A95F89CAB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292100" y="6108700"/>
            <a:ext cx="11607800" cy="194127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lang="en-GB" sz="800" dirty="0">
                <a:solidFill>
                  <a:srgbClr val="B3B3B3"/>
                </a:solidFill>
              </a:defRPr>
            </a:lvl1pPr>
          </a:lstStyle>
          <a:p>
            <a:pPr marL="171450" lvl="0" indent="-171450">
              <a:spcBef>
                <a:spcPts val="0"/>
              </a:spcBef>
              <a:spcAft>
                <a:spcPts val="0"/>
              </a:spcAft>
            </a:pPr>
            <a:r>
              <a:rPr lang="en-GB"/>
              <a:t>Source, footnote</a:t>
            </a:r>
          </a:p>
        </p:txBody>
      </p:sp>
      <p:sp>
        <p:nvSpPr>
          <p:cNvPr id="4" name="Content 2 Placeholder">
            <a:extLst>
              <a:ext uri="{FF2B5EF4-FFF2-40B4-BE49-F238E27FC236}">
                <a16:creationId xmlns:a16="http://schemas.microsoft.com/office/drawing/2014/main" id="{5D43A841-AD92-4556-21E4-9939D57FC0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2" hasCustomPrompt="1"/>
          </p:nvPr>
        </p:nvSpPr>
        <p:spPr>
          <a:xfrm>
            <a:off x="6388100" y="1638301"/>
            <a:ext cx="5511800" cy="403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content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Subtitle 2 Placeholder">
            <a:extLst>
              <a:ext uri="{FF2B5EF4-FFF2-40B4-BE49-F238E27FC236}">
                <a16:creationId xmlns:a16="http://schemas.microsoft.com/office/drawing/2014/main" id="{9B24A1DB-1E99-30C3-D014-5A6DEDB3C6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 hasCustomPrompt="1"/>
          </p:nvPr>
        </p:nvSpPr>
        <p:spPr>
          <a:xfrm>
            <a:off x="6388895" y="579495"/>
            <a:ext cx="5511005" cy="436562"/>
          </a:xfrm>
        </p:spPr>
        <p:txBody>
          <a:bodyPr vert="horz" lIns="0" tIns="45720" rIns="0" bIns="45720" rtlCol="0">
            <a:noAutofit/>
          </a:bodyPr>
          <a:lstStyle>
            <a:lvl1pPr marL="0" indent="0">
              <a:buNone/>
              <a:defRPr kumimoji="0" lang="en-GB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pPr marL="171450" marR="0" lvl="0" indent="-17145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GB"/>
              <a:t>Insert your subtitle in Arial 16pt</a:t>
            </a:r>
          </a:p>
        </p:txBody>
      </p:sp>
      <p:sp>
        <p:nvSpPr>
          <p:cNvPr id="6" name="Title 2 Placeholder">
            <a:extLst>
              <a:ext uri="{FF2B5EF4-FFF2-40B4-BE49-F238E27FC236}">
                <a16:creationId xmlns:a16="http://schemas.microsoft.com/office/drawing/2014/main" id="{2D03B6C0-C08D-EDFA-F4C8-01772C443E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6383895" y="274634"/>
            <a:ext cx="5514418" cy="295756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your slide title in Arial Bold 20pt</a:t>
            </a:r>
          </a:p>
        </p:txBody>
      </p:sp>
      <p:sp>
        <p:nvSpPr>
          <p:cNvPr id="3" name="Content 1 Placeholder">
            <a:extLst>
              <a:ext uri="{FF2B5EF4-FFF2-40B4-BE49-F238E27FC236}">
                <a16:creationId xmlns:a16="http://schemas.microsoft.com/office/drawing/2014/main" id="{BBF77ABD-CA9D-F0FB-47F7-ABF58A85B7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" hasCustomPrompt="1"/>
          </p:nvPr>
        </p:nvSpPr>
        <p:spPr>
          <a:xfrm>
            <a:off x="292100" y="1638301"/>
            <a:ext cx="5510210" cy="4038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content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Subtitle 1 Placeholder">
            <a:extLst>
              <a:ext uri="{FF2B5EF4-FFF2-40B4-BE49-F238E27FC236}">
                <a16:creationId xmlns:a16="http://schemas.microsoft.com/office/drawing/2014/main" id="{4DF2806F-470A-D63D-6287-2D96392FDB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92100" y="579495"/>
            <a:ext cx="5511005" cy="436562"/>
          </a:xfrm>
        </p:spPr>
        <p:txBody>
          <a:bodyPr vert="horz" lIns="0" tIns="45720" rIns="0" bIns="45720" rtlCol="0">
            <a:noAutofit/>
          </a:bodyPr>
          <a:lstStyle>
            <a:lvl1pPr marL="0" indent="0">
              <a:buNone/>
              <a:defRPr kumimoji="0" lang="en-GB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pPr marL="171450" marR="0" lvl="0" indent="-17145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GB"/>
              <a:t>Insert your subtitle in Arial 16pt</a:t>
            </a:r>
          </a:p>
        </p:txBody>
      </p:sp>
      <p:sp>
        <p:nvSpPr>
          <p:cNvPr id="2" name="Title 1 Placeholder">
            <a:extLst>
              <a:ext uri="{FF2B5EF4-FFF2-40B4-BE49-F238E27FC236}">
                <a16:creationId xmlns:a16="http://schemas.microsoft.com/office/drawing/2014/main" id="{330527F2-4E92-075E-0582-2535F1B4C6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292100" y="304800"/>
            <a:ext cx="5513623" cy="265590"/>
          </a:xfrm>
        </p:spPr>
        <p:txBody>
          <a:bodyPr/>
          <a:lstStyle/>
          <a:p>
            <a:r>
              <a:rPr lang="en-US"/>
              <a:t>Insert your slide title in Arial Bold 20pt</a:t>
            </a:r>
            <a:endParaRPr lang="en-GB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2D3AEC67-6FBA-B4A7-F9DB-DE44CBB790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30F64E6-B7AC-1A2D-0EB5-5AE5F068DC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9"/>
          </p:nvPr>
        </p:nvSpPr>
        <p:spPr>
          <a:xfrm>
            <a:off x="3686135" y="6490782"/>
            <a:ext cx="2295565" cy="282957"/>
          </a:xfrm>
        </p:spPr>
        <p:txBody>
          <a:bodyPr/>
          <a:lstStyle/>
          <a:p>
            <a:endParaRPr lang="en-GB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1782C60-3951-3982-6AC9-6FED95C5E8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20"/>
          </p:nvPr>
        </p:nvSpPr>
        <p:spPr/>
        <p:txBody>
          <a:bodyPr/>
          <a:lstStyle/>
          <a:p>
            <a:fld id="{3E04DF46-C0DC-4ADC-9A6F-918CC4703A4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9" name="Copyright Line">
            <a:extLst>
              <a:ext uri="{FF2B5EF4-FFF2-40B4-BE49-F238E27FC236}">
                <a16:creationId xmlns:a16="http://schemas.microsoft.com/office/drawing/2014/main" id="{5EA06989-7472-E3FB-A7CD-7E844032268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167809" y="6526850"/>
            <a:ext cx="2268453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schemeClr val="tx1">
                    <a:lumMod val="40000"/>
                    <a:lumOff val="60000"/>
                  </a:schemeClr>
                </a:solidFill>
              </a:rPr>
              <a:t>© </a:t>
            </a:r>
            <a:fld id="{92E70860-886D-4303-B2B5-BD1295E1FD39}" type="datetimeyyyy">
              <a:rPr lang="en-US" sz="700" smtClean="0">
                <a:solidFill>
                  <a:schemeClr val="tx1">
                    <a:lumMod val="40000"/>
                    <a:lumOff val="60000"/>
                  </a:schemeClr>
                </a:solidFill>
              </a:rPr>
              <a:t>2025</a:t>
            </a:fld>
            <a:r>
              <a:rPr lang="en-US" sz="700">
                <a:solidFill>
                  <a:schemeClr val="tx1">
                    <a:lumMod val="40000"/>
                    <a:lumOff val="60000"/>
                  </a:schemeClr>
                </a:solidFill>
              </a:rPr>
              <a:t> Nielsen Consumer LLC.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18469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680">
          <p15:clr>
            <a:srgbClr val="FBAE40"/>
          </p15:clr>
        </p15:guide>
        <p15:guide id="4" pos="3768">
          <p15:clr>
            <a:srgbClr val="A4A3A4"/>
          </p15:clr>
        </p15:guide>
        <p15:guide id="5" pos="3912">
          <p15:clr>
            <a:srgbClr val="A4A3A4"/>
          </p15:clr>
        </p15:guide>
        <p15:guide id="6" pos="7495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ule Block">
            <a:extLst>
              <a:ext uri="{FF2B5EF4-FFF2-40B4-BE49-F238E27FC236}">
                <a16:creationId xmlns:a16="http://schemas.microsoft.com/office/drawing/2014/main" id="{658D6E94-1F36-94B6-33A7-7C708E049D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802310" y="6299199"/>
            <a:ext cx="293690" cy="1861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err="1"/>
          </a:p>
        </p:txBody>
      </p:sp>
      <p:sp>
        <p:nvSpPr>
          <p:cNvPr id="12" name="Picture Placeholder">
            <a:extLst>
              <a:ext uri="{FF2B5EF4-FFF2-40B4-BE49-F238E27FC236}">
                <a16:creationId xmlns:a16="http://schemas.microsoft.com/office/drawing/2014/main" id="{7A78F6A2-6801-C5FD-6F85-67A9BBDEF5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7" hasCustomPrompt="1"/>
          </p:nvPr>
        </p:nvSpPr>
        <p:spPr>
          <a:xfrm>
            <a:off x="6096000" y="0"/>
            <a:ext cx="6096000" cy="6858000"/>
          </a:xfrm>
          <a:solidFill>
            <a:schemeClr val="tx1">
              <a:lumMod val="60000"/>
              <a:lumOff val="40000"/>
            </a:schemeClr>
          </a:solidFill>
        </p:spPr>
        <p:txBody>
          <a:bodyPr lIns="182880" tIns="91440" rIns="274320" anchor="t">
            <a:normAutofit/>
          </a:bodyPr>
          <a:lstStyle>
            <a:lvl1pPr marL="174625" indent="-174625" algn="l">
              <a:spcBef>
                <a:spcPts val="0"/>
              </a:spcBef>
              <a:buFont typeface="Arial" panose="020B0604020202020204" pitchFamily="34" charset="0"/>
              <a:buNone/>
              <a:defRPr sz="1400" b="1">
                <a:solidFill>
                  <a:srgbClr val="FFFF00"/>
                </a:solidFill>
              </a:defRPr>
            </a:lvl1pPr>
          </a:lstStyle>
          <a:p>
            <a:r>
              <a:rPr lang="en-US"/>
              <a:t>To add image: </a:t>
            </a:r>
            <a:br>
              <a:rPr lang="en-US"/>
            </a:br>
            <a:r>
              <a:rPr lang="en-US"/>
              <a:t>1. Select image placeholder </a:t>
            </a:r>
            <a:br>
              <a:rPr lang="en-US"/>
            </a:br>
            <a:r>
              <a:rPr lang="en-US"/>
              <a:t>2. Drag/drop file or copy/paste image into slide (.jpg, .gif, .</a:t>
            </a:r>
            <a:r>
              <a:rPr lang="en-US" err="1"/>
              <a:t>png</a:t>
            </a:r>
            <a:r>
              <a:rPr lang="en-US"/>
              <a:t>) </a:t>
            </a:r>
            <a:br>
              <a:rPr lang="en-US"/>
            </a:br>
            <a:r>
              <a:rPr lang="en-US"/>
              <a:t>3. Right-click image and “Send to back”</a:t>
            </a:r>
          </a:p>
          <a:p>
            <a:r>
              <a:rPr lang="en-GB"/>
              <a:t> </a:t>
            </a:r>
          </a:p>
        </p:txBody>
      </p:sp>
      <p:sp>
        <p:nvSpPr>
          <p:cNvPr id="8" name="Confidential disclaimer">
            <a:extLst>
              <a:ext uri="{FF2B5EF4-FFF2-40B4-BE49-F238E27FC236}">
                <a16:creationId xmlns:a16="http://schemas.microsoft.com/office/drawing/2014/main" id="{96D5C3C7-B3B0-FB86-5907-4E244DADEAE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837949" y="6573016"/>
            <a:ext cx="1101264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Confidential and proprietary</a:t>
            </a:r>
          </a:p>
        </p:txBody>
      </p:sp>
      <p:sp>
        <p:nvSpPr>
          <p:cNvPr id="9" name="Source Placeholder">
            <a:extLst>
              <a:ext uri="{FF2B5EF4-FFF2-40B4-BE49-F238E27FC236}">
                <a16:creationId xmlns:a16="http://schemas.microsoft.com/office/drawing/2014/main" id="{2EA71DC4-3628-4313-321C-9A95F89CAB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292100" y="6108700"/>
            <a:ext cx="5510210" cy="194127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lang="en-GB" sz="800" dirty="0">
                <a:solidFill>
                  <a:srgbClr val="B3B3B3"/>
                </a:solidFill>
              </a:defRPr>
            </a:lvl1pPr>
          </a:lstStyle>
          <a:p>
            <a:pPr marL="171450" lvl="0" indent="-171450">
              <a:spcBef>
                <a:spcPts val="0"/>
              </a:spcBef>
              <a:spcAft>
                <a:spcPts val="0"/>
              </a:spcAft>
            </a:pPr>
            <a:r>
              <a:rPr lang="en-GB"/>
              <a:t>Source, footnote</a:t>
            </a:r>
          </a:p>
        </p:txBody>
      </p:sp>
      <p:sp>
        <p:nvSpPr>
          <p:cNvPr id="3" name="Content 1 Placeholder">
            <a:extLst>
              <a:ext uri="{FF2B5EF4-FFF2-40B4-BE49-F238E27FC236}">
                <a16:creationId xmlns:a16="http://schemas.microsoft.com/office/drawing/2014/main" id="{BBF77ABD-CA9D-F0FB-47F7-ABF58A85B7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" hasCustomPrompt="1"/>
          </p:nvPr>
        </p:nvSpPr>
        <p:spPr>
          <a:xfrm>
            <a:off x="292100" y="1638301"/>
            <a:ext cx="5510210" cy="4038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content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Subtitle 1 Placeholder">
            <a:extLst>
              <a:ext uri="{FF2B5EF4-FFF2-40B4-BE49-F238E27FC236}">
                <a16:creationId xmlns:a16="http://schemas.microsoft.com/office/drawing/2014/main" id="{4DF2806F-470A-D63D-6287-2D96392FDB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92100" y="579495"/>
            <a:ext cx="5511005" cy="436562"/>
          </a:xfrm>
        </p:spPr>
        <p:txBody>
          <a:bodyPr vert="horz" lIns="0" tIns="45720" rIns="0" bIns="45720" rtlCol="0">
            <a:noAutofit/>
          </a:bodyPr>
          <a:lstStyle>
            <a:lvl1pPr marL="0" indent="0">
              <a:buNone/>
              <a:defRPr kumimoji="0" lang="en-GB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pPr marL="171450" marR="0" lvl="0" indent="-17145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GB"/>
              <a:t>Insert your subtitle in Arial 16pt</a:t>
            </a:r>
          </a:p>
        </p:txBody>
      </p:sp>
      <p:sp>
        <p:nvSpPr>
          <p:cNvPr id="2" name="Title 1 Placeholder">
            <a:extLst>
              <a:ext uri="{FF2B5EF4-FFF2-40B4-BE49-F238E27FC236}">
                <a16:creationId xmlns:a16="http://schemas.microsoft.com/office/drawing/2014/main" id="{330527F2-4E92-075E-0582-2535F1B4C6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292100" y="304800"/>
            <a:ext cx="5513623" cy="265590"/>
          </a:xfrm>
        </p:spPr>
        <p:txBody>
          <a:bodyPr/>
          <a:lstStyle/>
          <a:p>
            <a:r>
              <a:rPr lang="en-US"/>
              <a:t>Insert your slide title in Arial Bold 20pt</a:t>
            </a:r>
            <a:endParaRPr lang="en-GB"/>
          </a:p>
        </p:txBody>
      </p:sp>
      <p:sp>
        <p:nvSpPr>
          <p:cNvPr id="22" name="Off-slide Instructions">
            <a:extLst>
              <a:ext uri="{FF2B5EF4-FFF2-40B4-BE49-F238E27FC236}">
                <a16:creationId xmlns:a16="http://schemas.microsoft.com/office/drawing/2014/main" id="{960CB651-6B1A-3200-5D2F-A4891428E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338614" y="0"/>
            <a:ext cx="2812486" cy="2373888"/>
          </a:xfrm>
          <a:prstGeom prst="bracketPair">
            <a:avLst>
              <a:gd name="adj" fmla="val 4083"/>
            </a:avLst>
          </a:prstGeom>
          <a:solidFill>
            <a:srgbClr val="FFFF00">
              <a:alpha val="80000"/>
            </a:srgbClr>
          </a:solidFill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>
            <a:spAutoFit/>
          </a:bodyPr>
          <a:lstStyle/>
          <a:p>
            <a:pPr marL="0" indent="0" algn="l" defTabSz="914400" rtl="0" eaLnBrk="1" latinLnBrk="0" hangingPunct="1">
              <a:spcAft>
                <a:spcPts val="400"/>
              </a:spcAft>
              <a:buFont typeface="+mj-lt"/>
              <a:buNone/>
            </a:pPr>
            <a:r>
              <a:rPr lang="en-US" sz="1200" b="1" kern="120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If copyright line, disclaimer, slide #, etc. are missing:</a:t>
            </a:r>
          </a:p>
          <a:p>
            <a:pPr marL="177800" lvl="0" indent="-177800">
              <a:spcAft>
                <a:spcPts val="400"/>
              </a:spcAft>
              <a:buFont typeface="+mj-lt"/>
              <a:buAutoNum type="arabicPeriod"/>
            </a:pPr>
            <a:r>
              <a:rPr lang="en-US" sz="800">
                <a:solidFill>
                  <a:srgbClr val="000000"/>
                </a:solidFill>
              </a:rPr>
              <a:t>Go to </a:t>
            </a:r>
            <a:r>
              <a:rPr lang="en-US" sz="800" b="1">
                <a:solidFill>
                  <a:srgbClr val="000000"/>
                </a:solidFill>
              </a:rPr>
              <a:t>View &gt; Slide Master</a:t>
            </a:r>
          </a:p>
          <a:p>
            <a:pPr marL="177800" lvl="0" indent="-177800">
              <a:spcAft>
                <a:spcPts val="400"/>
              </a:spcAft>
              <a:buFont typeface="+mj-lt"/>
              <a:buAutoNum type="arabicPeriod"/>
            </a:pPr>
            <a:r>
              <a:rPr lang="en-US" sz="800">
                <a:solidFill>
                  <a:srgbClr val="000000"/>
                </a:solidFill>
              </a:rPr>
              <a:t>Copy missing elements from Layout Master</a:t>
            </a:r>
          </a:p>
          <a:p>
            <a:pPr marL="177800" lvl="0" indent="-177800">
              <a:spcAft>
                <a:spcPts val="400"/>
              </a:spcAft>
              <a:buFont typeface="+mj-lt"/>
              <a:buAutoNum type="arabicPeriod"/>
            </a:pPr>
            <a:r>
              <a:rPr lang="en-US" sz="800">
                <a:solidFill>
                  <a:srgbClr val="000000"/>
                </a:solidFill>
              </a:rPr>
              <a:t>Close Master View</a:t>
            </a:r>
          </a:p>
          <a:p>
            <a:pPr marL="177800" lvl="0" indent="-177800">
              <a:spcAft>
                <a:spcPts val="400"/>
              </a:spcAft>
              <a:buFont typeface="+mj-lt"/>
              <a:buAutoNum type="arabicPeriod"/>
            </a:pPr>
            <a:r>
              <a:rPr lang="en-US" sz="800">
                <a:solidFill>
                  <a:srgbClr val="000000"/>
                </a:solidFill>
              </a:rPr>
              <a:t>Paste on slide</a:t>
            </a:r>
            <a:endParaRPr lang="en-US" sz="1200" b="1">
              <a:solidFill>
                <a:srgbClr val="000000"/>
              </a:solidFill>
            </a:endParaRPr>
          </a:p>
          <a:p>
            <a:pPr>
              <a:spcAft>
                <a:spcPts val="400"/>
              </a:spcAft>
            </a:pPr>
            <a:endParaRPr lang="en-US" sz="1200" b="1">
              <a:solidFill>
                <a:srgbClr val="000000"/>
              </a:solidFill>
            </a:endParaRPr>
          </a:p>
          <a:p>
            <a:pPr>
              <a:spcAft>
                <a:spcPts val="400"/>
              </a:spcAft>
            </a:pPr>
            <a:r>
              <a:rPr lang="en-US" sz="1200" b="1">
                <a:solidFill>
                  <a:srgbClr val="000000"/>
                </a:solidFill>
              </a:rPr>
              <a:t>To replace existing image:</a:t>
            </a:r>
          </a:p>
          <a:p>
            <a:pPr marL="174625" indent="-174625">
              <a:spcAft>
                <a:spcPts val="400"/>
              </a:spcAft>
              <a:buFont typeface="+mj-lt"/>
              <a:buAutoNum type="arabicPeriod"/>
            </a:pPr>
            <a:r>
              <a:rPr lang="en-US" sz="800">
                <a:solidFill>
                  <a:srgbClr val="000000"/>
                </a:solidFill>
              </a:rPr>
              <a:t>Right-click image placeholder</a:t>
            </a:r>
          </a:p>
          <a:p>
            <a:pPr marL="174625" indent="-174625">
              <a:spcAft>
                <a:spcPts val="400"/>
              </a:spcAft>
              <a:buFont typeface="+mj-lt"/>
              <a:buAutoNum type="arabicPeriod"/>
            </a:pPr>
            <a:r>
              <a:rPr lang="en-US" sz="800">
                <a:solidFill>
                  <a:srgbClr val="000000"/>
                </a:solidFill>
              </a:rPr>
              <a:t>Select </a:t>
            </a:r>
            <a:r>
              <a:rPr lang="en-US" sz="800" b="1">
                <a:solidFill>
                  <a:srgbClr val="000000"/>
                </a:solidFill>
              </a:rPr>
              <a:t>Change Picture</a:t>
            </a:r>
          </a:p>
          <a:p>
            <a:pPr marL="174625" indent="-174625">
              <a:spcAft>
                <a:spcPts val="400"/>
              </a:spcAft>
              <a:buFont typeface="+mj-lt"/>
              <a:buAutoNum type="arabicPeriod"/>
            </a:pPr>
            <a:r>
              <a:rPr lang="en-US" sz="800">
                <a:solidFill>
                  <a:srgbClr val="000000"/>
                </a:solidFill>
              </a:rPr>
              <a:t>Select</a:t>
            </a:r>
            <a:r>
              <a:rPr lang="en-US" sz="800" b="1">
                <a:solidFill>
                  <a:srgbClr val="000000"/>
                </a:solidFill>
              </a:rPr>
              <a:t> desired </a:t>
            </a:r>
            <a:r>
              <a:rPr lang="en-US" sz="800">
                <a:solidFill>
                  <a:srgbClr val="000000"/>
                </a:solidFill>
              </a:rPr>
              <a:t>image file (.jpg, .</a:t>
            </a:r>
            <a:r>
              <a:rPr lang="en-US" sz="800" err="1">
                <a:solidFill>
                  <a:srgbClr val="000000"/>
                </a:solidFill>
              </a:rPr>
              <a:t>png</a:t>
            </a:r>
            <a:r>
              <a:rPr lang="en-US" sz="800">
                <a:solidFill>
                  <a:srgbClr val="000000"/>
                </a:solidFill>
              </a:rPr>
              <a:t>, .gif)</a:t>
            </a:r>
          </a:p>
          <a:p>
            <a:pPr marL="174625" indent="-174625">
              <a:spcAft>
                <a:spcPts val="400"/>
              </a:spcAft>
              <a:buFont typeface="+mj-lt"/>
              <a:buAutoNum type="arabicPeriod"/>
            </a:pP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ED059-F17E-0762-7198-C569C707BA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153426-E842-0068-F6AD-BAA6146617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9"/>
          </p:nvPr>
        </p:nvSpPr>
        <p:spPr>
          <a:xfrm>
            <a:off x="3686135" y="6490782"/>
            <a:ext cx="2295565" cy="282957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0A6F976-D606-188B-5D0C-F9FAC9418E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20"/>
          </p:nvPr>
        </p:nvSpPr>
        <p:spPr/>
        <p:txBody>
          <a:bodyPr/>
          <a:lstStyle/>
          <a:p>
            <a:fld id="{3E04DF46-C0DC-4ADC-9A6F-918CC4703A4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Copyright Line">
            <a:extLst>
              <a:ext uri="{FF2B5EF4-FFF2-40B4-BE49-F238E27FC236}">
                <a16:creationId xmlns:a16="http://schemas.microsoft.com/office/drawing/2014/main" id="{D358AFA3-870C-D711-43D2-5B66108BD25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167809" y="6526850"/>
            <a:ext cx="2268453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schemeClr val="tx1">
                    <a:lumMod val="40000"/>
                    <a:lumOff val="60000"/>
                  </a:schemeClr>
                </a:solidFill>
              </a:rPr>
              <a:t>© </a:t>
            </a:r>
            <a:fld id="{92E70860-886D-4303-B2B5-BD1295E1FD39}" type="datetimeyyyy">
              <a:rPr lang="en-US" sz="700" smtClean="0">
                <a:solidFill>
                  <a:schemeClr val="tx1">
                    <a:lumMod val="40000"/>
                    <a:lumOff val="60000"/>
                  </a:schemeClr>
                </a:solidFill>
              </a:rPr>
              <a:t>2025</a:t>
            </a:fld>
            <a:r>
              <a:rPr lang="en-US" sz="700">
                <a:solidFill>
                  <a:schemeClr val="tx1">
                    <a:lumMod val="40000"/>
                    <a:lumOff val="60000"/>
                  </a:schemeClr>
                </a:solidFill>
              </a:rPr>
              <a:t> Nielsen Consumer LLC.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03654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680">
          <p15:clr>
            <a:srgbClr val="FBAE40"/>
          </p15:clr>
        </p15:guide>
        <p15:guide id="4" pos="3768">
          <p15:clr>
            <a:srgbClr val="A4A3A4"/>
          </p15:clr>
        </p15:guide>
        <p15:guide id="5" pos="3912">
          <p15:clr>
            <a:srgbClr val="A4A3A4"/>
          </p15:clr>
        </p15:guide>
        <p15:guide id="6" pos="7495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ource Placeholder">
            <a:extLst>
              <a:ext uri="{FF2B5EF4-FFF2-40B4-BE49-F238E27FC236}">
                <a16:creationId xmlns:a16="http://schemas.microsoft.com/office/drawing/2014/main" id="{1D1442CA-AA80-3CCA-30CB-BC1CBF625A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292100" y="6108700"/>
            <a:ext cx="11607800" cy="194127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lang="en-GB" sz="800" dirty="0">
                <a:solidFill>
                  <a:srgbClr val="B3B3B3"/>
                </a:solidFill>
              </a:defRPr>
            </a:lvl1pPr>
          </a:lstStyle>
          <a:p>
            <a:pPr marL="171450" lvl="0" indent="-171450">
              <a:spcBef>
                <a:spcPts val="0"/>
              </a:spcBef>
              <a:spcAft>
                <a:spcPts val="0"/>
              </a:spcAft>
            </a:pPr>
            <a:r>
              <a:rPr lang="en-GB"/>
              <a:t>Source, footnote</a:t>
            </a:r>
          </a:p>
        </p:txBody>
      </p:sp>
      <p:sp>
        <p:nvSpPr>
          <p:cNvPr id="19" name="Content 3 Placeholder">
            <a:extLst>
              <a:ext uri="{FF2B5EF4-FFF2-40B4-BE49-F238E27FC236}">
                <a16:creationId xmlns:a16="http://schemas.microsoft.com/office/drawing/2014/main" id="{9D282216-D102-1092-A42F-C09C78C616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5" hasCustomPrompt="1"/>
          </p:nvPr>
        </p:nvSpPr>
        <p:spPr>
          <a:xfrm>
            <a:off x="8196582" y="2019300"/>
            <a:ext cx="3703320" cy="3657600"/>
          </a:xfrm>
        </p:spPr>
        <p:txBody>
          <a:bodyPr>
            <a:noAutofit/>
          </a:bodyPr>
          <a:lstStyle/>
          <a:p>
            <a:pPr lvl="0"/>
            <a:r>
              <a:rPr lang="en-US"/>
              <a:t>Insert your copy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Header 3 Placeholder">
            <a:extLst>
              <a:ext uri="{FF2B5EF4-FFF2-40B4-BE49-F238E27FC236}">
                <a16:creationId xmlns:a16="http://schemas.microsoft.com/office/drawing/2014/main" id="{DF86DE8F-0F64-3718-C7A3-3C0DA008E3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8196582" y="1308100"/>
            <a:ext cx="3703320" cy="620525"/>
          </a:xfrm>
        </p:spPr>
        <p:txBody>
          <a:bodyPr anchor="b">
            <a:noAutofit/>
          </a:bodyPr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Insert column header</a:t>
            </a:r>
          </a:p>
        </p:txBody>
      </p:sp>
      <p:sp>
        <p:nvSpPr>
          <p:cNvPr id="21" name="Content 2 Placeholder">
            <a:extLst>
              <a:ext uri="{FF2B5EF4-FFF2-40B4-BE49-F238E27FC236}">
                <a16:creationId xmlns:a16="http://schemas.microsoft.com/office/drawing/2014/main" id="{0C107B28-6253-BBE5-A677-D106A288FC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4" hasCustomPrompt="1"/>
          </p:nvPr>
        </p:nvSpPr>
        <p:spPr>
          <a:xfrm>
            <a:off x="4244341" y="2019300"/>
            <a:ext cx="3703320" cy="3657600"/>
          </a:xfrm>
        </p:spPr>
        <p:txBody>
          <a:bodyPr>
            <a:noAutofit/>
          </a:bodyPr>
          <a:lstStyle/>
          <a:p>
            <a:pPr lvl="0"/>
            <a:r>
              <a:rPr lang="en-US"/>
              <a:t>Insert your copy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2" name="Header 2 Placeholder">
            <a:extLst>
              <a:ext uri="{FF2B5EF4-FFF2-40B4-BE49-F238E27FC236}">
                <a16:creationId xmlns:a16="http://schemas.microsoft.com/office/drawing/2014/main" id="{F576DA41-4177-FBCB-15CA-5D5CFC03D6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" hasCustomPrompt="1"/>
          </p:nvPr>
        </p:nvSpPr>
        <p:spPr>
          <a:xfrm>
            <a:off x="4244341" y="1308100"/>
            <a:ext cx="3703320" cy="620525"/>
          </a:xfrm>
        </p:spPr>
        <p:txBody>
          <a:bodyPr anchor="b">
            <a:noAutofit/>
          </a:bodyPr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Insert column header</a:t>
            </a:r>
          </a:p>
        </p:txBody>
      </p:sp>
      <p:sp>
        <p:nvSpPr>
          <p:cNvPr id="23" name="Content 1 Placeholder">
            <a:extLst>
              <a:ext uri="{FF2B5EF4-FFF2-40B4-BE49-F238E27FC236}">
                <a16:creationId xmlns:a16="http://schemas.microsoft.com/office/drawing/2014/main" id="{798BF9BC-09E8-98E1-3853-58189E5CB9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2" hasCustomPrompt="1"/>
          </p:nvPr>
        </p:nvSpPr>
        <p:spPr>
          <a:xfrm>
            <a:off x="292101" y="2019300"/>
            <a:ext cx="3703320" cy="3657600"/>
          </a:xfrm>
        </p:spPr>
        <p:txBody>
          <a:bodyPr>
            <a:noAutofit/>
          </a:bodyPr>
          <a:lstStyle/>
          <a:p>
            <a:pPr lvl="0"/>
            <a:r>
              <a:rPr lang="en-US"/>
              <a:t>Insert your copy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4" name="Header 1 Placeholder">
            <a:extLst>
              <a:ext uri="{FF2B5EF4-FFF2-40B4-BE49-F238E27FC236}">
                <a16:creationId xmlns:a16="http://schemas.microsoft.com/office/drawing/2014/main" id="{3DBA9534-E843-A204-0F9A-0F01FA4257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 hasCustomPrompt="1"/>
          </p:nvPr>
        </p:nvSpPr>
        <p:spPr>
          <a:xfrm>
            <a:off x="292101" y="1308100"/>
            <a:ext cx="3703320" cy="620525"/>
          </a:xfrm>
        </p:spPr>
        <p:txBody>
          <a:bodyPr anchor="b">
            <a:noAutofit/>
          </a:bodyPr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Insert column header</a:t>
            </a:r>
          </a:p>
        </p:txBody>
      </p:sp>
      <p:sp>
        <p:nvSpPr>
          <p:cNvPr id="25" name="Subtitle Placeholder">
            <a:extLst>
              <a:ext uri="{FF2B5EF4-FFF2-40B4-BE49-F238E27FC236}">
                <a16:creationId xmlns:a16="http://schemas.microsoft.com/office/drawing/2014/main" id="{F84E48B2-4370-582F-FBFE-E1DA1A8B91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92100" y="579495"/>
            <a:ext cx="11607800" cy="436562"/>
          </a:xfrm>
        </p:spPr>
        <p:txBody>
          <a:bodyPr vert="horz" lIns="0" tIns="45720" rIns="0" bIns="45720" rtlCol="0">
            <a:noAutofit/>
          </a:bodyPr>
          <a:lstStyle>
            <a:lvl1pPr marL="0" indent="0">
              <a:buNone/>
              <a:defRPr kumimoji="0" lang="en-GB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pPr marL="171450" marR="0" lvl="0" indent="-17145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GB"/>
              <a:t>Insert your subtitle in Arial 16pt</a:t>
            </a:r>
          </a:p>
        </p:txBody>
      </p:sp>
      <p:sp>
        <p:nvSpPr>
          <p:cNvPr id="26" name="Title Placeholder">
            <a:extLst>
              <a:ext uri="{FF2B5EF4-FFF2-40B4-BE49-F238E27FC236}">
                <a16:creationId xmlns:a16="http://schemas.microsoft.com/office/drawing/2014/main" id="{3E0B6312-F182-139F-C3A4-F69C900CC4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292100" y="304800"/>
            <a:ext cx="11613314" cy="265590"/>
          </a:xfrm>
        </p:spPr>
        <p:txBody>
          <a:bodyPr>
            <a:noAutofit/>
          </a:bodyPr>
          <a:lstStyle/>
          <a:p>
            <a:r>
              <a:rPr lang="en-US"/>
              <a:t>Insert your slide title in Arial Bold 20pt</a:t>
            </a:r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BABAEE-8AF8-C7A5-9791-2B0777C122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5E916C-06EA-4A63-BCC6-C2A4B812ED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20A0A-E5D3-4613-E0B7-BD12368461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21"/>
          </p:nvPr>
        </p:nvSpPr>
        <p:spPr/>
        <p:txBody>
          <a:bodyPr/>
          <a:lstStyle/>
          <a:p>
            <a:fld id="{3E04DF46-C0DC-4ADC-9A6F-918CC4703A4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9008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8" pos="1904">
          <p15:clr>
            <a:srgbClr val="5ACBF0"/>
          </p15:clr>
        </p15:guide>
        <p15:guide id="9" pos="2048">
          <p15:clr>
            <a:srgbClr val="5ACBF0"/>
          </p15:clr>
        </p15:guide>
        <p15:guide id="14" pos="3768">
          <p15:clr>
            <a:srgbClr val="A4A3A4"/>
          </p15:clr>
        </p15:guide>
        <p15:guide id="15" pos="3912">
          <p15:clr>
            <a:srgbClr val="A4A3A4"/>
          </p15:clr>
        </p15:guide>
        <p15:guide id="20" pos="5631">
          <p15:clr>
            <a:srgbClr val="5ACBF0"/>
          </p15:clr>
        </p15:guide>
        <p15:guide id="21" pos="5775">
          <p15:clr>
            <a:srgbClr val="5ACBF0"/>
          </p15:clr>
        </p15:guide>
        <p15:guide id="22" orient="horz" pos="2304">
          <p15:clr>
            <a:srgbClr val="A4A3A4"/>
          </p15:clr>
        </p15:guide>
        <p15:guide id="23" orient="horz" pos="2232">
          <p15:clr>
            <a:srgbClr val="A4A3A4"/>
          </p15:clr>
        </p15:guide>
        <p15:guide id="24" orient="horz" pos="2376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ource Placeholder">
            <a:extLst>
              <a:ext uri="{FF2B5EF4-FFF2-40B4-BE49-F238E27FC236}">
                <a16:creationId xmlns:a16="http://schemas.microsoft.com/office/drawing/2014/main" id="{1D1442CA-AA80-3CCA-30CB-BC1CBF625A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292100" y="6108700"/>
            <a:ext cx="11607800" cy="194127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lang="en-GB" sz="800" dirty="0">
                <a:solidFill>
                  <a:srgbClr val="B3B3B3"/>
                </a:solidFill>
              </a:defRPr>
            </a:lvl1pPr>
          </a:lstStyle>
          <a:p>
            <a:pPr marL="171450" lvl="0" indent="-171450">
              <a:spcBef>
                <a:spcPts val="0"/>
              </a:spcBef>
              <a:spcAft>
                <a:spcPts val="0"/>
              </a:spcAft>
            </a:pPr>
            <a:r>
              <a:rPr lang="en-GB"/>
              <a:t>Source, footnote</a:t>
            </a:r>
          </a:p>
        </p:txBody>
      </p:sp>
      <p:sp>
        <p:nvSpPr>
          <p:cNvPr id="27" name="Content 4 Placeholder">
            <a:extLst>
              <a:ext uri="{FF2B5EF4-FFF2-40B4-BE49-F238E27FC236}">
                <a16:creationId xmlns:a16="http://schemas.microsoft.com/office/drawing/2014/main" id="{7C2B5AD6-A6E3-3B28-9679-4CAA49FFC4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7" hasCustomPrompt="1"/>
          </p:nvPr>
        </p:nvSpPr>
        <p:spPr>
          <a:xfrm>
            <a:off x="9169400" y="2019300"/>
            <a:ext cx="2736013" cy="3657600"/>
          </a:xfrm>
        </p:spPr>
        <p:txBody>
          <a:bodyPr>
            <a:noAutofit/>
          </a:bodyPr>
          <a:lstStyle/>
          <a:p>
            <a:pPr lvl="0"/>
            <a:r>
              <a:rPr lang="en-US"/>
              <a:t>Insert your copy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9" name="Header 4 Placeholder">
            <a:extLst>
              <a:ext uri="{FF2B5EF4-FFF2-40B4-BE49-F238E27FC236}">
                <a16:creationId xmlns:a16="http://schemas.microsoft.com/office/drawing/2014/main" id="{46CE2237-C386-E5C2-9850-234FCD6F55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9169401" y="1308100"/>
            <a:ext cx="2730499" cy="620525"/>
          </a:xfrm>
        </p:spPr>
        <p:txBody>
          <a:bodyPr anchor="b">
            <a:noAutofit/>
          </a:bodyPr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Insert column header</a:t>
            </a:r>
          </a:p>
        </p:txBody>
      </p:sp>
      <p:sp>
        <p:nvSpPr>
          <p:cNvPr id="19" name="Content 3 Placeholder">
            <a:extLst>
              <a:ext uri="{FF2B5EF4-FFF2-40B4-BE49-F238E27FC236}">
                <a16:creationId xmlns:a16="http://schemas.microsoft.com/office/drawing/2014/main" id="{9D282216-D102-1092-A42F-C09C78C616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5" hasCustomPrompt="1"/>
          </p:nvPr>
        </p:nvSpPr>
        <p:spPr>
          <a:xfrm>
            <a:off x="6215480" y="2019300"/>
            <a:ext cx="2736013" cy="3657600"/>
          </a:xfrm>
        </p:spPr>
        <p:txBody>
          <a:bodyPr>
            <a:noAutofit/>
          </a:bodyPr>
          <a:lstStyle/>
          <a:p>
            <a:pPr lvl="0"/>
            <a:r>
              <a:rPr lang="en-US"/>
              <a:t>Insert your copy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Header 3 Placeholder">
            <a:extLst>
              <a:ext uri="{FF2B5EF4-FFF2-40B4-BE49-F238E27FC236}">
                <a16:creationId xmlns:a16="http://schemas.microsoft.com/office/drawing/2014/main" id="{DF86DE8F-0F64-3718-C7A3-3C0DA008E3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6215481" y="1308100"/>
            <a:ext cx="2730499" cy="620525"/>
          </a:xfrm>
        </p:spPr>
        <p:txBody>
          <a:bodyPr anchor="b">
            <a:noAutofit/>
          </a:bodyPr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Insert column header</a:t>
            </a:r>
          </a:p>
        </p:txBody>
      </p:sp>
      <p:sp>
        <p:nvSpPr>
          <p:cNvPr id="21" name="Content 2 Placeholder">
            <a:extLst>
              <a:ext uri="{FF2B5EF4-FFF2-40B4-BE49-F238E27FC236}">
                <a16:creationId xmlns:a16="http://schemas.microsoft.com/office/drawing/2014/main" id="{0C107B28-6253-BBE5-A677-D106A288FC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4" hasCustomPrompt="1"/>
          </p:nvPr>
        </p:nvSpPr>
        <p:spPr>
          <a:xfrm>
            <a:off x="3251201" y="2019300"/>
            <a:ext cx="2746372" cy="3657600"/>
          </a:xfrm>
        </p:spPr>
        <p:txBody>
          <a:bodyPr>
            <a:noAutofit/>
          </a:bodyPr>
          <a:lstStyle/>
          <a:p>
            <a:pPr lvl="0"/>
            <a:r>
              <a:rPr lang="en-US"/>
              <a:t>Insert your copy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2" name="Header 2 Placeholder">
            <a:extLst>
              <a:ext uri="{FF2B5EF4-FFF2-40B4-BE49-F238E27FC236}">
                <a16:creationId xmlns:a16="http://schemas.microsoft.com/office/drawing/2014/main" id="{F576DA41-4177-FBCB-15CA-5D5CFC03D6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" hasCustomPrompt="1"/>
          </p:nvPr>
        </p:nvSpPr>
        <p:spPr>
          <a:xfrm>
            <a:off x="3251201" y="1308100"/>
            <a:ext cx="2730499" cy="620525"/>
          </a:xfrm>
        </p:spPr>
        <p:txBody>
          <a:bodyPr anchor="b">
            <a:noAutofit/>
          </a:bodyPr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Insert column header</a:t>
            </a:r>
          </a:p>
        </p:txBody>
      </p:sp>
      <p:sp>
        <p:nvSpPr>
          <p:cNvPr id="23" name="Content 1 Placeholder">
            <a:extLst>
              <a:ext uri="{FF2B5EF4-FFF2-40B4-BE49-F238E27FC236}">
                <a16:creationId xmlns:a16="http://schemas.microsoft.com/office/drawing/2014/main" id="{798BF9BC-09E8-98E1-3853-58189E5CB9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2" hasCustomPrompt="1"/>
          </p:nvPr>
        </p:nvSpPr>
        <p:spPr>
          <a:xfrm>
            <a:off x="292101" y="2019300"/>
            <a:ext cx="2741193" cy="3657600"/>
          </a:xfrm>
        </p:spPr>
        <p:txBody>
          <a:bodyPr>
            <a:noAutofit/>
          </a:bodyPr>
          <a:lstStyle/>
          <a:p>
            <a:pPr lvl="0"/>
            <a:r>
              <a:rPr lang="en-US"/>
              <a:t>Insert your copy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4" name="Header 1 Placeholder">
            <a:extLst>
              <a:ext uri="{FF2B5EF4-FFF2-40B4-BE49-F238E27FC236}">
                <a16:creationId xmlns:a16="http://schemas.microsoft.com/office/drawing/2014/main" id="{3DBA9534-E843-A204-0F9A-0F01FA4257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 hasCustomPrompt="1"/>
          </p:nvPr>
        </p:nvSpPr>
        <p:spPr>
          <a:xfrm>
            <a:off x="292101" y="1308100"/>
            <a:ext cx="2730499" cy="620525"/>
          </a:xfrm>
        </p:spPr>
        <p:txBody>
          <a:bodyPr anchor="b">
            <a:noAutofit/>
          </a:bodyPr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Insert column header</a:t>
            </a:r>
          </a:p>
        </p:txBody>
      </p:sp>
      <p:sp>
        <p:nvSpPr>
          <p:cNvPr id="25" name="Subtitle Placeholder">
            <a:extLst>
              <a:ext uri="{FF2B5EF4-FFF2-40B4-BE49-F238E27FC236}">
                <a16:creationId xmlns:a16="http://schemas.microsoft.com/office/drawing/2014/main" id="{F84E48B2-4370-582F-FBFE-E1DA1A8B91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92100" y="579495"/>
            <a:ext cx="11607800" cy="436562"/>
          </a:xfrm>
        </p:spPr>
        <p:txBody>
          <a:bodyPr vert="horz" lIns="0" tIns="45720" rIns="0" bIns="45720" rtlCol="0">
            <a:noAutofit/>
          </a:bodyPr>
          <a:lstStyle>
            <a:lvl1pPr marL="0" indent="0">
              <a:buNone/>
              <a:defRPr kumimoji="0" lang="en-GB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pPr marL="171450" marR="0" lvl="0" indent="-17145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GB"/>
              <a:t>Insert your subtitle in Arial 16pt</a:t>
            </a:r>
          </a:p>
        </p:txBody>
      </p:sp>
      <p:sp>
        <p:nvSpPr>
          <p:cNvPr id="26" name="Title Placeholder">
            <a:extLst>
              <a:ext uri="{FF2B5EF4-FFF2-40B4-BE49-F238E27FC236}">
                <a16:creationId xmlns:a16="http://schemas.microsoft.com/office/drawing/2014/main" id="{3E0B6312-F182-139F-C3A4-F69C900CC4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292100" y="304800"/>
            <a:ext cx="11613314" cy="265590"/>
          </a:xfrm>
        </p:spPr>
        <p:txBody>
          <a:bodyPr>
            <a:noAutofit/>
          </a:bodyPr>
          <a:lstStyle/>
          <a:p>
            <a:r>
              <a:rPr lang="en-US"/>
              <a:t>Insert your slide title in Arial Bold 20pt</a:t>
            </a:r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BABAEE-8AF8-C7A5-9791-2B0777C122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5E916C-06EA-4A63-BCC6-C2A4B812ED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20A0A-E5D3-4613-E0B7-BD12368461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21"/>
          </p:nvPr>
        </p:nvSpPr>
        <p:spPr/>
        <p:txBody>
          <a:bodyPr/>
          <a:lstStyle/>
          <a:p>
            <a:fld id="{3E04DF46-C0DC-4ADC-9A6F-918CC4703A4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8363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8" pos="1904">
          <p15:clr>
            <a:srgbClr val="5ACBF0"/>
          </p15:clr>
        </p15:guide>
        <p15:guide id="9" pos="2048">
          <p15:clr>
            <a:srgbClr val="5ACBF0"/>
          </p15:clr>
        </p15:guide>
        <p15:guide id="14" pos="3768">
          <p15:clr>
            <a:srgbClr val="A4A3A4"/>
          </p15:clr>
        </p15:guide>
        <p15:guide id="15" pos="3912">
          <p15:clr>
            <a:srgbClr val="A4A3A4"/>
          </p15:clr>
        </p15:guide>
        <p15:guide id="20" pos="5631">
          <p15:clr>
            <a:srgbClr val="5ACBF0"/>
          </p15:clr>
        </p15:guide>
        <p15:guide id="21" pos="5775">
          <p15:clr>
            <a:srgbClr val="5ACBF0"/>
          </p15:clr>
        </p15:guide>
        <p15:guide id="22" orient="horz" pos="2304">
          <p15:clr>
            <a:srgbClr val="A4A3A4"/>
          </p15:clr>
        </p15:guide>
        <p15:guide id="23" orient="horz" pos="2232">
          <p15:clr>
            <a:srgbClr val="A4A3A4"/>
          </p15:clr>
        </p15:guide>
        <p15:guide id="24" orient="horz" pos="2376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FA923D6-1B1D-C944-F69C-5C8DC29389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8"/>
          </p:nvPr>
        </p:nvSpPr>
        <p:spPr>
          <a:xfrm>
            <a:off x="292100" y="1447857"/>
            <a:ext cx="3474720" cy="2095444"/>
          </a:xfrm>
          <a:custGeom>
            <a:avLst/>
            <a:gdLst>
              <a:gd name="connsiteX0" fmla="*/ 241937 w 3716867"/>
              <a:gd name="connsiteY0" fmla="*/ 0 h 2411650"/>
              <a:gd name="connsiteX1" fmla="*/ 3474930 w 3716867"/>
              <a:gd name="connsiteY1" fmla="*/ 0 h 2411650"/>
              <a:gd name="connsiteX2" fmla="*/ 3716867 w 3716867"/>
              <a:gd name="connsiteY2" fmla="*/ 241937 h 2411650"/>
              <a:gd name="connsiteX3" fmla="*/ 3716867 w 3716867"/>
              <a:gd name="connsiteY3" fmla="*/ 2169713 h 2411650"/>
              <a:gd name="connsiteX4" fmla="*/ 3474930 w 3716867"/>
              <a:gd name="connsiteY4" fmla="*/ 2411650 h 2411650"/>
              <a:gd name="connsiteX5" fmla="*/ 337458 w 3716867"/>
              <a:gd name="connsiteY5" fmla="*/ 2411650 h 2411650"/>
              <a:gd name="connsiteX6" fmla="*/ 241937 w 3716867"/>
              <a:gd name="connsiteY6" fmla="*/ 2411650 h 2411650"/>
              <a:gd name="connsiteX7" fmla="*/ 0 w 3716867"/>
              <a:gd name="connsiteY7" fmla="*/ 2411650 h 2411650"/>
              <a:gd name="connsiteX8" fmla="*/ 0 w 3716867"/>
              <a:gd name="connsiteY8" fmla="*/ 2169713 h 2411650"/>
              <a:gd name="connsiteX9" fmla="*/ 0 w 3716867"/>
              <a:gd name="connsiteY9" fmla="*/ 2074192 h 2411650"/>
              <a:gd name="connsiteX10" fmla="*/ 0 w 3716867"/>
              <a:gd name="connsiteY10" fmla="*/ 241937 h 2411650"/>
              <a:gd name="connsiteX11" fmla="*/ 241937 w 3716867"/>
              <a:gd name="connsiteY11" fmla="*/ 0 h 241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716867" h="2411650">
                <a:moveTo>
                  <a:pt x="241937" y="0"/>
                </a:moveTo>
                <a:lnTo>
                  <a:pt x="3474930" y="0"/>
                </a:lnTo>
                <a:cubicBezTo>
                  <a:pt x="3608548" y="0"/>
                  <a:pt x="3716867" y="108319"/>
                  <a:pt x="3716867" y="241937"/>
                </a:cubicBezTo>
                <a:lnTo>
                  <a:pt x="3716867" y="2169713"/>
                </a:lnTo>
                <a:cubicBezTo>
                  <a:pt x="3716867" y="2303331"/>
                  <a:pt x="3608548" y="2411650"/>
                  <a:pt x="3474930" y="2411650"/>
                </a:cubicBezTo>
                <a:lnTo>
                  <a:pt x="337458" y="2411650"/>
                </a:lnTo>
                <a:lnTo>
                  <a:pt x="241937" y="2411650"/>
                </a:lnTo>
                <a:lnTo>
                  <a:pt x="0" y="2411650"/>
                </a:lnTo>
                <a:lnTo>
                  <a:pt x="0" y="2169713"/>
                </a:lnTo>
                <a:lnTo>
                  <a:pt x="0" y="2074192"/>
                </a:lnTo>
                <a:lnTo>
                  <a:pt x="0" y="241937"/>
                </a:lnTo>
                <a:cubicBezTo>
                  <a:pt x="0" y="108319"/>
                  <a:pt x="108319" y="0"/>
                  <a:pt x="24193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000"/>
            </a:lvl1pPr>
          </a:lstStyle>
          <a:p>
            <a:pPr marL="171450" lvl="0" indent="-171450" algn="ctr"/>
            <a:endParaRPr lang="en-US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334999CC-B0E8-932E-3334-1667B3798F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3E04DF46-C0DC-4ADC-9A6F-918CC4703A43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FA438E1-E88D-115E-D3AC-C02C6E11C4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Date Placeholder">
            <a:extLst>
              <a:ext uri="{FF2B5EF4-FFF2-40B4-BE49-F238E27FC236}">
                <a16:creationId xmlns:a16="http://schemas.microsoft.com/office/drawing/2014/main" id="{A9C7E5F4-8ACB-AE44-BEFF-CFE9E0596F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Source Placeholder">
            <a:extLst>
              <a:ext uri="{FF2B5EF4-FFF2-40B4-BE49-F238E27FC236}">
                <a16:creationId xmlns:a16="http://schemas.microsoft.com/office/drawing/2014/main" id="{C3339F06-F87A-3EB3-4646-D4F9A9AC27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292100" y="6108700"/>
            <a:ext cx="11607800" cy="194127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lang="en-GB" sz="800" dirty="0">
                <a:solidFill>
                  <a:srgbClr val="B3B3B3"/>
                </a:solidFill>
              </a:defRPr>
            </a:lvl1pPr>
          </a:lstStyle>
          <a:p>
            <a:pPr marL="171450" lvl="0" indent="-171450">
              <a:spcBef>
                <a:spcPts val="0"/>
              </a:spcBef>
              <a:spcAft>
                <a:spcPts val="0"/>
              </a:spcAft>
            </a:pPr>
            <a:r>
              <a:rPr lang="en-GB"/>
              <a:t>Source, footnote</a:t>
            </a:r>
          </a:p>
        </p:txBody>
      </p:sp>
      <p:sp>
        <p:nvSpPr>
          <p:cNvPr id="28" name="Subtitle Placeholder">
            <a:extLst>
              <a:ext uri="{FF2B5EF4-FFF2-40B4-BE49-F238E27FC236}">
                <a16:creationId xmlns:a16="http://schemas.microsoft.com/office/drawing/2014/main" id="{8C1BA443-5E48-08B0-7F06-D0960B1340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92100" y="579495"/>
            <a:ext cx="11607800" cy="436562"/>
          </a:xfrm>
        </p:spPr>
        <p:txBody>
          <a:bodyPr vert="horz" lIns="0" tIns="45720" rIns="0" bIns="45720" rtlCol="0">
            <a:noAutofit/>
          </a:bodyPr>
          <a:lstStyle>
            <a:lvl1pPr marL="0" indent="0">
              <a:buNone/>
              <a:defRPr kumimoji="0" lang="en-GB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pPr marL="171450" marR="0" lvl="0" indent="-17145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GB"/>
              <a:t>Insert your subtitle in Arial 16pt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54DD3914-9029-5BF1-3AFD-5FCA9538DD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Insert your slide title in Arial Bold 20pt</a:t>
            </a:r>
            <a:endParaRPr lang="en-GB"/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FB54A524-058E-0476-F15B-9CA3E4652D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292100" y="3647665"/>
            <a:ext cx="3474720" cy="24622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Insert Header Title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2583DA2C-85DE-CBF4-72EF-AD3D3B9732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9" hasCustomPrompt="1"/>
          </p:nvPr>
        </p:nvSpPr>
        <p:spPr>
          <a:xfrm>
            <a:off x="292100" y="3975101"/>
            <a:ext cx="3474720" cy="1701799"/>
          </a:xfrm>
        </p:spPr>
        <p:txBody>
          <a:bodyPr lIns="0" tIns="0" rIns="0" bIns="0">
            <a:noAutofit/>
          </a:bodyPr>
          <a:lstStyle>
            <a:lvl1pPr marL="285750" indent="-28575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/>
              <a:t>Insert Text here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Insert Text here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Insert Text here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Insert Text here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Insert Text here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E575640-D79C-4729-414E-ABD9971F28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0"/>
          </p:nvPr>
        </p:nvSpPr>
        <p:spPr>
          <a:xfrm>
            <a:off x="8430693" y="1447857"/>
            <a:ext cx="3469207" cy="2095444"/>
          </a:xfrm>
          <a:custGeom>
            <a:avLst/>
            <a:gdLst>
              <a:gd name="connsiteX0" fmla="*/ 241937 w 3716867"/>
              <a:gd name="connsiteY0" fmla="*/ 0 h 2411650"/>
              <a:gd name="connsiteX1" fmla="*/ 3474930 w 3716867"/>
              <a:gd name="connsiteY1" fmla="*/ 0 h 2411650"/>
              <a:gd name="connsiteX2" fmla="*/ 3716867 w 3716867"/>
              <a:gd name="connsiteY2" fmla="*/ 241937 h 2411650"/>
              <a:gd name="connsiteX3" fmla="*/ 3716867 w 3716867"/>
              <a:gd name="connsiteY3" fmla="*/ 2169713 h 2411650"/>
              <a:gd name="connsiteX4" fmla="*/ 3474930 w 3716867"/>
              <a:gd name="connsiteY4" fmla="*/ 2411650 h 2411650"/>
              <a:gd name="connsiteX5" fmla="*/ 337458 w 3716867"/>
              <a:gd name="connsiteY5" fmla="*/ 2411650 h 2411650"/>
              <a:gd name="connsiteX6" fmla="*/ 241937 w 3716867"/>
              <a:gd name="connsiteY6" fmla="*/ 2411650 h 2411650"/>
              <a:gd name="connsiteX7" fmla="*/ 0 w 3716867"/>
              <a:gd name="connsiteY7" fmla="*/ 2411650 h 2411650"/>
              <a:gd name="connsiteX8" fmla="*/ 0 w 3716867"/>
              <a:gd name="connsiteY8" fmla="*/ 2169713 h 2411650"/>
              <a:gd name="connsiteX9" fmla="*/ 0 w 3716867"/>
              <a:gd name="connsiteY9" fmla="*/ 2074192 h 2411650"/>
              <a:gd name="connsiteX10" fmla="*/ 0 w 3716867"/>
              <a:gd name="connsiteY10" fmla="*/ 241937 h 2411650"/>
              <a:gd name="connsiteX11" fmla="*/ 241937 w 3716867"/>
              <a:gd name="connsiteY11" fmla="*/ 0 h 241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716867" h="2411650">
                <a:moveTo>
                  <a:pt x="241937" y="0"/>
                </a:moveTo>
                <a:lnTo>
                  <a:pt x="3474930" y="0"/>
                </a:lnTo>
                <a:cubicBezTo>
                  <a:pt x="3608548" y="0"/>
                  <a:pt x="3716867" y="108319"/>
                  <a:pt x="3716867" y="241937"/>
                </a:cubicBezTo>
                <a:lnTo>
                  <a:pt x="3716867" y="2169713"/>
                </a:lnTo>
                <a:cubicBezTo>
                  <a:pt x="3716867" y="2303331"/>
                  <a:pt x="3608548" y="2411650"/>
                  <a:pt x="3474930" y="2411650"/>
                </a:cubicBezTo>
                <a:lnTo>
                  <a:pt x="337458" y="2411650"/>
                </a:lnTo>
                <a:lnTo>
                  <a:pt x="241937" y="2411650"/>
                </a:lnTo>
                <a:lnTo>
                  <a:pt x="0" y="2411650"/>
                </a:lnTo>
                <a:lnTo>
                  <a:pt x="0" y="2169713"/>
                </a:lnTo>
                <a:lnTo>
                  <a:pt x="0" y="2074192"/>
                </a:lnTo>
                <a:lnTo>
                  <a:pt x="0" y="241937"/>
                </a:lnTo>
                <a:cubicBezTo>
                  <a:pt x="0" y="108319"/>
                  <a:pt x="108319" y="0"/>
                  <a:pt x="24193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000"/>
            </a:lvl1pPr>
          </a:lstStyle>
          <a:p>
            <a:pPr marL="171450" lvl="0" indent="-171450" algn="ctr"/>
            <a:endParaRPr lang="en-US"/>
          </a:p>
        </p:txBody>
      </p:sp>
      <p:sp>
        <p:nvSpPr>
          <p:cNvPr id="34" name="Text Placeholder 20">
            <a:extLst>
              <a:ext uri="{FF2B5EF4-FFF2-40B4-BE49-F238E27FC236}">
                <a16:creationId xmlns:a16="http://schemas.microsoft.com/office/drawing/2014/main" id="{8DF3C91E-F845-5381-FE27-6E5CCB7272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1" hasCustomPrompt="1"/>
          </p:nvPr>
        </p:nvSpPr>
        <p:spPr>
          <a:xfrm>
            <a:off x="8430693" y="3647665"/>
            <a:ext cx="3474720" cy="24622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Insert Header Title</a:t>
            </a:r>
          </a:p>
        </p:txBody>
      </p: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AA2E02F4-7B56-94B8-B7CA-521B85D42B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2" hasCustomPrompt="1"/>
          </p:nvPr>
        </p:nvSpPr>
        <p:spPr>
          <a:xfrm>
            <a:off x="8430693" y="3975101"/>
            <a:ext cx="3474720" cy="1701799"/>
          </a:xfrm>
        </p:spPr>
        <p:txBody>
          <a:bodyPr lIns="0" tIns="0" rIns="0" bIns="0">
            <a:noAutofit/>
          </a:bodyPr>
          <a:lstStyle>
            <a:lvl1pPr marL="285750" indent="-28575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/>
              <a:t>Insert Text here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Insert Text here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Insert Text here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Insert Text here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Insert Text here</a:t>
            </a:r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011E2DBF-C5EE-F54A-AE94-8D44534629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3"/>
          </p:nvPr>
        </p:nvSpPr>
        <p:spPr>
          <a:xfrm>
            <a:off x="4361397" y="1447857"/>
            <a:ext cx="3474720" cy="2095444"/>
          </a:xfrm>
          <a:custGeom>
            <a:avLst/>
            <a:gdLst>
              <a:gd name="connsiteX0" fmla="*/ 241937 w 3716867"/>
              <a:gd name="connsiteY0" fmla="*/ 0 h 2411650"/>
              <a:gd name="connsiteX1" fmla="*/ 3474930 w 3716867"/>
              <a:gd name="connsiteY1" fmla="*/ 0 h 2411650"/>
              <a:gd name="connsiteX2" fmla="*/ 3716867 w 3716867"/>
              <a:gd name="connsiteY2" fmla="*/ 241937 h 2411650"/>
              <a:gd name="connsiteX3" fmla="*/ 3716867 w 3716867"/>
              <a:gd name="connsiteY3" fmla="*/ 2169713 h 2411650"/>
              <a:gd name="connsiteX4" fmla="*/ 3474930 w 3716867"/>
              <a:gd name="connsiteY4" fmla="*/ 2411650 h 2411650"/>
              <a:gd name="connsiteX5" fmla="*/ 337458 w 3716867"/>
              <a:gd name="connsiteY5" fmla="*/ 2411650 h 2411650"/>
              <a:gd name="connsiteX6" fmla="*/ 241937 w 3716867"/>
              <a:gd name="connsiteY6" fmla="*/ 2411650 h 2411650"/>
              <a:gd name="connsiteX7" fmla="*/ 0 w 3716867"/>
              <a:gd name="connsiteY7" fmla="*/ 2411650 h 2411650"/>
              <a:gd name="connsiteX8" fmla="*/ 0 w 3716867"/>
              <a:gd name="connsiteY8" fmla="*/ 2169713 h 2411650"/>
              <a:gd name="connsiteX9" fmla="*/ 0 w 3716867"/>
              <a:gd name="connsiteY9" fmla="*/ 2074192 h 2411650"/>
              <a:gd name="connsiteX10" fmla="*/ 0 w 3716867"/>
              <a:gd name="connsiteY10" fmla="*/ 241937 h 2411650"/>
              <a:gd name="connsiteX11" fmla="*/ 241937 w 3716867"/>
              <a:gd name="connsiteY11" fmla="*/ 0 h 241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716867" h="2411650">
                <a:moveTo>
                  <a:pt x="241937" y="0"/>
                </a:moveTo>
                <a:lnTo>
                  <a:pt x="3474930" y="0"/>
                </a:lnTo>
                <a:cubicBezTo>
                  <a:pt x="3608548" y="0"/>
                  <a:pt x="3716867" y="108319"/>
                  <a:pt x="3716867" y="241937"/>
                </a:cubicBezTo>
                <a:lnTo>
                  <a:pt x="3716867" y="2169713"/>
                </a:lnTo>
                <a:cubicBezTo>
                  <a:pt x="3716867" y="2303331"/>
                  <a:pt x="3608548" y="2411650"/>
                  <a:pt x="3474930" y="2411650"/>
                </a:cubicBezTo>
                <a:lnTo>
                  <a:pt x="337458" y="2411650"/>
                </a:lnTo>
                <a:lnTo>
                  <a:pt x="241937" y="2411650"/>
                </a:lnTo>
                <a:lnTo>
                  <a:pt x="0" y="2411650"/>
                </a:lnTo>
                <a:lnTo>
                  <a:pt x="0" y="2169713"/>
                </a:lnTo>
                <a:lnTo>
                  <a:pt x="0" y="2074192"/>
                </a:lnTo>
                <a:lnTo>
                  <a:pt x="0" y="241937"/>
                </a:lnTo>
                <a:cubicBezTo>
                  <a:pt x="0" y="108319"/>
                  <a:pt x="108319" y="0"/>
                  <a:pt x="24193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000"/>
            </a:lvl1pPr>
          </a:lstStyle>
          <a:p>
            <a:pPr marL="171450" lvl="0" indent="-171450" algn="ctr"/>
            <a:endParaRPr lang="en-US"/>
          </a:p>
        </p:txBody>
      </p:sp>
      <p:sp>
        <p:nvSpPr>
          <p:cNvPr id="39" name="Text Placeholder 20">
            <a:extLst>
              <a:ext uri="{FF2B5EF4-FFF2-40B4-BE49-F238E27FC236}">
                <a16:creationId xmlns:a16="http://schemas.microsoft.com/office/drawing/2014/main" id="{FCC583A0-5998-B123-BEBD-466A960B94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4" hasCustomPrompt="1"/>
          </p:nvPr>
        </p:nvSpPr>
        <p:spPr>
          <a:xfrm>
            <a:off x="4361397" y="3647665"/>
            <a:ext cx="3474720" cy="24622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Insert Header Title</a:t>
            </a:r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7CC5285E-D54F-BDF8-1E3D-60B2B3A7A8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5" hasCustomPrompt="1"/>
          </p:nvPr>
        </p:nvSpPr>
        <p:spPr>
          <a:xfrm>
            <a:off x="4361397" y="3975101"/>
            <a:ext cx="3474720" cy="1701799"/>
          </a:xfrm>
        </p:spPr>
        <p:txBody>
          <a:bodyPr lIns="0" tIns="0" rIns="0" bIns="0">
            <a:noAutofit/>
          </a:bodyPr>
          <a:lstStyle>
            <a:lvl1pPr marL="285750" indent="-28575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/>
              <a:t>Insert Text here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Insert Text here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Insert Text here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Insert Text here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Insert Text here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6BF85AA-3B1C-FBDA-DB29-790BDA6ABD7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4064109" y="1447856"/>
            <a:ext cx="0" cy="4229044"/>
          </a:xfrm>
          <a:prstGeom prst="line">
            <a:avLst/>
          </a:prstGeom>
          <a:noFill/>
          <a:ln w="12700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3DB7441-E06C-866B-CC71-783B0B76B53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8133405" y="1447856"/>
            <a:ext cx="0" cy="4229044"/>
          </a:xfrm>
          <a:prstGeom prst="line">
            <a:avLst/>
          </a:prstGeom>
          <a:noFill/>
          <a:ln w="12700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" name="Off-slide Instructions">
            <a:extLst>
              <a:ext uri="{FF2B5EF4-FFF2-40B4-BE49-F238E27FC236}">
                <a16:creationId xmlns:a16="http://schemas.microsoft.com/office/drawing/2014/main" id="{0BEF4EF9-09D0-80BF-4E59-CC634D0D6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338614" y="0"/>
            <a:ext cx="2812486" cy="2373888"/>
          </a:xfrm>
          <a:prstGeom prst="bracketPair">
            <a:avLst>
              <a:gd name="adj" fmla="val 4083"/>
            </a:avLst>
          </a:prstGeom>
          <a:solidFill>
            <a:srgbClr val="FFFF00">
              <a:alpha val="80000"/>
            </a:srgbClr>
          </a:solidFill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marL="0" indent="0" algn="ctr" defTabSz="914400" rtl="0" eaLnBrk="1" latinLnBrk="0" hangingPunct="1">
              <a:spcAft>
                <a:spcPts val="400"/>
              </a:spcAft>
              <a:buFont typeface="+mj-lt"/>
              <a:buNone/>
            </a:pPr>
            <a:r>
              <a:rPr lang="en-US" sz="1200" b="0" kern="120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Avoid filling a slide with text that you will read. Instead use images to put your audience in the right state of mind, bullets to highlight key info, </a:t>
            </a:r>
            <a:br>
              <a:rPr lang="en-US" sz="1200" b="0" kern="1200">
                <a:solidFill>
                  <a:srgbClr val="000000"/>
                </a:solidFill>
                <a:latin typeface="+mn-lt"/>
                <a:ea typeface="+mn-ea"/>
                <a:cs typeface="+mn-cs"/>
              </a:rPr>
            </a:br>
            <a:r>
              <a:rPr lang="en-US" sz="1200" b="0" kern="120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and speak to the insights</a:t>
            </a:r>
          </a:p>
        </p:txBody>
      </p:sp>
    </p:spTree>
    <p:extLst>
      <p:ext uri="{BB962C8B-B14F-4D97-AF65-F5344CB8AC3E}">
        <p14:creationId xmlns:p14="http://schemas.microsoft.com/office/powerpoint/2010/main" val="3233329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2525">
          <p15:clr>
            <a:srgbClr val="FDE53C"/>
          </p15:clr>
        </p15:guide>
        <p15:guide id="11" pos="2664">
          <p15:clr>
            <a:srgbClr val="FDE53C"/>
          </p15:clr>
        </p15:guide>
        <p15:guide id="18" pos="5010">
          <p15:clr>
            <a:srgbClr val="FDE53C"/>
          </p15:clr>
        </p15:guide>
        <p15:guide id="19" pos="5154">
          <p15:clr>
            <a:srgbClr val="FDE53C"/>
          </p15:clr>
        </p15:guide>
        <p15:guide id="22" orient="horz" pos="2304">
          <p15:clr>
            <a:srgbClr val="A4A3A4"/>
          </p15:clr>
        </p15:guide>
        <p15:guide id="23" orient="horz" pos="2232">
          <p15:clr>
            <a:srgbClr val="A4A3A4"/>
          </p15:clr>
        </p15:guide>
        <p15:guide id="24" orient="horz" pos="2376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ource Placeholder">
            <a:extLst>
              <a:ext uri="{FF2B5EF4-FFF2-40B4-BE49-F238E27FC236}">
                <a16:creationId xmlns:a16="http://schemas.microsoft.com/office/drawing/2014/main" id="{B58D918B-E5ED-CEFD-AC78-E2B63F48FC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292100" y="6108700"/>
            <a:ext cx="11607800" cy="194127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lang="en-GB" sz="800" dirty="0">
                <a:solidFill>
                  <a:srgbClr val="B3B3B3"/>
                </a:solidFill>
              </a:defRPr>
            </a:lvl1pPr>
          </a:lstStyle>
          <a:p>
            <a:pPr marL="171450" lvl="0" indent="-171450">
              <a:spcBef>
                <a:spcPts val="0"/>
              </a:spcBef>
              <a:spcAft>
                <a:spcPts val="0"/>
              </a:spcAft>
            </a:pPr>
            <a:r>
              <a:rPr lang="en-GB"/>
              <a:t>Source, footnote</a:t>
            </a:r>
          </a:p>
        </p:txBody>
      </p:sp>
      <p:sp>
        <p:nvSpPr>
          <p:cNvPr id="27" name="Content 4 Placeholder">
            <a:extLst>
              <a:ext uri="{FF2B5EF4-FFF2-40B4-BE49-F238E27FC236}">
                <a16:creationId xmlns:a16="http://schemas.microsoft.com/office/drawing/2014/main" id="{144A1808-BD26-954C-7A7D-83EEA82BA6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20" hasCustomPrompt="1"/>
          </p:nvPr>
        </p:nvSpPr>
        <p:spPr>
          <a:xfrm>
            <a:off x="9169398" y="3962400"/>
            <a:ext cx="2730499" cy="1714499"/>
          </a:xfrm>
        </p:spPr>
        <p:txBody>
          <a:bodyPr>
            <a:noAutofit/>
          </a:bodyPr>
          <a:lstStyle/>
          <a:p>
            <a:pPr lvl="0"/>
            <a:r>
              <a:rPr lang="en-US"/>
              <a:t>Insert your copy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Content 3 Placeholder">
            <a:extLst>
              <a:ext uri="{FF2B5EF4-FFF2-40B4-BE49-F238E27FC236}">
                <a16:creationId xmlns:a16="http://schemas.microsoft.com/office/drawing/2014/main" id="{1C68F5D6-927B-1890-8237-531EC33D82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7" hasCustomPrompt="1"/>
          </p:nvPr>
        </p:nvSpPr>
        <p:spPr>
          <a:xfrm>
            <a:off x="6210300" y="3962400"/>
            <a:ext cx="2730499" cy="1714499"/>
          </a:xfrm>
        </p:spPr>
        <p:txBody>
          <a:bodyPr>
            <a:noAutofit/>
          </a:bodyPr>
          <a:lstStyle/>
          <a:p>
            <a:pPr lvl="0"/>
            <a:r>
              <a:rPr lang="en-US"/>
              <a:t>Insert your copy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Content 2 Placeholder">
            <a:extLst>
              <a:ext uri="{FF2B5EF4-FFF2-40B4-BE49-F238E27FC236}">
                <a16:creationId xmlns:a16="http://schemas.microsoft.com/office/drawing/2014/main" id="{D738D949-C558-6B16-B96A-624CAABF5C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8" hasCustomPrompt="1"/>
          </p:nvPr>
        </p:nvSpPr>
        <p:spPr>
          <a:xfrm>
            <a:off x="3251202" y="3962400"/>
            <a:ext cx="2730499" cy="1714499"/>
          </a:xfrm>
        </p:spPr>
        <p:txBody>
          <a:bodyPr>
            <a:noAutofit/>
          </a:bodyPr>
          <a:lstStyle/>
          <a:p>
            <a:pPr lvl="0"/>
            <a:r>
              <a:rPr lang="en-US"/>
              <a:t>Insert your copy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Content 1 Placeholder">
            <a:extLst>
              <a:ext uri="{FF2B5EF4-FFF2-40B4-BE49-F238E27FC236}">
                <a16:creationId xmlns:a16="http://schemas.microsoft.com/office/drawing/2014/main" id="{9B7A0767-D64A-2252-7ED8-79BDD2A285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9" hasCustomPrompt="1"/>
          </p:nvPr>
        </p:nvSpPr>
        <p:spPr>
          <a:xfrm>
            <a:off x="292101" y="3962400"/>
            <a:ext cx="2730500" cy="1714499"/>
          </a:xfrm>
        </p:spPr>
        <p:txBody>
          <a:bodyPr>
            <a:noAutofit/>
          </a:bodyPr>
          <a:lstStyle/>
          <a:p>
            <a:pPr lvl="0"/>
            <a:r>
              <a:rPr lang="en-US"/>
              <a:t>Insert your copy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5" name="Subtitle Placeholder">
            <a:extLst>
              <a:ext uri="{FF2B5EF4-FFF2-40B4-BE49-F238E27FC236}">
                <a16:creationId xmlns:a16="http://schemas.microsoft.com/office/drawing/2014/main" id="{377C48EF-B0F0-FB83-53E1-3E98D8DF92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92100" y="579495"/>
            <a:ext cx="11607800" cy="436562"/>
          </a:xfrm>
        </p:spPr>
        <p:txBody>
          <a:bodyPr vert="horz" lIns="0" tIns="45720" rIns="0" bIns="45720" rtlCol="0">
            <a:noAutofit/>
          </a:bodyPr>
          <a:lstStyle>
            <a:lvl1pPr marL="0" indent="0">
              <a:buNone/>
              <a:defRPr kumimoji="0" lang="en-GB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pPr marL="171450" marR="0" lvl="0" indent="-17145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GB"/>
              <a:t>Insert your subtitle in Arial 16pt</a:t>
            </a:r>
          </a:p>
        </p:txBody>
      </p:sp>
      <p:sp>
        <p:nvSpPr>
          <p:cNvPr id="26" name="Title Placeholder">
            <a:extLst>
              <a:ext uri="{FF2B5EF4-FFF2-40B4-BE49-F238E27FC236}">
                <a16:creationId xmlns:a16="http://schemas.microsoft.com/office/drawing/2014/main" id="{11AA0F79-4C10-AAB7-4E1A-A1143BCD44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292100" y="304800"/>
            <a:ext cx="11613314" cy="265590"/>
          </a:xfrm>
        </p:spPr>
        <p:txBody>
          <a:bodyPr>
            <a:noAutofit/>
          </a:bodyPr>
          <a:lstStyle/>
          <a:p>
            <a:r>
              <a:rPr lang="en-US"/>
              <a:t>Insert your slide title in Arial Bold 20pt</a:t>
            </a:r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9C7E95-088F-0783-E0CD-234D045E3E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EFD9D1-B594-5848-51D2-5641D5D21B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2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724EF-67AE-179A-A1D7-4644398CD4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24"/>
          </p:nvPr>
        </p:nvSpPr>
        <p:spPr/>
        <p:txBody>
          <a:bodyPr/>
          <a:lstStyle/>
          <a:p>
            <a:fld id="{3E04DF46-C0DC-4ADC-9A6F-918CC4703A4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A737900B-76E8-D033-053E-BA6078A952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8" hasCustomPrompt="1"/>
          </p:nvPr>
        </p:nvSpPr>
        <p:spPr>
          <a:xfrm>
            <a:off x="292100" y="3648789"/>
            <a:ext cx="2734056" cy="24622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Insert Header Title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70CB789E-BBDD-A1DC-9C21-AAEFB53A05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1" hasCustomPrompt="1"/>
          </p:nvPr>
        </p:nvSpPr>
        <p:spPr>
          <a:xfrm>
            <a:off x="9165841" y="3648789"/>
            <a:ext cx="2734056" cy="24622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Insert Header Title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39951871-7C71-8352-8A2C-E51FB976A3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4" hasCustomPrompt="1"/>
          </p:nvPr>
        </p:nvSpPr>
        <p:spPr>
          <a:xfrm>
            <a:off x="6207928" y="3648789"/>
            <a:ext cx="2734056" cy="24622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Insert Header Title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6F107FC2-4A03-0869-434A-A7C4F472CF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5" hasCustomPrompt="1"/>
          </p:nvPr>
        </p:nvSpPr>
        <p:spPr>
          <a:xfrm>
            <a:off x="3250014" y="3648789"/>
            <a:ext cx="2734056" cy="246221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Insert Header Title</a:t>
            </a:r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6CA7F799-B80C-C189-ED5D-A5AFC5CB12FA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292100" y="1447856"/>
            <a:ext cx="2730500" cy="2095444"/>
          </a:xfrm>
          <a:custGeom>
            <a:avLst/>
            <a:gdLst>
              <a:gd name="connsiteX0" fmla="*/ 191314 w 2730500"/>
              <a:gd name="connsiteY0" fmla="*/ 0 h 2095444"/>
              <a:gd name="connsiteX1" fmla="*/ 2539187 w 2730500"/>
              <a:gd name="connsiteY1" fmla="*/ 0 h 2095444"/>
              <a:gd name="connsiteX2" fmla="*/ 2715467 w 2730500"/>
              <a:gd name="connsiteY2" fmla="*/ 116846 h 2095444"/>
              <a:gd name="connsiteX3" fmla="*/ 2730500 w 2730500"/>
              <a:gd name="connsiteY3" fmla="*/ 191309 h 2095444"/>
              <a:gd name="connsiteX4" fmla="*/ 2730500 w 2730500"/>
              <a:gd name="connsiteY4" fmla="*/ 1904135 h 2095444"/>
              <a:gd name="connsiteX5" fmla="*/ 2715467 w 2730500"/>
              <a:gd name="connsiteY5" fmla="*/ 1978598 h 2095444"/>
              <a:gd name="connsiteX6" fmla="*/ 2539187 w 2730500"/>
              <a:gd name="connsiteY6" fmla="*/ 2095444 h 2095444"/>
              <a:gd name="connsiteX7" fmla="*/ 755304 w 2730500"/>
              <a:gd name="connsiteY7" fmla="*/ 2095444 h 2095444"/>
              <a:gd name="connsiteX8" fmla="*/ 191314 w 2730500"/>
              <a:gd name="connsiteY8" fmla="*/ 2095444 h 2095444"/>
              <a:gd name="connsiteX9" fmla="*/ 0 w 2730500"/>
              <a:gd name="connsiteY9" fmla="*/ 2095444 h 2095444"/>
              <a:gd name="connsiteX10" fmla="*/ 0 w 2730500"/>
              <a:gd name="connsiteY10" fmla="*/ 1904130 h 2095444"/>
              <a:gd name="connsiteX11" fmla="*/ 0 w 2730500"/>
              <a:gd name="connsiteY11" fmla="*/ 1378471 h 2095444"/>
              <a:gd name="connsiteX12" fmla="*/ 0 w 2730500"/>
              <a:gd name="connsiteY12" fmla="*/ 191314 h 2095444"/>
              <a:gd name="connsiteX13" fmla="*/ 191314 w 2730500"/>
              <a:gd name="connsiteY13" fmla="*/ 0 h 2095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730500" h="2095444">
                <a:moveTo>
                  <a:pt x="191314" y="0"/>
                </a:moveTo>
                <a:lnTo>
                  <a:pt x="2539187" y="0"/>
                </a:lnTo>
                <a:cubicBezTo>
                  <a:pt x="2618432" y="0"/>
                  <a:pt x="2686424" y="48180"/>
                  <a:pt x="2715467" y="116846"/>
                </a:cubicBezTo>
                <a:lnTo>
                  <a:pt x="2730500" y="191309"/>
                </a:lnTo>
                <a:lnTo>
                  <a:pt x="2730500" y="1904135"/>
                </a:lnTo>
                <a:lnTo>
                  <a:pt x="2715467" y="1978598"/>
                </a:lnTo>
                <a:cubicBezTo>
                  <a:pt x="2686424" y="2047264"/>
                  <a:pt x="2618432" y="2095444"/>
                  <a:pt x="2539187" y="2095444"/>
                </a:cubicBezTo>
                <a:lnTo>
                  <a:pt x="755304" y="2095444"/>
                </a:lnTo>
                <a:lnTo>
                  <a:pt x="191314" y="2095444"/>
                </a:lnTo>
                <a:lnTo>
                  <a:pt x="0" y="2095444"/>
                </a:lnTo>
                <a:lnTo>
                  <a:pt x="0" y="1904130"/>
                </a:lnTo>
                <a:lnTo>
                  <a:pt x="0" y="1378471"/>
                </a:lnTo>
                <a:lnTo>
                  <a:pt x="0" y="191314"/>
                </a:lnTo>
                <a:cubicBezTo>
                  <a:pt x="0" y="85654"/>
                  <a:pt x="85654" y="0"/>
                  <a:pt x="19131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73268760-247C-7916-3847-63503B8449F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3255219" y="1447856"/>
            <a:ext cx="2730500" cy="2095444"/>
          </a:xfrm>
          <a:custGeom>
            <a:avLst/>
            <a:gdLst>
              <a:gd name="connsiteX0" fmla="*/ 191314 w 2730500"/>
              <a:gd name="connsiteY0" fmla="*/ 0 h 2095444"/>
              <a:gd name="connsiteX1" fmla="*/ 2539187 w 2730500"/>
              <a:gd name="connsiteY1" fmla="*/ 0 h 2095444"/>
              <a:gd name="connsiteX2" fmla="*/ 2715467 w 2730500"/>
              <a:gd name="connsiteY2" fmla="*/ 116846 h 2095444"/>
              <a:gd name="connsiteX3" fmla="*/ 2730500 w 2730500"/>
              <a:gd name="connsiteY3" fmla="*/ 191309 h 2095444"/>
              <a:gd name="connsiteX4" fmla="*/ 2730500 w 2730500"/>
              <a:gd name="connsiteY4" fmla="*/ 1904135 h 2095444"/>
              <a:gd name="connsiteX5" fmla="*/ 2715467 w 2730500"/>
              <a:gd name="connsiteY5" fmla="*/ 1978598 h 2095444"/>
              <a:gd name="connsiteX6" fmla="*/ 2539187 w 2730500"/>
              <a:gd name="connsiteY6" fmla="*/ 2095444 h 2095444"/>
              <a:gd name="connsiteX7" fmla="*/ 755304 w 2730500"/>
              <a:gd name="connsiteY7" fmla="*/ 2095444 h 2095444"/>
              <a:gd name="connsiteX8" fmla="*/ 191314 w 2730500"/>
              <a:gd name="connsiteY8" fmla="*/ 2095444 h 2095444"/>
              <a:gd name="connsiteX9" fmla="*/ 0 w 2730500"/>
              <a:gd name="connsiteY9" fmla="*/ 2095444 h 2095444"/>
              <a:gd name="connsiteX10" fmla="*/ 0 w 2730500"/>
              <a:gd name="connsiteY10" fmla="*/ 1904130 h 2095444"/>
              <a:gd name="connsiteX11" fmla="*/ 0 w 2730500"/>
              <a:gd name="connsiteY11" fmla="*/ 1378471 h 2095444"/>
              <a:gd name="connsiteX12" fmla="*/ 0 w 2730500"/>
              <a:gd name="connsiteY12" fmla="*/ 191314 h 2095444"/>
              <a:gd name="connsiteX13" fmla="*/ 191314 w 2730500"/>
              <a:gd name="connsiteY13" fmla="*/ 0 h 2095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730500" h="2095444">
                <a:moveTo>
                  <a:pt x="191314" y="0"/>
                </a:moveTo>
                <a:lnTo>
                  <a:pt x="2539187" y="0"/>
                </a:lnTo>
                <a:cubicBezTo>
                  <a:pt x="2618432" y="0"/>
                  <a:pt x="2686424" y="48180"/>
                  <a:pt x="2715467" y="116846"/>
                </a:cubicBezTo>
                <a:lnTo>
                  <a:pt x="2730500" y="191309"/>
                </a:lnTo>
                <a:lnTo>
                  <a:pt x="2730500" y="1904135"/>
                </a:lnTo>
                <a:lnTo>
                  <a:pt x="2715467" y="1978598"/>
                </a:lnTo>
                <a:cubicBezTo>
                  <a:pt x="2686424" y="2047264"/>
                  <a:pt x="2618432" y="2095444"/>
                  <a:pt x="2539187" y="2095444"/>
                </a:cubicBezTo>
                <a:lnTo>
                  <a:pt x="755304" y="2095444"/>
                </a:lnTo>
                <a:lnTo>
                  <a:pt x="191314" y="2095444"/>
                </a:lnTo>
                <a:lnTo>
                  <a:pt x="0" y="2095444"/>
                </a:lnTo>
                <a:lnTo>
                  <a:pt x="0" y="1904130"/>
                </a:lnTo>
                <a:lnTo>
                  <a:pt x="0" y="1378471"/>
                </a:lnTo>
                <a:lnTo>
                  <a:pt x="0" y="191314"/>
                </a:lnTo>
                <a:cubicBezTo>
                  <a:pt x="0" y="85654"/>
                  <a:pt x="85654" y="0"/>
                  <a:pt x="19131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F08384C2-27B8-736F-74B1-AC472D813F2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6218338" y="1459368"/>
            <a:ext cx="2730499" cy="2095444"/>
          </a:xfrm>
          <a:custGeom>
            <a:avLst/>
            <a:gdLst>
              <a:gd name="connsiteX0" fmla="*/ 191314 w 2730500"/>
              <a:gd name="connsiteY0" fmla="*/ 0 h 2095444"/>
              <a:gd name="connsiteX1" fmla="*/ 2539187 w 2730500"/>
              <a:gd name="connsiteY1" fmla="*/ 0 h 2095444"/>
              <a:gd name="connsiteX2" fmla="*/ 2715467 w 2730500"/>
              <a:gd name="connsiteY2" fmla="*/ 116846 h 2095444"/>
              <a:gd name="connsiteX3" fmla="*/ 2730500 w 2730500"/>
              <a:gd name="connsiteY3" fmla="*/ 191309 h 2095444"/>
              <a:gd name="connsiteX4" fmla="*/ 2730500 w 2730500"/>
              <a:gd name="connsiteY4" fmla="*/ 1904135 h 2095444"/>
              <a:gd name="connsiteX5" fmla="*/ 2715467 w 2730500"/>
              <a:gd name="connsiteY5" fmla="*/ 1978598 h 2095444"/>
              <a:gd name="connsiteX6" fmla="*/ 2539187 w 2730500"/>
              <a:gd name="connsiteY6" fmla="*/ 2095444 h 2095444"/>
              <a:gd name="connsiteX7" fmla="*/ 755304 w 2730500"/>
              <a:gd name="connsiteY7" fmla="*/ 2095444 h 2095444"/>
              <a:gd name="connsiteX8" fmla="*/ 191314 w 2730500"/>
              <a:gd name="connsiteY8" fmla="*/ 2095444 h 2095444"/>
              <a:gd name="connsiteX9" fmla="*/ 0 w 2730500"/>
              <a:gd name="connsiteY9" fmla="*/ 2095444 h 2095444"/>
              <a:gd name="connsiteX10" fmla="*/ 0 w 2730500"/>
              <a:gd name="connsiteY10" fmla="*/ 1904130 h 2095444"/>
              <a:gd name="connsiteX11" fmla="*/ 0 w 2730500"/>
              <a:gd name="connsiteY11" fmla="*/ 1378471 h 2095444"/>
              <a:gd name="connsiteX12" fmla="*/ 0 w 2730500"/>
              <a:gd name="connsiteY12" fmla="*/ 191314 h 2095444"/>
              <a:gd name="connsiteX13" fmla="*/ 191314 w 2730500"/>
              <a:gd name="connsiteY13" fmla="*/ 0 h 2095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730500" h="2095444">
                <a:moveTo>
                  <a:pt x="191314" y="0"/>
                </a:moveTo>
                <a:lnTo>
                  <a:pt x="2539187" y="0"/>
                </a:lnTo>
                <a:cubicBezTo>
                  <a:pt x="2618432" y="0"/>
                  <a:pt x="2686424" y="48180"/>
                  <a:pt x="2715467" y="116846"/>
                </a:cubicBezTo>
                <a:lnTo>
                  <a:pt x="2730500" y="191309"/>
                </a:lnTo>
                <a:lnTo>
                  <a:pt x="2730500" y="1904135"/>
                </a:lnTo>
                <a:lnTo>
                  <a:pt x="2715467" y="1978598"/>
                </a:lnTo>
                <a:cubicBezTo>
                  <a:pt x="2686424" y="2047264"/>
                  <a:pt x="2618432" y="2095444"/>
                  <a:pt x="2539187" y="2095444"/>
                </a:cubicBezTo>
                <a:lnTo>
                  <a:pt x="755304" y="2095444"/>
                </a:lnTo>
                <a:lnTo>
                  <a:pt x="191314" y="2095444"/>
                </a:lnTo>
                <a:lnTo>
                  <a:pt x="0" y="2095444"/>
                </a:lnTo>
                <a:lnTo>
                  <a:pt x="0" y="1904130"/>
                </a:lnTo>
                <a:lnTo>
                  <a:pt x="0" y="1378471"/>
                </a:lnTo>
                <a:lnTo>
                  <a:pt x="0" y="191314"/>
                </a:lnTo>
                <a:cubicBezTo>
                  <a:pt x="0" y="85654"/>
                  <a:pt x="85654" y="0"/>
                  <a:pt x="19131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5A300923-CD82-3AD3-A47D-BA3B5225ADC6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9181457" y="1459368"/>
            <a:ext cx="2730499" cy="2095444"/>
          </a:xfrm>
          <a:custGeom>
            <a:avLst/>
            <a:gdLst>
              <a:gd name="connsiteX0" fmla="*/ 191314 w 2730500"/>
              <a:gd name="connsiteY0" fmla="*/ 0 h 2095444"/>
              <a:gd name="connsiteX1" fmla="*/ 2539187 w 2730500"/>
              <a:gd name="connsiteY1" fmla="*/ 0 h 2095444"/>
              <a:gd name="connsiteX2" fmla="*/ 2715467 w 2730500"/>
              <a:gd name="connsiteY2" fmla="*/ 116846 h 2095444"/>
              <a:gd name="connsiteX3" fmla="*/ 2730500 w 2730500"/>
              <a:gd name="connsiteY3" fmla="*/ 191309 h 2095444"/>
              <a:gd name="connsiteX4" fmla="*/ 2730500 w 2730500"/>
              <a:gd name="connsiteY4" fmla="*/ 1904135 h 2095444"/>
              <a:gd name="connsiteX5" fmla="*/ 2715467 w 2730500"/>
              <a:gd name="connsiteY5" fmla="*/ 1978598 h 2095444"/>
              <a:gd name="connsiteX6" fmla="*/ 2539187 w 2730500"/>
              <a:gd name="connsiteY6" fmla="*/ 2095444 h 2095444"/>
              <a:gd name="connsiteX7" fmla="*/ 755304 w 2730500"/>
              <a:gd name="connsiteY7" fmla="*/ 2095444 h 2095444"/>
              <a:gd name="connsiteX8" fmla="*/ 191314 w 2730500"/>
              <a:gd name="connsiteY8" fmla="*/ 2095444 h 2095444"/>
              <a:gd name="connsiteX9" fmla="*/ 0 w 2730500"/>
              <a:gd name="connsiteY9" fmla="*/ 2095444 h 2095444"/>
              <a:gd name="connsiteX10" fmla="*/ 0 w 2730500"/>
              <a:gd name="connsiteY10" fmla="*/ 1904130 h 2095444"/>
              <a:gd name="connsiteX11" fmla="*/ 0 w 2730500"/>
              <a:gd name="connsiteY11" fmla="*/ 1378471 h 2095444"/>
              <a:gd name="connsiteX12" fmla="*/ 0 w 2730500"/>
              <a:gd name="connsiteY12" fmla="*/ 191314 h 2095444"/>
              <a:gd name="connsiteX13" fmla="*/ 191314 w 2730500"/>
              <a:gd name="connsiteY13" fmla="*/ 0 h 2095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730500" h="2095444">
                <a:moveTo>
                  <a:pt x="191314" y="0"/>
                </a:moveTo>
                <a:lnTo>
                  <a:pt x="2539187" y="0"/>
                </a:lnTo>
                <a:cubicBezTo>
                  <a:pt x="2618432" y="0"/>
                  <a:pt x="2686424" y="48180"/>
                  <a:pt x="2715467" y="116846"/>
                </a:cubicBezTo>
                <a:lnTo>
                  <a:pt x="2730500" y="191309"/>
                </a:lnTo>
                <a:lnTo>
                  <a:pt x="2730500" y="1904135"/>
                </a:lnTo>
                <a:lnTo>
                  <a:pt x="2715467" y="1978598"/>
                </a:lnTo>
                <a:cubicBezTo>
                  <a:pt x="2686424" y="2047264"/>
                  <a:pt x="2618432" y="2095444"/>
                  <a:pt x="2539187" y="2095444"/>
                </a:cubicBezTo>
                <a:lnTo>
                  <a:pt x="755304" y="2095444"/>
                </a:lnTo>
                <a:lnTo>
                  <a:pt x="191314" y="2095444"/>
                </a:lnTo>
                <a:lnTo>
                  <a:pt x="0" y="2095444"/>
                </a:lnTo>
                <a:lnTo>
                  <a:pt x="0" y="1904130"/>
                </a:lnTo>
                <a:lnTo>
                  <a:pt x="0" y="1378471"/>
                </a:lnTo>
                <a:lnTo>
                  <a:pt x="0" y="191314"/>
                </a:lnTo>
                <a:cubicBezTo>
                  <a:pt x="0" y="85654"/>
                  <a:pt x="85654" y="0"/>
                  <a:pt x="19131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871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8" pos="1904">
          <p15:clr>
            <a:srgbClr val="5ACBF0"/>
          </p15:clr>
        </p15:guide>
        <p15:guide id="9" pos="2048">
          <p15:clr>
            <a:srgbClr val="5ACBF0"/>
          </p15:clr>
        </p15:guide>
        <p15:guide id="14" pos="3768">
          <p15:clr>
            <a:srgbClr val="A4A3A4"/>
          </p15:clr>
        </p15:guide>
        <p15:guide id="15" pos="3912">
          <p15:clr>
            <a:srgbClr val="A4A3A4"/>
          </p15:clr>
        </p15:guide>
        <p15:guide id="20" pos="5631">
          <p15:clr>
            <a:srgbClr val="5ACBF0"/>
          </p15:clr>
        </p15:guide>
        <p15:guide id="21" pos="5775">
          <p15:clr>
            <a:srgbClr val="5ACBF0"/>
          </p15:clr>
        </p15:guide>
        <p15:guide id="22" orient="horz" pos="2304">
          <p15:clr>
            <a:srgbClr val="A4A3A4"/>
          </p15:clr>
        </p15:guide>
        <p15:guide id="23" orient="horz" pos="2232">
          <p15:clr>
            <a:srgbClr val="A4A3A4"/>
          </p15:clr>
        </p15:guide>
        <p15:guide id="24" orient="horz" pos="2376">
          <p15:clr>
            <a:srgbClr val="A4A3A4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Laptop Frame">
            <a:extLst>
              <a:ext uri="{FF2B5EF4-FFF2-40B4-BE49-F238E27FC236}">
                <a16:creationId xmlns:a16="http://schemas.microsoft.com/office/drawing/2014/main" id="{28CA7E52-1DEF-001D-23AD-F3A1C94F9472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4124687" y="1638300"/>
            <a:ext cx="7893777" cy="4138018"/>
            <a:chOff x="3936001" y="1448418"/>
            <a:chExt cx="8256000" cy="4327900"/>
          </a:xfrm>
        </p:grpSpPr>
        <p:pic>
          <p:nvPicPr>
            <p:cNvPr id="13" name="Shape">
              <a:extLst>
                <a:ext uri="{FF2B5EF4-FFF2-40B4-BE49-F238E27FC236}">
                  <a16:creationId xmlns:a16="http://schemas.microsoft.com/office/drawing/2014/main" id="{2AB0D041-303A-5AF4-862E-A74ACD791C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3936001" y="1448418"/>
              <a:ext cx="8256000" cy="4327900"/>
            </a:xfrm>
            <a:prstGeom prst="rect">
              <a:avLst/>
            </a:prstGeom>
          </p:spPr>
        </p:pic>
        <p:sp>
          <p:nvSpPr>
            <p:cNvPr id="14" name="Redact">
              <a:extLst>
                <a:ext uri="{FF2B5EF4-FFF2-40B4-BE49-F238E27FC236}">
                  <a16:creationId xmlns:a16="http://schemas.microsoft.com/office/drawing/2014/main" id="{A4E3EFDE-C5ED-BDD5-F21C-80D4CA71AD8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7892321" y="5403954"/>
              <a:ext cx="329784" cy="74951"/>
            </a:xfrm>
            <a:prstGeom prst="rect">
              <a:avLst/>
            </a:prstGeom>
            <a:solidFill>
              <a:srgbClr val="2D2D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5" name="Picture Placeholder">
            <a:extLst>
              <a:ext uri="{FF2B5EF4-FFF2-40B4-BE49-F238E27FC236}">
                <a16:creationId xmlns:a16="http://schemas.microsoft.com/office/drawing/2014/main" id="{74F0AE2B-B9B7-3100-37FB-FCDFB48EDE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7" hasCustomPrompt="1"/>
          </p:nvPr>
        </p:nvSpPr>
        <p:spPr bwMode="gray">
          <a:xfrm>
            <a:off x="5290128" y="1739900"/>
            <a:ext cx="5566620" cy="3619500"/>
          </a:xfrm>
          <a:prstGeom prst="roundRect">
            <a:avLst>
              <a:gd name="adj" fmla="val 1482"/>
            </a:avLst>
          </a:prstGeom>
          <a:solidFill>
            <a:schemeClr val="tx1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 Click picture icon to add photo</a:t>
            </a:r>
          </a:p>
        </p:txBody>
      </p:sp>
      <p:sp>
        <p:nvSpPr>
          <p:cNvPr id="16" name="Source Placeholder">
            <a:extLst>
              <a:ext uri="{FF2B5EF4-FFF2-40B4-BE49-F238E27FC236}">
                <a16:creationId xmlns:a16="http://schemas.microsoft.com/office/drawing/2014/main" id="{92349AC3-43C9-A349-AF2E-C029A34491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292100" y="6108700"/>
            <a:ext cx="11607800" cy="194127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lang="en-GB" sz="800" dirty="0">
                <a:solidFill>
                  <a:srgbClr val="B3B3B3"/>
                </a:solidFill>
              </a:defRPr>
            </a:lvl1pPr>
          </a:lstStyle>
          <a:p>
            <a:pPr marL="171450" lvl="0" indent="-171450">
              <a:spcBef>
                <a:spcPts val="0"/>
              </a:spcBef>
              <a:spcAft>
                <a:spcPts val="0"/>
              </a:spcAft>
            </a:pPr>
            <a:r>
              <a:rPr lang="en-GB"/>
              <a:t>Source, footnote</a:t>
            </a:r>
          </a:p>
        </p:txBody>
      </p:sp>
      <p:sp>
        <p:nvSpPr>
          <p:cNvPr id="7" name="Content Placeholder">
            <a:extLst>
              <a:ext uri="{FF2B5EF4-FFF2-40B4-BE49-F238E27FC236}">
                <a16:creationId xmlns:a16="http://schemas.microsoft.com/office/drawing/2014/main" id="{2EA745BA-CA14-8FD0-05BA-8977508264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2" hasCustomPrompt="1"/>
          </p:nvPr>
        </p:nvSpPr>
        <p:spPr>
          <a:xfrm>
            <a:off x="292101" y="2019300"/>
            <a:ext cx="3700460" cy="3657600"/>
          </a:xfrm>
        </p:spPr>
        <p:txBody>
          <a:bodyPr>
            <a:noAutofit/>
          </a:bodyPr>
          <a:lstStyle/>
          <a:p>
            <a:pPr lvl="0"/>
            <a:r>
              <a:rPr lang="en-US"/>
              <a:t>Insert your copy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Header Placeholder">
            <a:extLst>
              <a:ext uri="{FF2B5EF4-FFF2-40B4-BE49-F238E27FC236}">
                <a16:creationId xmlns:a16="http://schemas.microsoft.com/office/drawing/2014/main" id="{97696C2F-B753-BD09-3B16-F91EAC65E0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 hasCustomPrompt="1"/>
          </p:nvPr>
        </p:nvSpPr>
        <p:spPr>
          <a:xfrm>
            <a:off x="292101" y="1308100"/>
            <a:ext cx="3710815" cy="620525"/>
          </a:xfrm>
        </p:spPr>
        <p:txBody>
          <a:bodyPr anchor="b">
            <a:noAutofit/>
          </a:bodyPr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Insert column header</a:t>
            </a:r>
          </a:p>
        </p:txBody>
      </p:sp>
      <p:sp>
        <p:nvSpPr>
          <p:cNvPr id="17" name="Subtitle Placeholder">
            <a:extLst>
              <a:ext uri="{FF2B5EF4-FFF2-40B4-BE49-F238E27FC236}">
                <a16:creationId xmlns:a16="http://schemas.microsoft.com/office/drawing/2014/main" id="{73234507-5FFE-AB0B-1739-6DC3FB8BBD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92100" y="579495"/>
            <a:ext cx="11607800" cy="436562"/>
          </a:xfrm>
        </p:spPr>
        <p:txBody>
          <a:bodyPr vert="horz" lIns="0" tIns="45720" rIns="0" bIns="45720" rtlCol="0">
            <a:noAutofit/>
          </a:bodyPr>
          <a:lstStyle>
            <a:lvl1pPr marL="0" indent="0">
              <a:buNone/>
              <a:defRPr kumimoji="0" lang="en-GB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pPr marL="171450" marR="0" lvl="0" indent="-17145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GB"/>
              <a:t>Insert your subtitle in Arial 16pt</a:t>
            </a:r>
          </a:p>
        </p:txBody>
      </p:sp>
      <p:sp>
        <p:nvSpPr>
          <p:cNvPr id="18" name="Title Placeholder">
            <a:extLst>
              <a:ext uri="{FF2B5EF4-FFF2-40B4-BE49-F238E27FC236}">
                <a16:creationId xmlns:a16="http://schemas.microsoft.com/office/drawing/2014/main" id="{173559CA-3B9C-F323-35EC-DBADE1584B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292100" y="304800"/>
            <a:ext cx="11613314" cy="265590"/>
          </a:xfrm>
        </p:spPr>
        <p:txBody>
          <a:bodyPr>
            <a:noAutofit/>
          </a:bodyPr>
          <a:lstStyle/>
          <a:p>
            <a:r>
              <a:rPr lang="en-US"/>
              <a:t>Insert your slide title in Arial Bold 20pt</a:t>
            </a:r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AA1F7E-5870-7F5C-3338-6589F41695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2D349E-A1BC-D595-5EDF-7C829E7289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0A58E-A534-C944-0E0C-2208EA9ED7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20"/>
          </p:nvPr>
        </p:nvSpPr>
        <p:spPr/>
        <p:txBody>
          <a:bodyPr/>
          <a:lstStyle/>
          <a:p>
            <a:fld id="{3E04DF46-C0DC-4ADC-9A6F-918CC4703A4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769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2525">
          <p15:clr>
            <a:srgbClr val="FDE53C"/>
          </p15:clr>
        </p15:guide>
        <p15:guide id="11" pos="2669">
          <p15:clr>
            <a:srgbClr val="FDE53C"/>
          </p15:clr>
        </p15:guide>
        <p15:guide id="18" pos="5010">
          <p15:clr>
            <a:srgbClr val="FDE53C"/>
          </p15:clr>
        </p15:guide>
        <p15:guide id="19" pos="5154">
          <p15:clr>
            <a:srgbClr val="FDE53C"/>
          </p15:clr>
        </p15:guide>
        <p15:guide id="22" orient="horz" pos="2304">
          <p15:clr>
            <a:srgbClr val="A4A3A4"/>
          </p15:clr>
        </p15:guide>
        <p15:guide id="23" orient="horz" pos="2232">
          <p15:clr>
            <a:srgbClr val="A4A3A4"/>
          </p15:clr>
        </p15:guide>
        <p15:guide id="24" orient="horz" pos="2376">
          <p15:clr>
            <a:srgbClr val="A4A3A4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ource Placeholder">
            <a:extLst>
              <a:ext uri="{FF2B5EF4-FFF2-40B4-BE49-F238E27FC236}">
                <a16:creationId xmlns:a16="http://schemas.microsoft.com/office/drawing/2014/main" id="{99790FFB-129C-6DB8-7083-44E68EB4BF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292100" y="6108700"/>
            <a:ext cx="11607800" cy="194127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lang="en-GB" sz="800" dirty="0">
                <a:solidFill>
                  <a:srgbClr val="B3B3B3"/>
                </a:solidFill>
              </a:defRPr>
            </a:lvl1pPr>
          </a:lstStyle>
          <a:p>
            <a:pPr marL="171450" lvl="0" indent="-171450">
              <a:spcBef>
                <a:spcPts val="0"/>
              </a:spcBef>
              <a:spcAft>
                <a:spcPts val="0"/>
              </a:spcAft>
            </a:pPr>
            <a:r>
              <a:rPr lang="en-GB"/>
              <a:t>Source, footnote</a:t>
            </a:r>
          </a:p>
        </p:txBody>
      </p:sp>
      <p:pic>
        <p:nvPicPr>
          <p:cNvPr id="9" name="Tablet Frame">
            <a:extLst>
              <a:ext uri="{FF2B5EF4-FFF2-40B4-BE49-F238E27FC236}">
                <a16:creationId xmlns:a16="http://schemas.microsoft.com/office/drawing/2014/main" id="{9489571B-A37B-8754-6A0A-014496312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67"/>
          <a:stretch/>
        </p:blipFill>
        <p:spPr bwMode="gray">
          <a:xfrm>
            <a:off x="3784635" y="1606014"/>
            <a:ext cx="8139891" cy="4434024"/>
          </a:xfrm>
          <a:prstGeom prst="rect">
            <a:avLst/>
          </a:prstGeom>
        </p:spPr>
      </p:pic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2B100C95-A8AE-9316-439D-4F2A091DD0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7" hasCustomPrompt="1"/>
          </p:nvPr>
        </p:nvSpPr>
        <p:spPr bwMode="gray">
          <a:xfrm>
            <a:off x="5149851" y="1765300"/>
            <a:ext cx="5753100" cy="3797300"/>
          </a:xfrm>
          <a:prstGeom prst="roundRect">
            <a:avLst>
              <a:gd name="adj" fmla="val 5312"/>
            </a:avLst>
          </a:prstGeom>
          <a:solidFill>
            <a:schemeClr val="tx1"/>
          </a:solidFill>
        </p:spPr>
        <p:txBody>
          <a:bodyPr vert="horz" lIns="0" tIns="0" rIns="0" bIns="0" rtlCol="0" anchor="ctr" anchorCtr="0">
            <a:noAutofit/>
          </a:bodyPr>
          <a:lstStyle>
            <a:lvl1pPr>
              <a:defRPr lang="en-GB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GB"/>
              <a:t> Click to add photo</a:t>
            </a:r>
          </a:p>
        </p:txBody>
      </p:sp>
      <p:sp>
        <p:nvSpPr>
          <p:cNvPr id="7" name="Content Placeholder">
            <a:extLst>
              <a:ext uri="{FF2B5EF4-FFF2-40B4-BE49-F238E27FC236}">
                <a16:creationId xmlns:a16="http://schemas.microsoft.com/office/drawing/2014/main" id="{2EA745BA-CA14-8FD0-05BA-8977508264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2" hasCustomPrompt="1"/>
          </p:nvPr>
        </p:nvSpPr>
        <p:spPr>
          <a:xfrm>
            <a:off x="292101" y="2019300"/>
            <a:ext cx="3700460" cy="3657600"/>
          </a:xfrm>
        </p:spPr>
        <p:txBody>
          <a:bodyPr>
            <a:noAutofit/>
          </a:bodyPr>
          <a:lstStyle/>
          <a:p>
            <a:pPr lvl="0"/>
            <a:r>
              <a:rPr lang="en-US"/>
              <a:t>Insert your copy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Header Placeholder">
            <a:extLst>
              <a:ext uri="{FF2B5EF4-FFF2-40B4-BE49-F238E27FC236}">
                <a16:creationId xmlns:a16="http://schemas.microsoft.com/office/drawing/2014/main" id="{97696C2F-B753-BD09-3B16-F91EAC65E0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 hasCustomPrompt="1"/>
          </p:nvPr>
        </p:nvSpPr>
        <p:spPr>
          <a:xfrm>
            <a:off x="292101" y="1308100"/>
            <a:ext cx="3710815" cy="620525"/>
          </a:xfrm>
        </p:spPr>
        <p:txBody>
          <a:bodyPr anchor="b">
            <a:noAutofit/>
          </a:bodyPr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Insert column header</a:t>
            </a:r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54C4987E-C48B-8EC9-E43A-A8293855B4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92100" y="579495"/>
            <a:ext cx="11607800" cy="436562"/>
          </a:xfrm>
        </p:spPr>
        <p:txBody>
          <a:bodyPr vert="horz" lIns="0" tIns="45720" rIns="0" bIns="45720" rtlCol="0">
            <a:noAutofit/>
          </a:bodyPr>
          <a:lstStyle>
            <a:lvl1pPr marL="0" indent="0">
              <a:buNone/>
              <a:defRPr kumimoji="0" lang="en-GB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pPr marL="171450" marR="0" lvl="0" indent="-17145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GB"/>
              <a:t>Insert your subtitle in Arial 16pt</a:t>
            </a:r>
          </a:p>
        </p:txBody>
      </p:sp>
      <p:sp>
        <p:nvSpPr>
          <p:cNvPr id="17" name="Title Placeholder">
            <a:extLst>
              <a:ext uri="{FF2B5EF4-FFF2-40B4-BE49-F238E27FC236}">
                <a16:creationId xmlns:a16="http://schemas.microsoft.com/office/drawing/2014/main" id="{36465407-29C7-E82D-8FA8-8F0F4FCCD2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292100" y="304800"/>
            <a:ext cx="11613314" cy="265590"/>
          </a:xfrm>
        </p:spPr>
        <p:txBody>
          <a:bodyPr>
            <a:noAutofit/>
          </a:bodyPr>
          <a:lstStyle/>
          <a:p>
            <a:r>
              <a:rPr lang="en-US"/>
              <a:t>Insert your slide title in Arial Bold 20pt</a:t>
            </a:r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7604A0-901A-5B3E-FEED-95BF917A78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EE7777-8EAD-BD20-BC9D-9B1AEC6315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A4D9C-C600-A886-B054-A98012DA2C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20"/>
          </p:nvPr>
        </p:nvSpPr>
        <p:spPr/>
        <p:txBody>
          <a:bodyPr/>
          <a:lstStyle/>
          <a:p>
            <a:fld id="{3E04DF46-C0DC-4ADC-9A6F-918CC4703A4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6563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2525">
          <p15:clr>
            <a:srgbClr val="FDE53C"/>
          </p15:clr>
        </p15:guide>
        <p15:guide id="11" pos="2669">
          <p15:clr>
            <a:srgbClr val="FDE53C"/>
          </p15:clr>
        </p15:guide>
        <p15:guide id="18" pos="5010">
          <p15:clr>
            <a:srgbClr val="FDE53C"/>
          </p15:clr>
        </p15:guide>
        <p15:guide id="19" pos="5154">
          <p15:clr>
            <a:srgbClr val="FDE53C"/>
          </p15:clr>
        </p15:guide>
        <p15:guide id="22" orient="horz" pos="2304">
          <p15:clr>
            <a:srgbClr val="A4A3A4"/>
          </p15:clr>
        </p15:guide>
        <p15:guide id="23" orient="horz" pos="2232">
          <p15:clr>
            <a:srgbClr val="A4A3A4"/>
          </p15:clr>
        </p15:guide>
        <p15:guide id="24" orient="horz" pos="2376">
          <p15:clr>
            <a:srgbClr val="A4A3A4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ource Placeholder">
            <a:extLst>
              <a:ext uri="{FF2B5EF4-FFF2-40B4-BE49-F238E27FC236}">
                <a16:creationId xmlns:a16="http://schemas.microsoft.com/office/drawing/2014/main" id="{4CF2C7F5-1F44-0A19-3182-4B375AB6F8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292100" y="6108700"/>
            <a:ext cx="11607800" cy="194127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lang="en-GB" sz="800" dirty="0">
                <a:solidFill>
                  <a:srgbClr val="B3B3B3"/>
                </a:solidFill>
              </a:defRPr>
            </a:lvl1pPr>
          </a:lstStyle>
          <a:p>
            <a:pPr marL="171450" lvl="0" indent="-171450">
              <a:spcBef>
                <a:spcPts val="0"/>
              </a:spcBef>
              <a:spcAft>
                <a:spcPts val="0"/>
              </a:spcAft>
            </a:pPr>
            <a:r>
              <a:rPr lang="en-GB"/>
              <a:t>Source, footnote</a:t>
            </a:r>
          </a:p>
        </p:txBody>
      </p:sp>
      <p:pic>
        <p:nvPicPr>
          <p:cNvPr id="2" name="Smartphone Frame">
            <a:extLst>
              <a:ext uri="{FF2B5EF4-FFF2-40B4-BE49-F238E27FC236}">
                <a16:creationId xmlns:a16="http://schemas.microsoft.com/office/drawing/2014/main" id="{8FEE0E6E-6D89-CD10-D4A2-0D249DEDC1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7500502" y="1197507"/>
            <a:ext cx="3096000" cy="4787820"/>
          </a:xfrm>
          <a:prstGeom prst="rect">
            <a:avLst/>
          </a:prstGeom>
        </p:spPr>
      </p:pic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7F98CD2C-62E2-FC8B-548B-D3ADCC2F9C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7" hasCustomPrompt="1"/>
          </p:nvPr>
        </p:nvSpPr>
        <p:spPr bwMode="gray">
          <a:xfrm>
            <a:off x="8018062" y="1288629"/>
            <a:ext cx="2057400" cy="4450080"/>
          </a:xfrm>
          <a:prstGeom prst="roundRect">
            <a:avLst>
              <a:gd name="adj" fmla="val 12964"/>
            </a:avLst>
          </a:prstGeom>
          <a:solidFill>
            <a:schemeClr val="tx1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 Click picture icon to add photo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984C70C1-C2F6-EFE6-3AEB-EEEE97D8D8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2" hasCustomPrompt="1"/>
          </p:nvPr>
        </p:nvSpPr>
        <p:spPr>
          <a:xfrm>
            <a:off x="292101" y="2019300"/>
            <a:ext cx="5673721" cy="3657600"/>
          </a:xfrm>
        </p:spPr>
        <p:txBody>
          <a:bodyPr>
            <a:noAutofit/>
          </a:bodyPr>
          <a:lstStyle/>
          <a:p>
            <a:pPr lvl="0"/>
            <a:r>
              <a:rPr lang="en-US"/>
              <a:t>Insert your copy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Header Placeholder">
            <a:extLst>
              <a:ext uri="{FF2B5EF4-FFF2-40B4-BE49-F238E27FC236}">
                <a16:creationId xmlns:a16="http://schemas.microsoft.com/office/drawing/2014/main" id="{E16F9965-5453-60FF-D1EB-3A608CF7F7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 hasCustomPrompt="1"/>
          </p:nvPr>
        </p:nvSpPr>
        <p:spPr>
          <a:xfrm>
            <a:off x="292101" y="1308100"/>
            <a:ext cx="5689598" cy="620525"/>
          </a:xfrm>
        </p:spPr>
        <p:txBody>
          <a:bodyPr anchor="b">
            <a:noAutofit/>
          </a:bodyPr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Insert column header</a:t>
            </a:r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1177695A-5838-D1AD-85A0-C2DC4AE619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92100" y="579495"/>
            <a:ext cx="11607800" cy="436562"/>
          </a:xfrm>
        </p:spPr>
        <p:txBody>
          <a:bodyPr vert="horz" lIns="0" tIns="45720" rIns="0" bIns="45720" rtlCol="0">
            <a:noAutofit/>
          </a:bodyPr>
          <a:lstStyle>
            <a:lvl1pPr marL="0" indent="0">
              <a:buNone/>
              <a:defRPr kumimoji="0" lang="en-GB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pPr marL="171450" marR="0" lvl="0" indent="-17145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GB"/>
              <a:t>Insert your subtitle in Arial 16pt</a:t>
            </a:r>
          </a:p>
        </p:txBody>
      </p:sp>
      <p:sp>
        <p:nvSpPr>
          <p:cNvPr id="17" name="Title Placeholder">
            <a:extLst>
              <a:ext uri="{FF2B5EF4-FFF2-40B4-BE49-F238E27FC236}">
                <a16:creationId xmlns:a16="http://schemas.microsoft.com/office/drawing/2014/main" id="{6438D16E-D0B0-429C-0E43-66D0F19014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292100" y="304800"/>
            <a:ext cx="11613314" cy="265590"/>
          </a:xfrm>
        </p:spPr>
        <p:txBody>
          <a:bodyPr>
            <a:noAutofit/>
          </a:bodyPr>
          <a:lstStyle/>
          <a:p>
            <a:r>
              <a:rPr lang="en-US"/>
              <a:t>Insert your slide title in Arial Bold 20pt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5FE6A0-3290-F46A-C7A8-3D8F86AF1E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525C1B-3A3B-EFC5-0938-2889E4F1EA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ECFA08-2006-9701-11FF-BE125E5D68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20"/>
          </p:nvPr>
        </p:nvSpPr>
        <p:spPr/>
        <p:txBody>
          <a:bodyPr/>
          <a:lstStyle/>
          <a:p>
            <a:fld id="{3E04DF46-C0DC-4ADC-9A6F-918CC4703A4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3000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3768">
          <p15:clr>
            <a:srgbClr val="A4A3A4"/>
          </p15:clr>
        </p15:guide>
        <p15:guide id="5" pos="3912">
          <p15:clr>
            <a:srgbClr val="A4A3A4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ource Placeholder">
            <a:extLst>
              <a:ext uri="{FF2B5EF4-FFF2-40B4-BE49-F238E27FC236}">
                <a16:creationId xmlns:a16="http://schemas.microsoft.com/office/drawing/2014/main" id="{F5E18C3F-FDED-E3BC-CB25-E414E35DA8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 hasCustomPrompt="1"/>
          </p:nvPr>
        </p:nvSpPr>
        <p:spPr>
          <a:xfrm>
            <a:off x="292100" y="6108700"/>
            <a:ext cx="11607800" cy="194127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lang="en-GB" sz="800" dirty="0">
                <a:solidFill>
                  <a:srgbClr val="B3B3B3"/>
                </a:solidFill>
              </a:defRPr>
            </a:lvl1pPr>
          </a:lstStyle>
          <a:p>
            <a:pPr marL="171450" lvl="0" indent="-171450">
              <a:spcBef>
                <a:spcPts val="0"/>
              </a:spcBef>
              <a:spcAft>
                <a:spcPts val="0"/>
              </a:spcAft>
            </a:pPr>
            <a:r>
              <a:rPr lang="en-GB"/>
              <a:t>Source, footnote</a:t>
            </a:r>
          </a:p>
        </p:txBody>
      </p:sp>
      <p:sp>
        <p:nvSpPr>
          <p:cNvPr id="7" name="Content Placeholder">
            <a:extLst>
              <a:ext uri="{FF2B5EF4-FFF2-40B4-BE49-F238E27FC236}">
                <a16:creationId xmlns:a16="http://schemas.microsoft.com/office/drawing/2014/main" id="{2EA745BA-CA14-8FD0-05BA-8977508264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2" hasCustomPrompt="1"/>
          </p:nvPr>
        </p:nvSpPr>
        <p:spPr>
          <a:xfrm>
            <a:off x="8168315" y="2019300"/>
            <a:ext cx="3700460" cy="3657600"/>
          </a:xfrm>
        </p:spPr>
        <p:txBody>
          <a:bodyPr>
            <a:noAutofit/>
          </a:bodyPr>
          <a:lstStyle/>
          <a:p>
            <a:pPr lvl="0"/>
            <a:r>
              <a:rPr lang="en-US"/>
              <a:t>Insert your copy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Header Placeholder">
            <a:extLst>
              <a:ext uri="{FF2B5EF4-FFF2-40B4-BE49-F238E27FC236}">
                <a16:creationId xmlns:a16="http://schemas.microsoft.com/office/drawing/2014/main" id="{97696C2F-B753-BD09-3B16-F91EAC65E0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 hasCustomPrompt="1"/>
          </p:nvPr>
        </p:nvSpPr>
        <p:spPr>
          <a:xfrm>
            <a:off x="8168315" y="1308100"/>
            <a:ext cx="3710815" cy="620525"/>
          </a:xfrm>
        </p:spPr>
        <p:txBody>
          <a:bodyPr anchor="b">
            <a:noAutofit/>
          </a:bodyPr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Insert column header</a:t>
            </a:r>
          </a:p>
        </p:txBody>
      </p:sp>
      <p:sp>
        <p:nvSpPr>
          <p:cNvPr id="14" name="Subtitle Placeholder">
            <a:extLst>
              <a:ext uri="{FF2B5EF4-FFF2-40B4-BE49-F238E27FC236}">
                <a16:creationId xmlns:a16="http://schemas.microsoft.com/office/drawing/2014/main" id="{F55BBEAC-F3EB-AF73-371A-E2F90A4E7C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92100" y="579495"/>
            <a:ext cx="11607800" cy="436562"/>
          </a:xfrm>
        </p:spPr>
        <p:txBody>
          <a:bodyPr vert="horz" lIns="0" tIns="45720" rIns="0" bIns="45720" rtlCol="0">
            <a:noAutofit/>
          </a:bodyPr>
          <a:lstStyle>
            <a:lvl1pPr marL="0" indent="0">
              <a:buNone/>
              <a:defRPr kumimoji="0" lang="en-GB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pPr marL="171450" marR="0" lvl="0" indent="-17145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GB"/>
              <a:t>Insert your subtitle in Arial 16pt</a:t>
            </a:r>
          </a:p>
        </p:txBody>
      </p:sp>
      <p:sp>
        <p:nvSpPr>
          <p:cNvPr id="15" name="Title Placeholder">
            <a:extLst>
              <a:ext uri="{FF2B5EF4-FFF2-40B4-BE49-F238E27FC236}">
                <a16:creationId xmlns:a16="http://schemas.microsoft.com/office/drawing/2014/main" id="{A568B237-249F-A08F-E259-9BD8E27667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292100" y="304800"/>
            <a:ext cx="11613314" cy="265590"/>
          </a:xfrm>
        </p:spPr>
        <p:txBody>
          <a:bodyPr>
            <a:noAutofit/>
          </a:bodyPr>
          <a:lstStyle/>
          <a:p>
            <a:r>
              <a:rPr lang="en-US"/>
              <a:t>Insert your slide title in Arial Bold 20pt</a:t>
            </a:r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659F54-6D4F-41F0-194E-7B6B9BF36F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71DAC5-E431-318E-4F03-9A8D6137477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2A9FD-8770-330E-0D3B-F04717C43D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8"/>
          </p:nvPr>
        </p:nvSpPr>
        <p:spPr/>
        <p:txBody>
          <a:bodyPr/>
          <a:lstStyle/>
          <a:p>
            <a:fld id="{3E04DF46-C0DC-4ADC-9A6F-918CC4703A4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E9695B65-CDCF-6312-9E9D-B6E49FED255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92101" y="1638300"/>
            <a:ext cx="7661275" cy="4038600"/>
          </a:xfrm>
          <a:custGeom>
            <a:avLst/>
            <a:gdLst>
              <a:gd name="connsiteX0" fmla="*/ 221719 w 7661275"/>
              <a:gd name="connsiteY0" fmla="*/ 0 h 4038600"/>
              <a:gd name="connsiteX1" fmla="*/ 7439556 w 7661275"/>
              <a:gd name="connsiteY1" fmla="*/ 0 h 4038600"/>
              <a:gd name="connsiteX2" fmla="*/ 7661275 w 7661275"/>
              <a:gd name="connsiteY2" fmla="*/ 221719 h 4038600"/>
              <a:gd name="connsiteX3" fmla="*/ 7661275 w 7661275"/>
              <a:gd name="connsiteY3" fmla="*/ 3816881 h 4038600"/>
              <a:gd name="connsiteX4" fmla="*/ 7439556 w 7661275"/>
              <a:gd name="connsiteY4" fmla="*/ 4038600 h 4038600"/>
              <a:gd name="connsiteX5" fmla="*/ 2335353 w 7661275"/>
              <a:gd name="connsiteY5" fmla="*/ 4038600 h 4038600"/>
              <a:gd name="connsiteX6" fmla="*/ 221719 w 7661275"/>
              <a:gd name="connsiteY6" fmla="*/ 4038600 h 4038600"/>
              <a:gd name="connsiteX7" fmla="*/ 0 w 7661275"/>
              <a:gd name="connsiteY7" fmla="*/ 4038600 h 4038600"/>
              <a:gd name="connsiteX8" fmla="*/ 0 w 7661275"/>
              <a:gd name="connsiteY8" fmla="*/ 3816881 h 4038600"/>
              <a:gd name="connsiteX9" fmla="*/ 0 w 7661275"/>
              <a:gd name="connsiteY9" fmla="*/ 2493862 h 4038600"/>
              <a:gd name="connsiteX10" fmla="*/ 0 w 7661275"/>
              <a:gd name="connsiteY10" fmla="*/ 221719 h 4038600"/>
              <a:gd name="connsiteX11" fmla="*/ 221719 w 7661275"/>
              <a:gd name="connsiteY11" fmla="*/ 0 h 403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661275" h="4038600">
                <a:moveTo>
                  <a:pt x="221719" y="0"/>
                </a:moveTo>
                <a:lnTo>
                  <a:pt x="7439556" y="0"/>
                </a:lnTo>
                <a:cubicBezTo>
                  <a:pt x="7562008" y="0"/>
                  <a:pt x="7661275" y="99267"/>
                  <a:pt x="7661275" y="221719"/>
                </a:cubicBezTo>
                <a:lnTo>
                  <a:pt x="7661275" y="3816881"/>
                </a:lnTo>
                <a:cubicBezTo>
                  <a:pt x="7661275" y="3939333"/>
                  <a:pt x="7562008" y="4038600"/>
                  <a:pt x="7439556" y="4038600"/>
                </a:cubicBezTo>
                <a:lnTo>
                  <a:pt x="2335353" y="4038600"/>
                </a:lnTo>
                <a:lnTo>
                  <a:pt x="221719" y="4038600"/>
                </a:lnTo>
                <a:lnTo>
                  <a:pt x="0" y="4038600"/>
                </a:lnTo>
                <a:lnTo>
                  <a:pt x="0" y="3816881"/>
                </a:lnTo>
                <a:lnTo>
                  <a:pt x="0" y="2493862"/>
                </a:lnTo>
                <a:lnTo>
                  <a:pt x="0" y="221719"/>
                </a:lnTo>
                <a:cubicBezTo>
                  <a:pt x="0" y="99267"/>
                  <a:pt x="99267" y="0"/>
                  <a:pt x="22171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797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2525">
          <p15:clr>
            <a:srgbClr val="FDE53C"/>
          </p15:clr>
        </p15:guide>
        <p15:guide id="11" pos="2669">
          <p15:clr>
            <a:srgbClr val="FDE53C"/>
          </p15:clr>
        </p15:guide>
        <p15:guide id="18" pos="5010">
          <p15:clr>
            <a:srgbClr val="FDE53C"/>
          </p15:clr>
        </p15:guide>
        <p15:guide id="19" pos="5154">
          <p15:clr>
            <a:srgbClr val="FDE53C"/>
          </p15:clr>
        </p15:guide>
        <p15:guide id="22" orient="horz" pos="2304">
          <p15:clr>
            <a:srgbClr val="A4A3A4"/>
          </p15:clr>
        </p15:guide>
        <p15:guide id="23" orient="horz" pos="2232">
          <p15:clr>
            <a:srgbClr val="A4A3A4"/>
          </p15:clr>
        </p15:guide>
        <p15:guide id="24" orient="horz" pos="2376">
          <p15:clr>
            <a:srgbClr val="A4A3A4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ource Placeholder">
            <a:extLst>
              <a:ext uri="{FF2B5EF4-FFF2-40B4-BE49-F238E27FC236}">
                <a16:creationId xmlns:a16="http://schemas.microsoft.com/office/drawing/2014/main" id="{C6CEF957-D49F-C931-2F5D-3BEC205BBE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292100" y="6108700"/>
            <a:ext cx="11607800" cy="194127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lang="en-GB" sz="800" dirty="0">
                <a:solidFill>
                  <a:srgbClr val="B3B3B3"/>
                </a:solidFill>
              </a:defRPr>
            </a:lvl1pPr>
          </a:lstStyle>
          <a:p>
            <a:pPr marL="171450" lvl="0" indent="-171450">
              <a:spcBef>
                <a:spcPts val="0"/>
              </a:spcBef>
              <a:spcAft>
                <a:spcPts val="0"/>
              </a:spcAft>
            </a:pPr>
            <a:r>
              <a:rPr lang="en-GB"/>
              <a:t>Source, footnote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6C1C9672-42DD-57E9-416C-57C076682C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92100" y="579495"/>
            <a:ext cx="11607800" cy="436562"/>
          </a:xfrm>
        </p:spPr>
        <p:txBody>
          <a:bodyPr vert="horz" lIns="0" tIns="45720" rIns="0" bIns="45720" rtlCol="0">
            <a:noAutofit/>
          </a:bodyPr>
          <a:lstStyle>
            <a:lvl1pPr marL="0" indent="0">
              <a:buNone/>
              <a:defRPr kumimoji="0" lang="en-GB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pPr marL="171450" marR="0" lvl="0" indent="-17145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GB"/>
              <a:t>Insert your subtitle in Arial 16pt</a:t>
            </a:r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85B153CC-4B6C-85AB-FFEB-0F2CD0DA99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292100" y="304800"/>
            <a:ext cx="11613314" cy="265590"/>
          </a:xfrm>
        </p:spPr>
        <p:txBody>
          <a:bodyPr>
            <a:noAutofit/>
          </a:bodyPr>
          <a:lstStyle/>
          <a:p>
            <a:r>
              <a:rPr lang="en-US"/>
              <a:t>Insert your slide title in Arial Bold 20pt</a:t>
            </a:r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90E3C5-FC7B-3D19-40FA-BB6D572463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00898C-24AD-0AAA-4AC8-6CF9CE7AE1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574CE-0C0C-480E-6561-2FD82EB24E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/>
        <p:txBody>
          <a:bodyPr/>
          <a:lstStyle/>
          <a:p>
            <a:fld id="{3E04DF46-C0DC-4ADC-9A6F-918CC4703A4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7711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8" pos="1904">
          <p15:clr>
            <a:srgbClr val="5ACBF0"/>
          </p15:clr>
        </p15:guide>
        <p15:guide id="9" pos="2048">
          <p15:clr>
            <a:srgbClr val="5ACBF0"/>
          </p15:clr>
        </p15:guide>
        <p15:guide id="10" pos="2525">
          <p15:clr>
            <a:srgbClr val="FDE53C"/>
          </p15:clr>
        </p15:guide>
        <p15:guide id="11" pos="2669">
          <p15:clr>
            <a:srgbClr val="FDE53C"/>
          </p15:clr>
        </p15:guide>
        <p15:guide id="14" pos="3768">
          <p15:clr>
            <a:srgbClr val="A4A3A4"/>
          </p15:clr>
        </p15:guide>
        <p15:guide id="15" pos="3912">
          <p15:clr>
            <a:srgbClr val="A4A3A4"/>
          </p15:clr>
        </p15:guide>
        <p15:guide id="18" pos="5010">
          <p15:clr>
            <a:srgbClr val="FDE53C"/>
          </p15:clr>
        </p15:guide>
        <p15:guide id="19" pos="5154">
          <p15:clr>
            <a:srgbClr val="FDE53C"/>
          </p15:clr>
        </p15:guide>
        <p15:guide id="20" pos="5631">
          <p15:clr>
            <a:srgbClr val="5ACBF0"/>
          </p15:clr>
        </p15:guide>
        <p15:guide id="21" pos="5775">
          <p15:clr>
            <a:srgbClr val="5ACBF0"/>
          </p15:clr>
        </p15:guide>
        <p15:guide id="22" orient="horz" pos="2304">
          <p15:clr>
            <a:srgbClr val="A4A3A4"/>
          </p15:clr>
        </p15:guide>
        <p15:guide id="23" orient="horz" pos="2232">
          <p15:clr>
            <a:srgbClr val="A4A3A4"/>
          </p15:clr>
        </p15:guide>
        <p15:guide id="24" orient="horz" pos="2376">
          <p15:clr>
            <a:srgbClr val="A4A3A4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ource Placeholder">
            <a:extLst>
              <a:ext uri="{FF2B5EF4-FFF2-40B4-BE49-F238E27FC236}">
                <a16:creationId xmlns:a16="http://schemas.microsoft.com/office/drawing/2014/main" id="{3D2B748D-0569-6BAA-D751-0BE3B75C09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292100" y="6108700"/>
            <a:ext cx="11607800" cy="194127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lang="en-GB" sz="800" dirty="0">
                <a:solidFill>
                  <a:srgbClr val="B3B3B3"/>
                </a:solidFill>
              </a:defRPr>
            </a:lvl1pPr>
          </a:lstStyle>
          <a:p>
            <a:pPr marL="171450" lvl="0" indent="-171450">
              <a:spcBef>
                <a:spcPts val="0"/>
              </a:spcBef>
              <a:spcAft>
                <a:spcPts val="0"/>
              </a:spcAft>
            </a:pPr>
            <a:r>
              <a:rPr lang="en-GB"/>
              <a:t>Source, footnote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58547C-919D-787F-5242-B3A33F36C2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C85821-C152-02B7-F969-7B7CD09A2A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CA6A7-77CD-7A83-8602-FCA776062C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/>
        <p:txBody>
          <a:bodyPr/>
          <a:lstStyle/>
          <a:p>
            <a:fld id="{3E04DF46-C0DC-4ADC-9A6F-918CC4703A4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7305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8" pos="1904">
          <p15:clr>
            <a:srgbClr val="5ACBF0"/>
          </p15:clr>
        </p15:guide>
        <p15:guide id="9" pos="2048">
          <p15:clr>
            <a:srgbClr val="5ACBF0"/>
          </p15:clr>
        </p15:guide>
        <p15:guide id="10" pos="2525">
          <p15:clr>
            <a:srgbClr val="FDE53C"/>
          </p15:clr>
        </p15:guide>
        <p15:guide id="11" pos="2669">
          <p15:clr>
            <a:srgbClr val="FDE53C"/>
          </p15:clr>
        </p15:guide>
        <p15:guide id="14" pos="3768">
          <p15:clr>
            <a:srgbClr val="A4A3A4"/>
          </p15:clr>
        </p15:guide>
        <p15:guide id="15" pos="3912">
          <p15:clr>
            <a:srgbClr val="A4A3A4"/>
          </p15:clr>
        </p15:guide>
        <p15:guide id="18" pos="5010">
          <p15:clr>
            <a:srgbClr val="FDE53C"/>
          </p15:clr>
        </p15:guide>
        <p15:guide id="19" pos="5154">
          <p15:clr>
            <a:srgbClr val="FDE53C"/>
          </p15:clr>
        </p15:guide>
        <p15:guide id="20" pos="5631">
          <p15:clr>
            <a:srgbClr val="5ACBF0"/>
          </p15:clr>
        </p15:guide>
        <p15:guide id="21" pos="5775">
          <p15:clr>
            <a:srgbClr val="5ACBF0"/>
          </p15:clr>
        </p15:guide>
        <p15:guide id="22" orient="horz" pos="2016">
          <p15:clr>
            <a:srgbClr val="A4A3A4"/>
          </p15:clr>
        </p15:guide>
        <p15:guide id="23" orient="horz" pos="2088">
          <p15:clr>
            <a:srgbClr val="A4A3A4"/>
          </p15:clr>
        </p15:guide>
        <p15:guide id="24" orient="horz" pos="1944">
          <p15:clr>
            <a:srgbClr val="A4A3A4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-bleed Imag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ff-slide Instructions">
            <a:extLst>
              <a:ext uri="{FF2B5EF4-FFF2-40B4-BE49-F238E27FC236}">
                <a16:creationId xmlns:a16="http://schemas.microsoft.com/office/drawing/2014/main" id="{DA271C09-A92C-0B4B-7460-3B1AE1A0D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338614" y="0"/>
            <a:ext cx="2812486" cy="2373888"/>
          </a:xfrm>
          <a:prstGeom prst="bracketPair">
            <a:avLst>
              <a:gd name="adj" fmla="val 4083"/>
            </a:avLst>
          </a:prstGeom>
          <a:solidFill>
            <a:srgbClr val="FFFF00">
              <a:alpha val="80000"/>
            </a:srgbClr>
          </a:solidFill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>
            <a:spAutoFit/>
          </a:bodyPr>
          <a:lstStyle/>
          <a:p>
            <a:pPr marL="0" indent="0" algn="l" defTabSz="914400" rtl="0" eaLnBrk="1" latinLnBrk="0" hangingPunct="1">
              <a:spcAft>
                <a:spcPts val="400"/>
              </a:spcAft>
              <a:buFont typeface="+mj-lt"/>
              <a:buNone/>
            </a:pPr>
            <a:r>
              <a:rPr lang="en-US" sz="1200" b="1" kern="120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If logo, copyright line, footer, etc. are missing:</a:t>
            </a:r>
          </a:p>
          <a:p>
            <a:pPr marL="177800" lvl="0" indent="-177800">
              <a:spcAft>
                <a:spcPts val="400"/>
              </a:spcAft>
              <a:buFont typeface="+mj-lt"/>
              <a:buAutoNum type="arabicPeriod"/>
            </a:pPr>
            <a:r>
              <a:rPr lang="en-US" sz="800">
                <a:solidFill>
                  <a:srgbClr val="000000"/>
                </a:solidFill>
              </a:rPr>
              <a:t>Go to </a:t>
            </a:r>
            <a:r>
              <a:rPr lang="en-US" sz="800" b="1">
                <a:solidFill>
                  <a:srgbClr val="000000"/>
                </a:solidFill>
              </a:rPr>
              <a:t>View &gt; Slide Master</a:t>
            </a:r>
          </a:p>
          <a:p>
            <a:pPr marL="177800" lvl="0" indent="-177800">
              <a:spcAft>
                <a:spcPts val="400"/>
              </a:spcAft>
              <a:buFont typeface="+mj-lt"/>
              <a:buAutoNum type="arabicPeriod"/>
            </a:pPr>
            <a:r>
              <a:rPr lang="en-US" sz="800">
                <a:solidFill>
                  <a:srgbClr val="000000"/>
                </a:solidFill>
              </a:rPr>
              <a:t>Copy logo and footer elements from Layout Master</a:t>
            </a:r>
          </a:p>
          <a:p>
            <a:pPr marL="177800" lvl="0" indent="-177800">
              <a:spcAft>
                <a:spcPts val="400"/>
              </a:spcAft>
              <a:buFont typeface="+mj-lt"/>
              <a:buAutoNum type="arabicPeriod"/>
            </a:pPr>
            <a:r>
              <a:rPr lang="en-US" sz="800">
                <a:solidFill>
                  <a:srgbClr val="000000"/>
                </a:solidFill>
              </a:rPr>
              <a:t>Close Master View</a:t>
            </a:r>
          </a:p>
          <a:p>
            <a:pPr marL="177800" lvl="0" indent="-177800">
              <a:spcAft>
                <a:spcPts val="400"/>
              </a:spcAft>
              <a:buFont typeface="+mj-lt"/>
              <a:buAutoNum type="arabicPeriod"/>
            </a:pPr>
            <a:r>
              <a:rPr lang="en-US" sz="800">
                <a:solidFill>
                  <a:srgbClr val="000000"/>
                </a:solidFill>
              </a:rPr>
              <a:t>Paste on slide</a:t>
            </a:r>
            <a:endParaRPr lang="en-US" sz="1200" b="1">
              <a:solidFill>
                <a:srgbClr val="000000"/>
              </a:solidFill>
            </a:endParaRPr>
          </a:p>
          <a:p>
            <a:pPr>
              <a:spcAft>
                <a:spcPts val="400"/>
              </a:spcAft>
            </a:pPr>
            <a:endParaRPr lang="en-US" sz="1200" b="1">
              <a:solidFill>
                <a:srgbClr val="000000"/>
              </a:solidFill>
            </a:endParaRPr>
          </a:p>
          <a:p>
            <a:pPr>
              <a:spcAft>
                <a:spcPts val="400"/>
              </a:spcAft>
            </a:pPr>
            <a:r>
              <a:rPr lang="en-US" sz="1200" b="1">
                <a:solidFill>
                  <a:srgbClr val="000000"/>
                </a:solidFill>
              </a:rPr>
              <a:t>To replace existing image:</a:t>
            </a:r>
          </a:p>
          <a:p>
            <a:pPr marL="174625" indent="-174625">
              <a:spcAft>
                <a:spcPts val="400"/>
              </a:spcAft>
              <a:buFont typeface="+mj-lt"/>
              <a:buAutoNum type="arabicPeriod"/>
            </a:pPr>
            <a:r>
              <a:rPr lang="en-US" sz="800">
                <a:solidFill>
                  <a:srgbClr val="000000"/>
                </a:solidFill>
              </a:rPr>
              <a:t>Right-click image placeholder</a:t>
            </a:r>
          </a:p>
          <a:p>
            <a:pPr marL="174625" indent="-174625">
              <a:spcAft>
                <a:spcPts val="400"/>
              </a:spcAft>
              <a:buFont typeface="+mj-lt"/>
              <a:buAutoNum type="arabicPeriod"/>
            </a:pPr>
            <a:r>
              <a:rPr lang="en-US" sz="800">
                <a:solidFill>
                  <a:srgbClr val="000000"/>
                </a:solidFill>
              </a:rPr>
              <a:t>Select </a:t>
            </a:r>
            <a:r>
              <a:rPr lang="en-US" sz="800" b="1">
                <a:solidFill>
                  <a:srgbClr val="000000"/>
                </a:solidFill>
              </a:rPr>
              <a:t>Change Picture</a:t>
            </a:r>
          </a:p>
          <a:p>
            <a:pPr marL="174625" indent="-174625">
              <a:spcAft>
                <a:spcPts val="400"/>
              </a:spcAft>
              <a:buFont typeface="+mj-lt"/>
              <a:buAutoNum type="arabicPeriod"/>
            </a:pPr>
            <a:r>
              <a:rPr lang="en-US" sz="800">
                <a:solidFill>
                  <a:srgbClr val="000000"/>
                </a:solidFill>
              </a:rPr>
              <a:t>Select</a:t>
            </a:r>
            <a:r>
              <a:rPr lang="en-US" sz="800" b="1">
                <a:solidFill>
                  <a:srgbClr val="000000"/>
                </a:solidFill>
              </a:rPr>
              <a:t> desired </a:t>
            </a:r>
            <a:r>
              <a:rPr lang="en-US" sz="800">
                <a:solidFill>
                  <a:srgbClr val="000000"/>
                </a:solidFill>
              </a:rPr>
              <a:t>image file (.jpg, .</a:t>
            </a:r>
            <a:r>
              <a:rPr lang="en-US" sz="800" err="1">
                <a:solidFill>
                  <a:srgbClr val="000000"/>
                </a:solidFill>
              </a:rPr>
              <a:t>png</a:t>
            </a:r>
            <a:r>
              <a:rPr lang="en-US" sz="800">
                <a:solidFill>
                  <a:srgbClr val="000000"/>
                </a:solidFill>
              </a:rPr>
              <a:t>, .gif)</a:t>
            </a:r>
          </a:p>
          <a:p>
            <a:pPr marL="174625" indent="-174625">
              <a:spcAft>
                <a:spcPts val="400"/>
              </a:spcAft>
              <a:buFont typeface="+mj-lt"/>
              <a:buAutoNum type="arabicPeriod"/>
            </a:pP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4B940176-20BD-885B-C7DC-D045A7B5B0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tx1">
              <a:lumMod val="60000"/>
              <a:lumOff val="40000"/>
            </a:schemeClr>
          </a:solidFill>
        </p:spPr>
        <p:txBody>
          <a:bodyPr vert="horz" lIns="9144000" tIns="91440" rIns="182880" bIns="0" rtlCol="0" anchor="t">
            <a:noAutofit/>
          </a:bodyPr>
          <a:lstStyle>
            <a:lvl1pPr marL="231775" indent="-231775">
              <a:buNone/>
              <a:defRPr lang="en-GB" sz="1400" b="1">
                <a:solidFill>
                  <a:srgbClr val="FFFF00"/>
                </a:solidFill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To add image: </a:t>
            </a:r>
            <a:br>
              <a:rPr lang="en-US"/>
            </a:br>
            <a:r>
              <a:rPr lang="en-US"/>
              <a:t>1. Select image placeholder</a:t>
            </a:r>
            <a:br>
              <a:rPr lang="en-US"/>
            </a:br>
            <a:r>
              <a:rPr lang="en-US"/>
              <a:t>2. Drag/drop file or copy/paste image into slide (.jpg, .gif, .</a:t>
            </a:r>
            <a:r>
              <a:rPr lang="en-US" err="1"/>
              <a:t>png</a:t>
            </a:r>
            <a:r>
              <a:rPr lang="en-US"/>
              <a:t>)</a:t>
            </a:r>
            <a:br>
              <a:rPr lang="en-US"/>
            </a:br>
            <a:r>
              <a:rPr lang="en-US"/>
              <a:t>3. Right-click image and “Send to back”</a:t>
            </a:r>
          </a:p>
          <a:p>
            <a:pPr marL="171450" lvl="0" indent="-171450"/>
            <a:endParaRPr lang="en-GB"/>
          </a:p>
        </p:txBody>
      </p:sp>
      <p:sp>
        <p:nvSpPr>
          <p:cNvPr id="15" name="Copyright Line">
            <a:extLst>
              <a:ext uri="{FF2B5EF4-FFF2-40B4-BE49-F238E27FC236}">
                <a16:creationId xmlns:a16="http://schemas.microsoft.com/office/drawing/2014/main" id="{B707803F-60FA-342A-DB2A-415C371CB04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167809" y="6536551"/>
            <a:ext cx="2268453" cy="20005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schemeClr val="bg1"/>
                </a:solidFill>
              </a:rPr>
              <a:t>© </a:t>
            </a:r>
            <a:fld id="{92E70860-886D-4303-B2B5-BD1295E1FD39}" type="datetimeyyyy">
              <a:rPr lang="en-US" sz="700" smtClean="0">
                <a:solidFill>
                  <a:schemeClr val="bg1"/>
                </a:solidFill>
              </a:rPr>
              <a:t>2025</a:t>
            </a:fld>
            <a:r>
              <a:rPr lang="en-US" sz="700">
                <a:solidFill>
                  <a:schemeClr val="bg1"/>
                </a:solidFill>
              </a:rPr>
              <a:t> Nielsen Consumer LLC. All Rights Reserved.</a:t>
            </a:r>
          </a:p>
        </p:txBody>
      </p:sp>
      <p:sp>
        <p:nvSpPr>
          <p:cNvPr id="6" name="Confidential disclaimer">
            <a:extLst>
              <a:ext uri="{FF2B5EF4-FFF2-40B4-BE49-F238E27FC236}">
                <a16:creationId xmlns:a16="http://schemas.microsoft.com/office/drawing/2014/main" id="{FCE25AF0-0C89-001E-06C2-AD51F5FC7DE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837949" y="6573016"/>
            <a:ext cx="1101264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Confidential and proprietary</a:t>
            </a:r>
          </a:p>
        </p:txBody>
      </p:sp>
      <p:cxnSp>
        <p:nvCxnSpPr>
          <p:cNvPr id="16" name="Base Rule">
            <a:extLst>
              <a:ext uri="{FF2B5EF4-FFF2-40B4-BE49-F238E27FC236}">
                <a16:creationId xmlns:a16="http://schemas.microsoft.com/office/drawing/2014/main" id="{A2E4D762-EABE-F9E8-A416-7B524EE5A5F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292100" y="6395755"/>
            <a:ext cx="116078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ource Placeholder">
            <a:extLst>
              <a:ext uri="{FF2B5EF4-FFF2-40B4-BE49-F238E27FC236}">
                <a16:creationId xmlns:a16="http://schemas.microsoft.com/office/drawing/2014/main" id="{ED1AEB33-C846-8D27-B334-B80B72329C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292100" y="6108700"/>
            <a:ext cx="11607800" cy="194127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lang="en-GB" sz="800" dirty="0">
                <a:solidFill>
                  <a:schemeClr val="bg1"/>
                </a:solidFill>
              </a:defRPr>
            </a:lvl1pPr>
          </a:lstStyle>
          <a:p>
            <a:pPr marL="171450" lvl="0" indent="-171450">
              <a:spcBef>
                <a:spcPts val="0"/>
              </a:spcBef>
              <a:spcAft>
                <a:spcPts val="0"/>
              </a:spcAft>
            </a:pPr>
            <a:r>
              <a:rPr lang="en-GB"/>
              <a:t>Source, footnote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A0CBB8B-470D-A28B-2ACF-B50868AFAD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854C9D7-CE1A-9B27-21F7-E556CDDCED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4C9CF4F-332B-EC9E-70DC-E54FFD393E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04DF46-C0DC-4ADC-9A6F-918CC4703A4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8" name="NIQ Logo">
            <a:extLst>
              <a:ext uri="{FF2B5EF4-FFF2-40B4-BE49-F238E27FC236}">
                <a16:creationId xmlns:a16="http://schemas.microsoft.com/office/drawing/2014/main" id="{74EC100F-70B4-0E01-8BC9-6F09D73757D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100" y="6495101"/>
            <a:ext cx="645459" cy="274320"/>
          </a:xfrm>
          <a:prstGeom prst="rect">
            <a:avLst/>
          </a:prstGeom>
        </p:spPr>
      </p:pic>
      <p:pic>
        <p:nvPicPr>
          <p:cNvPr id="8" name="NIQ GFK Lockup" hidden="1">
            <a:extLst>
              <a:ext uri="{FF2B5EF4-FFF2-40B4-BE49-F238E27FC236}">
                <a16:creationId xmlns:a16="http://schemas.microsoft.com/office/drawing/2014/main" id="{5D3C3BE7-0356-CB3B-CA9F-9B23ECA7BDF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4"/>
          <a:srcRect l="23" r="23"/>
          <a:stretch/>
        </p:blipFill>
        <p:spPr>
          <a:xfrm>
            <a:off x="292101" y="6489302"/>
            <a:ext cx="751570" cy="273006"/>
          </a:xfrm>
          <a:prstGeom prst="rect">
            <a:avLst/>
          </a:prstGeom>
        </p:spPr>
      </p:pic>
      <p:pic>
        <p:nvPicPr>
          <p:cNvPr id="5" name="NielsenIQ logo+wordmark" hidden="1">
            <a:extLst>
              <a:ext uri="{FF2B5EF4-FFF2-40B4-BE49-F238E27FC236}">
                <a16:creationId xmlns:a16="http://schemas.microsoft.com/office/drawing/2014/main" id="{39B5B809-2F24-96B4-285D-FCD9C25112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0130" y="6490427"/>
            <a:ext cx="795130" cy="274320"/>
          </a:xfrm>
          <a:prstGeom prst="rect">
            <a:avLst/>
          </a:prstGeom>
        </p:spPr>
      </p:pic>
      <p:pic>
        <p:nvPicPr>
          <p:cNvPr id="20" name="powered by GfK intelligence" hidden="1">
            <a:extLst>
              <a:ext uri="{FF2B5EF4-FFF2-40B4-BE49-F238E27FC236}">
                <a16:creationId xmlns:a16="http://schemas.microsoft.com/office/drawing/2014/main" id="{2B206181-721E-75F6-5F1A-36FFAF58CD6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249387" y="6511173"/>
            <a:ext cx="1494692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79622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Abstracted logo">
            <a:extLst>
              <a:ext uri="{FF2B5EF4-FFF2-40B4-BE49-F238E27FC236}">
                <a16:creationId xmlns:a16="http://schemas.microsoft.com/office/drawing/2014/main" id="{37C4672C-8363-CE87-84A0-A85A94F793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"/>
            <a:ext cx="11495577" cy="6496681"/>
          </a:xfrm>
          <a:custGeom>
            <a:avLst/>
            <a:gdLst>
              <a:gd name="connsiteX0" fmla="*/ 0 w 11495577"/>
              <a:gd name="connsiteY0" fmla="*/ 0 h 6496681"/>
              <a:gd name="connsiteX1" fmla="*/ 704099 w 11495577"/>
              <a:gd name="connsiteY1" fmla="*/ 0 h 6496681"/>
              <a:gd name="connsiteX2" fmla="*/ 741689 w 11495577"/>
              <a:gd name="connsiteY2" fmla="*/ 102812 h 6496681"/>
              <a:gd name="connsiteX3" fmla="*/ 3783129 w 11495577"/>
              <a:gd name="connsiteY3" fmla="*/ 2118000 h 6496681"/>
              <a:gd name="connsiteX4" fmla="*/ 6824569 w 11495577"/>
              <a:gd name="connsiteY4" fmla="*/ 102812 h 6496681"/>
              <a:gd name="connsiteX5" fmla="*/ 6862160 w 11495577"/>
              <a:gd name="connsiteY5" fmla="*/ 0 h 6496681"/>
              <a:gd name="connsiteX6" fmla="*/ 10037149 w 11495577"/>
              <a:gd name="connsiteY6" fmla="*/ 0 h 6496681"/>
              <a:gd name="connsiteX7" fmla="*/ 10016547 w 11495577"/>
              <a:gd name="connsiteY7" fmla="*/ 118329 h 6496681"/>
              <a:gd name="connsiteX8" fmla="*/ 9239892 w 11495577"/>
              <a:gd name="connsiteY8" fmla="*/ 2084828 h 6496681"/>
              <a:gd name="connsiteX9" fmla="*/ 11495577 w 11495577"/>
              <a:gd name="connsiteY9" fmla="*/ 4340512 h 6496681"/>
              <a:gd name="connsiteX10" fmla="*/ 9339409 w 11495577"/>
              <a:gd name="connsiteY10" fmla="*/ 6496681 h 6496681"/>
              <a:gd name="connsiteX11" fmla="*/ 7083724 w 11495577"/>
              <a:gd name="connsiteY11" fmla="*/ 4224410 h 6496681"/>
              <a:gd name="connsiteX12" fmla="*/ 3799716 w 11495577"/>
              <a:gd name="connsiteY12" fmla="*/ 5153221 h 6496681"/>
              <a:gd name="connsiteX13" fmla="*/ 2713 w 11495577"/>
              <a:gd name="connsiteY13" fmla="*/ 3888664 h 6496681"/>
              <a:gd name="connsiteX14" fmla="*/ 0 w 11495577"/>
              <a:gd name="connsiteY14" fmla="*/ 3886530 h 6496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495577" h="6496681">
                <a:moveTo>
                  <a:pt x="0" y="0"/>
                </a:moveTo>
                <a:lnTo>
                  <a:pt x="704099" y="0"/>
                </a:lnTo>
                <a:lnTo>
                  <a:pt x="741689" y="102812"/>
                </a:lnTo>
                <a:cubicBezTo>
                  <a:pt x="1242376" y="1287668"/>
                  <a:pt x="2414792" y="2118000"/>
                  <a:pt x="3783129" y="2118000"/>
                </a:cubicBezTo>
                <a:cubicBezTo>
                  <a:pt x="5151467" y="2118000"/>
                  <a:pt x="6323883" y="1287668"/>
                  <a:pt x="6824569" y="102812"/>
                </a:cubicBezTo>
                <a:lnTo>
                  <a:pt x="6862160" y="0"/>
                </a:lnTo>
                <a:lnTo>
                  <a:pt x="10037149" y="0"/>
                </a:lnTo>
                <a:lnTo>
                  <a:pt x="10016547" y="118329"/>
                </a:lnTo>
                <a:cubicBezTo>
                  <a:pt x="9868343" y="824040"/>
                  <a:pt x="9602709" y="1483589"/>
                  <a:pt x="9239892" y="2084828"/>
                </a:cubicBezTo>
                <a:lnTo>
                  <a:pt x="11495577" y="4340512"/>
                </a:lnTo>
                <a:lnTo>
                  <a:pt x="9339409" y="6496681"/>
                </a:lnTo>
                <a:lnTo>
                  <a:pt x="7083724" y="4224410"/>
                </a:lnTo>
                <a:cubicBezTo>
                  <a:pt x="6138328" y="4821503"/>
                  <a:pt x="5010486" y="5153221"/>
                  <a:pt x="3799716" y="5153221"/>
                </a:cubicBezTo>
                <a:cubicBezTo>
                  <a:pt x="2377992" y="5153221"/>
                  <a:pt x="1063024" y="4682402"/>
                  <a:pt x="2713" y="3888664"/>
                </a:cubicBezTo>
                <a:lnTo>
                  <a:pt x="0" y="388653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  <a:ln w="165830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sp>
        <p:nvSpPr>
          <p:cNvPr id="26" name="Footer Placeholder">
            <a:extLst>
              <a:ext uri="{FF2B5EF4-FFF2-40B4-BE49-F238E27FC236}">
                <a16:creationId xmlns:a16="http://schemas.microsoft.com/office/drawing/2014/main" id="{6DAF4C10-B884-4C63-31AE-C07181CF51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3251197" y="6485399"/>
            <a:ext cx="3716341" cy="282957"/>
          </a:xfrm>
          <a:noFill/>
        </p:spPr>
        <p:txBody>
          <a:bodyPr>
            <a:noAutofit/>
          </a:bodyPr>
          <a:lstStyle>
            <a:lvl1pPr algn="l">
              <a:defRPr/>
            </a:lvl1pPr>
          </a:lstStyle>
          <a:p>
            <a:endParaRPr lang="en-GB"/>
          </a:p>
        </p:txBody>
      </p:sp>
      <p:sp>
        <p:nvSpPr>
          <p:cNvPr id="16" name="Copyright Line">
            <a:extLst>
              <a:ext uri="{FF2B5EF4-FFF2-40B4-BE49-F238E27FC236}">
                <a16:creationId xmlns:a16="http://schemas.microsoft.com/office/drawing/2014/main" id="{8D552AA0-2719-EBF2-2C9E-A8D7C82BEB5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88558" y="6536553"/>
            <a:ext cx="2458455" cy="20005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>
                <a:solidFill>
                  <a:srgbClr val="BBBBBB"/>
                </a:solidFill>
                <a:latin typeface="+mn-lt"/>
                <a:ea typeface="+mn-ea"/>
                <a:cs typeface="+mn-cs"/>
              </a:rPr>
              <a:t>© </a:t>
            </a:r>
            <a:fld id="{8BFAE56B-6D08-4B3F-AB76-3783A8251C9C}" type="datetimeyyyy">
              <a:rPr lang="en-US" sz="700" kern="1200" smtClean="0">
                <a:solidFill>
                  <a:srgbClr val="BBBBBB"/>
                </a:solidFill>
                <a:latin typeface="+mn-lt"/>
                <a:ea typeface="+mn-ea"/>
                <a:cs typeface="+mn-cs"/>
              </a:rPr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</a:t>
            </a:fld>
            <a:r>
              <a:rPr lang="en-US" sz="700" kern="1200">
                <a:solidFill>
                  <a:srgbClr val="BBBBBB"/>
                </a:solidFill>
                <a:latin typeface="+mn-lt"/>
                <a:ea typeface="+mn-ea"/>
                <a:cs typeface="+mn-cs"/>
              </a:rPr>
              <a:t> Nielsen Consumer LLC. All Rights Reserved.</a:t>
            </a:r>
          </a:p>
        </p:txBody>
      </p:sp>
      <p:sp>
        <p:nvSpPr>
          <p:cNvPr id="13" name="Contact Info Placeholder">
            <a:extLst>
              <a:ext uri="{FF2B5EF4-FFF2-40B4-BE49-F238E27FC236}">
                <a16:creationId xmlns:a16="http://schemas.microsoft.com/office/drawing/2014/main" id="{C53A8FC6-F70F-155C-7171-C3706040B8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288560" y="4707481"/>
            <a:ext cx="5803900" cy="423465"/>
          </a:xfrm>
        </p:spPr>
        <p:txBody>
          <a:bodyPr t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1200" b="1">
                <a:solidFill>
                  <a:schemeClr val="bg1"/>
                </a:solidFill>
              </a:defRPr>
            </a:lvl2pPr>
            <a:lvl3pPr marL="914400" indent="0">
              <a:buNone/>
              <a:defRPr sz="1200" b="1">
                <a:solidFill>
                  <a:schemeClr val="bg1"/>
                </a:solidFill>
              </a:defRPr>
            </a:lvl3pPr>
            <a:lvl4pPr marL="1371600" indent="0">
              <a:buNone/>
              <a:defRPr sz="1200" b="1">
                <a:solidFill>
                  <a:schemeClr val="bg1"/>
                </a:solidFill>
              </a:defRPr>
            </a:lvl4pPr>
            <a:lvl5pPr marL="1828800" indent="0">
              <a:buNone/>
              <a:defRPr sz="1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Contact information</a:t>
            </a:r>
          </a:p>
        </p:txBody>
      </p:sp>
      <p:sp>
        <p:nvSpPr>
          <p:cNvPr id="12" name="Presenter Name Placeholder">
            <a:extLst>
              <a:ext uri="{FF2B5EF4-FFF2-40B4-BE49-F238E27FC236}">
                <a16:creationId xmlns:a16="http://schemas.microsoft.com/office/drawing/2014/main" id="{FDEBEBA6-435D-29FE-A7B2-7A24861035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88560" y="4339347"/>
            <a:ext cx="5803900" cy="344384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tx1"/>
                </a:solidFill>
              </a:defRPr>
            </a:lvl1pPr>
            <a:lvl2pPr marL="457200" indent="0">
              <a:buNone/>
              <a:defRPr sz="1200" b="1">
                <a:solidFill>
                  <a:schemeClr val="bg1"/>
                </a:solidFill>
              </a:defRPr>
            </a:lvl2pPr>
            <a:lvl3pPr marL="914400" indent="0">
              <a:buNone/>
              <a:defRPr sz="1200" b="1">
                <a:solidFill>
                  <a:schemeClr val="bg1"/>
                </a:solidFill>
              </a:defRPr>
            </a:lvl3pPr>
            <a:lvl4pPr marL="1371600" indent="0">
              <a:buNone/>
              <a:defRPr sz="1200" b="1">
                <a:solidFill>
                  <a:schemeClr val="bg1"/>
                </a:solidFill>
              </a:defRPr>
            </a:lvl4pPr>
            <a:lvl5pPr marL="1828800" indent="0">
              <a:buNone/>
              <a:defRPr sz="1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name Last name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811C7246-8A71-F257-DB0D-3E1F23CE69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 hasCustomPrompt="1"/>
          </p:nvPr>
        </p:nvSpPr>
        <p:spPr>
          <a:xfrm>
            <a:off x="292101" y="3136050"/>
            <a:ext cx="5803900" cy="829817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[Call to action]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9E3A23B-F3DB-B7EF-DCB8-D944C23E6D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292101" y="953699"/>
            <a:ext cx="5803900" cy="1938435"/>
          </a:xfrm>
        </p:spPr>
        <p:txBody>
          <a:bodyPr anchor="b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[Thank you]</a:t>
            </a:r>
            <a:endParaRPr lang="en-GB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C7CA67C-0D30-A28C-A925-E92DF231D3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4"/>
          </p:nvPr>
        </p:nvSpPr>
        <p:spPr>
          <a:xfrm>
            <a:off x="6683742" y="953700"/>
            <a:ext cx="5219699" cy="4174437"/>
          </a:xfrm>
          <a:custGeom>
            <a:avLst/>
            <a:gdLst>
              <a:gd name="connsiteX0" fmla="*/ 329406 w 5219699"/>
              <a:gd name="connsiteY0" fmla="*/ 0 h 4174437"/>
              <a:gd name="connsiteX1" fmla="*/ 4890294 w 5219699"/>
              <a:gd name="connsiteY1" fmla="*/ 0 h 4174437"/>
              <a:gd name="connsiteX2" fmla="*/ 5219699 w 5219699"/>
              <a:gd name="connsiteY2" fmla="*/ 329405 h 4174437"/>
              <a:gd name="connsiteX3" fmla="*/ 5219699 w 5219699"/>
              <a:gd name="connsiteY3" fmla="*/ 3845032 h 4174437"/>
              <a:gd name="connsiteX4" fmla="*/ 4890294 w 5219699"/>
              <a:gd name="connsiteY4" fmla="*/ 4174437 h 4174437"/>
              <a:gd name="connsiteX5" fmla="*/ 337458 w 5219699"/>
              <a:gd name="connsiteY5" fmla="*/ 4174437 h 4174437"/>
              <a:gd name="connsiteX6" fmla="*/ 329406 w 5219699"/>
              <a:gd name="connsiteY6" fmla="*/ 4174437 h 4174437"/>
              <a:gd name="connsiteX7" fmla="*/ 0 w 5219699"/>
              <a:gd name="connsiteY7" fmla="*/ 4174437 h 4174437"/>
              <a:gd name="connsiteX8" fmla="*/ 0 w 5219699"/>
              <a:gd name="connsiteY8" fmla="*/ 3836979 h 4174437"/>
              <a:gd name="connsiteX9" fmla="*/ 1 w 5219699"/>
              <a:gd name="connsiteY9" fmla="*/ 3836979 h 4174437"/>
              <a:gd name="connsiteX10" fmla="*/ 1 w 5219699"/>
              <a:gd name="connsiteY10" fmla="*/ 329405 h 4174437"/>
              <a:gd name="connsiteX11" fmla="*/ 329406 w 5219699"/>
              <a:gd name="connsiteY11" fmla="*/ 0 h 4174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19699" h="4174437">
                <a:moveTo>
                  <a:pt x="329406" y="0"/>
                </a:moveTo>
                <a:lnTo>
                  <a:pt x="4890294" y="0"/>
                </a:lnTo>
                <a:cubicBezTo>
                  <a:pt x="5072219" y="0"/>
                  <a:pt x="5219699" y="147480"/>
                  <a:pt x="5219699" y="329405"/>
                </a:cubicBezTo>
                <a:lnTo>
                  <a:pt x="5219699" y="3845032"/>
                </a:lnTo>
                <a:cubicBezTo>
                  <a:pt x="5219699" y="4026957"/>
                  <a:pt x="5072219" y="4174437"/>
                  <a:pt x="4890294" y="4174437"/>
                </a:cubicBezTo>
                <a:lnTo>
                  <a:pt x="337458" y="4174437"/>
                </a:lnTo>
                <a:lnTo>
                  <a:pt x="329406" y="4174437"/>
                </a:lnTo>
                <a:lnTo>
                  <a:pt x="0" y="4174437"/>
                </a:lnTo>
                <a:lnTo>
                  <a:pt x="0" y="3836979"/>
                </a:lnTo>
                <a:lnTo>
                  <a:pt x="1" y="3836979"/>
                </a:lnTo>
                <a:lnTo>
                  <a:pt x="1" y="329405"/>
                </a:lnTo>
                <a:cubicBezTo>
                  <a:pt x="1" y="147480"/>
                  <a:pt x="147481" y="0"/>
                  <a:pt x="329406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Confidential disclaimer">
            <a:extLst>
              <a:ext uri="{FF2B5EF4-FFF2-40B4-BE49-F238E27FC236}">
                <a16:creationId xmlns:a16="http://schemas.microsoft.com/office/drawing/2014/main" id="{B9715687-647F-03EE-B714-A12C3F709EC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798636" y="6573016"/>
            <a:ext cx="1101264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Confidential and proprietary</a:t>
            </a:r>
          </a:p>
        </p:txBody>
      </p:sp>
      <p:pic>
        <p:nvPicPr>
          <p:cNvPr id="4" name="NielsenIQ GFK lockup" hidden="1">
            <a:extLst>
              <a:ext uri="{FF2B5EF4-FFF2-40B4-BE49-F238E27FC236}">
                <a16:creationId xmlns:a16="http://schemas.microsoft.com/office/drawing/2014/main" id="{2A2AA77D-12FD-93ED-2F39-10BB05B647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5274" y="5623108"/>
            <a:ext cx="2855736" cy="637108"/>
          </a:xfrm>
          <a:prstGeom prst="rect">
            <a:avLst/>
          </a:prstGeom>
        </p:spPr>
      </p:pic>
      <p:sp>
        <p:nvSpPr>
          <p:cNvPr id="22" name="Nielsen wordmark (Orange)" hidden="1">
            <a:extLst>
              <a:ext uri="{FF2B5EF4-FFF2-40B4-BE49-F238E27FC236}">
                <a16:creationId xmlns:a16="http://schemas.microsoft.com/office/drawing/2014/main" id="{78B50879-7429-F3E8-0477-C940233027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95274" y="5686380"/>
            <a:ext cx="2855736" cy="516802"/>
          </a:xfrm>
          <a:custGeom>
            <a:avLst/>
            <a:gdLst>
              <a:gd name="connsiteX0" fmla="*/ 1628098 w 2855736"/>
              <a:gd name="connsiteY0" fmla="*/ 189308 h 516802"/>
              <a:gd name="connsiteX1" fmla="*/ 1598276 w 2855736"/>
              <a:gd name="connsiteY1" fmla="*/ 194730 h 516802"/>
              <a:gd name="connsiteX2" fmla="*/ 1576820 w 2855736"/>
              <a:gd name="connsiteY2" fmla="*/ 209524 h 516802"/>
              <a:gd name="connsiteX3" fmla="*/ 1563188 w 2855736"/>
              <a:gd name="connsiteY3" fmla="*/ 231368 h 516802"/>
              <a:gd name="connsiteX4" fmla="*/ 1563188 w 2855736"/>
              <a:gd name="connsiteY4" fmla="*/ 231290 h 516802"/>
              <a:gd name="connsiteX5" fmla="*/ 1557921 w 2855736"/>
              <a:gd name="connsiteY5" fmla="*/ 254838 h 516802"/>
              <a:gd name="connsiteX6" fmla="*/ 1694015 w 2855736"/>
              <a:gd name="connsiteY6" fmla="*/ 254838 h 516802"/>
              <a:gd name="connsiteX7" fmla="*/ 1678059 w 2855736"/>
              <a:gd name="connsiteY7" fmla="*/ 207201 h 516802"/>
              <a:gd name="connsiteX8" fmla="*/ 1628098 w 2855736"/>
              <a:gd name="connsiteY8" fmla="*/ 189308 h 516802"/>
              <a:gd name="connsiteX9" fmla="*/ 782717 w 2855736"/>
              <a:gd name="connsiteY9" fmla="*/ 189308 h 516802"/>
              <a:gd name="connsiteX10" fmla="*/ 752895 w 2855736"/>
              <a:gd name="connsiteY10" fmla="*/ 194730 h 516802"/>
              <a:gd name="connsiteX11" fmla="*/ 731439 w 2855736"/>
              <a:gd name="connsiteY11" fmla="*/ 209524 h 516802"/>
              <a:gd name="connsiteX12" fmla="*/ 717807 w 2855736"/>
              <a:gd name="connsiteY12" fmla="*/ 231368 h 516802"/>
              <a:gd name="connsiteX13" fmla="*/ 717807 w 2855736"/>
              <a:gd name="connsiteY13" fmla="*/ 231290 h 516802"/>
              <a:gd name="connsiteX14" fmla="*/ 712539 w 2855736"/>
              <a:gd name="connsiteY14" fmla="*/ 254838 h 516802"/>
              <a:gd name="connsiteX15" fmla="*/ 848634 w 2855736"/>
              <a:gd name="connsiteY15" fmla="*/ 254838 h 516802"/>
              <a:gd name="connsiteX16" fmla="*/ 832677 w 2855736"/>
              <a:gd name="connsiteY16" fmla="*/ 207201 h 516802"/>
              <a:gd name="connsiteX17" fmla="*/ 782717 w 2855736"/>
              <a:gd name="connsiteY17" fmla="*/ 189308 h 516802"/>
              <a:gd name="connsiteX18" fmla="*/ 476601 w 2855736"/>
              <a:gd name="connsiteY18" fmla="*/ 124553 h 516802"/>
              <a:gd name="connsiteX19" fmla="*/ 480087 w 2855736"/>
              <a:gd name="connsiteY19" fmla="*/ 124553 h 516802"/>
              <a:gd name="connsiteX20" fmla="*/ 569319 w 2855736"/>
              <a:gd name="connsiteY20" fmla="*/ 124553 h 516802"/>
              <a:gd name="connsiteX21" fmla="*/ 572882 w 2855736"/>
              <a:gd name="connsiteY21" fmla="*/ 124553 h 516802"/>
              <a:gd name="connsiteX22" fmla="*/ 572882 w 2855736"/>
              <a:gd name="connsiteY22" fmla="*/ 128116 h 516802"/>
              <a:gd name="connsiteX23" fmla="*/ 572804 w 2855736"/>
              <a:gd name="connsiteY23" fmla="*/ 466299 h 516802"/>
              <a:gd name="connsiteX24" fmla="*/ 569319 w 2855736"/>
              <a:gd name="connsiteY24" fmla="*/ 466299 h 516802"/>
              <a:gd name="connsiteX25" fmla="*/ 480087 w 2855736"/>
              <a:gd name="connsiteY25" fmla="*/ 466299 h 516802"/>
              <a:gd name="connsiteX26" fmla="*/ 476601 w 2855736"/>
              <a:gd name="connsiteY26" fmla="*/ 466299 h 516802"/>
              <a:gd name="connsiteX27" fmla="*/ 476601 w 2855736"/>
              <a:gd name="connsiteY27" fmla="*/ 127496 h 516802"/>
              <a:gd name="connsiteX28" fmla="*/ 2026544 w 2855736"/>
              <a:gd name="connsiteY28" fmla="*/ 116342 h 516802"/>
              <a:gd name="connsiteX29" fmla="*/ 2113220 w 2855736"/>
              <a:gd name="connsiteY29" fmla="*/ 147093 h 516802"/>
              <a:gd name="connsiteX30" fmla="*/ 2141569 w 2855736"/>
              <a:gd name="connsiteY30" fmla="*/ 242832 h 516802"/>
              <a:gd name="connsiteX31" fmla="*/ 2141569 w 2855736"/>
              <a:gd name="connsiteY31" fmla="*/ 466376 h 516802"/>
              <a:gd name="connsiteX32" fmla="*/ 2045366 w 2855736"/>
              <a:gd name="connsiteY32" fmla="*/ 466376 h 516802"/>
              <a:gd name="connsiteX33" fmla="*/ 2045366 w 2855736"/>
              <a:gd name="connsiteY33" fmla="*/ 254992 h 516802"/>
              <a:gd name="connsiteX34" fmla="*/ 2033050 w 2855736"/>
              <a:gd name="connsiteY34" fmla="*/ 209757 h 516802"/>
              <a:gd name="connsiteX35" fmla="*/ 1999820 w 2855736"/>
              <a:gd name="connsiteY35" fmla="*/ 197983 h 516802"/>
              <a:gd name="connsiteX36" fmla="*/ 1971548 w 2855736"/>
              <a:gd name="connsiteY36" fmla="*/ 202786 h 516802"/>
              <a:gd name="connsiteX37" fmla="*/ 1949472 w 2855736"/>
              <a:gd name="connsiteY37" fmla="*/ 216651 h 516802"/>
              <a:gd name="connsiteX38" fmla="*/ 1935143 w 2855736"/>
              <a:gd name="connsiteY38" fmla="*/ 237022 h 516802"/>
              <a:gd name="connsiteX39" fmla="*/ 1929411 w 2855736"/>
              <a:gd name="connsiteY39" fmla="*/ 262583 h 516802"/>
              <a:gd name="connsiteX40" fmla="*/ 1929411 w 2855736"/>
              <a:gd name="connsiteY40" fmla="*/ 466299 h 516802"/>
              <a:gd name="connsiteX41" fmla="*/ 1833130 w 2855736"/>
              <a:gd name="connsiteY41" fmla="*/ 466299 h 516802"/>
              <a:gd name="connsiteX42" fmla="*/ 1833130 w 2855736"/>
              <a:gd name="connsiteY42" fmla="*/ 124630 h 516802"/>
              <a:gd name="connsiteX43" fmla="*/ 1926855 w 2855736"/>
              <a:gd name="connsiteY43" fmla="*/ 124630 h 516802"/>
              <a:gd name="connsiteX44" fmla="*/ 1926855 w 2855736"/>
              <a:gd name="connsiteY44" fmla="*/ 165063 h 516802"/>
              <a:gd name="connsiteX45" fmla="*/ 1968605 w 2855736"/>
              <a:gd name="connsiteY45" fmla="*/ 130052 h 516802"/>
              <a:gd name="connsiteX46" fmla="*/ 2026544 w 2855736"/>
              <a:gd name="connsiteY46" fmla="*/ 116342 h 516802"/>
              <a:gd name="connsiteX47" fmla="*/ 1272176 w 2855736"/>
              <a:gd name="connsiteY47" fmla="*/ 115490 h 516802"/>
              <a:gd name="connsiteX48" fmla="*/ 1339410 w 2855736"/>
              <a:gd name="connsiteY48" fmla="*/ 123623 h 516802"/>
              <a:gd name="connsiteX49" fmla="*/ 1384258 w 2855736"/>
              <a:gd name="connsiteY49" fmla="*/ 145544 h 516802"/>
              <a:gd name="connsiteX50" fmla="*/ 1397194 w 2855736"/>
              <a:gd name="connsiteY50" fmla="*/ 157860 h 516802"/>
              <a:gd name="connsiteX51" fmla="*/ 1410749 w 2855736"/>
              <a:gd name="connsiteY51" fmla="*/ 178696 h 516802"/>
              <a:gd name="connsiteX52" fmla="*/ 1415319 w 2855736"/>
              <a:gd name="connsiteY52" fmla="*/ 189695 h 516802"/>
              <a:gd name="connsiteX53" fmla="*/ 1416171 w 2855736"/>
              <a:gd name="connsiteY53" fmla="*/ 192174 h 516802"/>
              <a:gd name="connsiteX54" fmla="*/ 1422755 w 2855736"/>
              <a:gd name="connsiteY54" fmla="*/ 222847 h 516802"/>
              <a:gd name="connsiteX55" fmla="*/ 1423065 w 2855736"/>
              <a:gd name="connsiteY55" fmla="*/ 226643 h 516802"/>
              <a:gd name="connsiteX56" fmla="*/ 1335382 w 2855736"/>
              <a:gd name="connsiteY56" fmla="*/ 226643 h 516802"/>
              <a:gd name="connsiteX57" fmla="*/ 1333058 w 2855736"/>
              <a:gd name="connsiteY57" fmla="*/ 218432 h 516802"/>
              <a:gd name="connsiteX58" fmla="*/ 1318109 w 2855736"/>
              <a:gd name="connsiteY58" fmla="*/ 198835 h 516802"/>
              <a:gd name="connsiteX59" fmla="*/ 1274035 w 2855736"/>
              <a:gd name="connsiteY59" fmla="*/ 188688 h 516802"/>
              <a:gd name="connsiteX60" fmla="*/ 1245220 w 2855736"/>
              <a:gd name="connsiteY60" fmla="*/ 191477 h 516802"/>
              <a:gd name="connsiteX61" fmla="*/ 1227870 w 2855736"/>
              <a:gd name="connsiteY61" fmla="*/ 198293 h 516802"/>
              <a:gd name="connsiteX62" fmla="*/ 1219504 w 2855736"/>
              <a:gd name="connsiteY62" fmla="*/ 207123 h 516802"/>
              <a:gd name="connsiteX63" fmla="*/ 1217025 w 2855736"/>
              <a:gd name="connsiteY63" fmla="*/ 216418 h 516802"/>
              <a:gd name="connsiteX64" fmla="*/ 1225469 w 2855736"/>
              <a:gd name="connsiteY64" fmla="*/ 236867 h 516802"/>
              <a:gd name="connsiteX65" fmla="*/ 1262494 w 2855736"/>
              <a:gd name="connsiteY65" fmla="*/ 248641 h 516802"/>
              <a:gd name="connsiteX66" fmla="*/ 1304553 w 2855736"/>
              <a:gd name="connsiteY66" fmla="*/ 255612 h 516802"/>
              <a:gd name="connsiteX67" fmla="*/ 1365513 w 2855736"/>
              <a:gd name="connsiteY67" fmla="*/ 270484 h 516802"/>
              <a:gd name="connsiteX68" fmla="*/ 1403313 w 2855736"/>
              <a:gd name="connsiteY68" fmla="*/ 293179 h 516802"/>
              <a:gd name="connsiteX69" fmla="*/ 1423375 w 2855736"/>
              <a:gd name="connsiteY69" fmla="*/ 325635 h 516802"/>
              <a:gd name="connsiteX70" fmla="*/ 1423375 w 2855736"/>
              <a:gd name="connsiteY70" fmla="*/ 325712 h 516802"/>
              <a:gd name="connsiteX71" fmla="*/ 1428952 w 2855736"/>
              <a:gd name="connsiteY71" fmla="*/ 368159 h 516802"/>
              <a:gd name="connsiteX72" fmla="*/ 1391927 w 2855736"/>
              <a:gd name="connsiteY72" fmla="*/ 446392 h 516802"/>
              <a:gd name="connsiteX73" fmla="*/ 1279534 w 2855736"/>
              <a:gd name="connsiteY73" fmla="*/ 475516 h 516802"/>
              <a:gd name="connsiteX74" fmla="*/ 1221828 w 2855736"/>
              <a:gd name="connsiteY74" fmla="*/ 470017 h 516802"/>
              <a:gd name="connsiteX75" fmla="*/ 1172255 w 2855736"/>
              <a:gd name="connsiteY75" fmla="*/ 450730 h 516802"/>
              <a:gd name="connsiteX76" fmla="*/ 1136081 w 2855736"/>
              <a:gd name="connsiteY76" fmla="*/ 413937 h 516802"/>
              <a:gd name="connsiteX77" fmla="*/ 1120280 w 2855736"/>
              <a:gd name="connsiteY77" fmla="*/ 360336 h 516802"/>
              <a:gd name="connsiteX78" fmla="*/ 1213230 w 2855736"/>
              <a:gd name="connsiteY78" fmla="*/ 360336 h 516802"/>
              <a:gd name="connsiteX79" fmla="*/ 1233911 w 2855736"/>
              <a:gd name="connsiteY79" fmla="*/ 391087 h 516802"/>
              <a:gd name="connsiteX80" fmla="*/ 1278295 w 2855736"/>
              <a:gd name="connsiteY80" fmla="*/ 399685 h 516802"/>
              <a:gd name="connsiteX81" fmla="*/ 1322059 w 2855736"/>
              <a:gd name="connsiteY81" fmla="*/ 392171 h 516802"/>
              <a:gd name="connsiteX82" fmla="*/ 1333988 w 2855736"/>
              <a:gd name="connsiteY82" fmla="*/ 369398 h 516802"/>
              <a:gd name="connsiteX83" fmla="*/ 1326319 w 2855736"/>
              <a:gd name="connsiteY83" fmla="*/ 349492 h 516802"/>
              <a:gd name="connsiteX84" fmla="*/ 1295568 w 2855736"/>
              <a:gd name="connsiteY84" fmla="*/ 337253 h 516802"/>
              <a:gd name="connsiteX85" fmla="*/ 1247467 w 2855736"/>
              <a:gd name="connsiteY85" fmla="*/ 329585 h 516802"/>
              <a:gd name="connsiteX86" fmla="*/ 1155678 w 2855736"/>
              <a:gd name="connsiteY86" fmla="*/ 296045 h 516802"/>
              <a:gd name="connsiteX87" fmla="*/ 1124695 w 2855736"/>
              <a:gd name="connsiteY87" fmla="*/ 222847 h 516802"/>
              <a:gd name="connsiteX88" fmla="*/ 1135617 w 2855736"/>
              <a:gd name="connsiteY88" fmla="*/ 177844 h 516802"/>
              <a:gd name="connsiteX89" fmla="*/ 1166290 w 2855736"/>
              <a:gd name="connsiteY89" fmla="*/ 144150 h 516802"/>
              <a:gd name="connsiteX90" fmla="*/ 1212920 w 2855736"/>
              <a:gd name="connsiteY90" fmla="*/ 122926 h 516802"/>
              <a:gd name="connsiteX91" fmla="*/ 1272176 w 2855736"/>
              <a:gd name="connsiteY91" fmla="*/ 115490 h 516802"/>
              <a:gd name="connsiteX92" fmla="*/ 1629957 w 2855736"/>
              <a:gd name="connsiteY92" fmla="*/ 115335 h 516802"/>
              <a:gd name="connsiteX93" fmla="*/ 1747616 w 2855736"/>
              <a:gd name="connsiteY93" fmla="*/ 160493 h 516802"/>
              <a:gd name="connsiteX94" fmla="*/ 1787043 w 2855736"/>
              <a:gd name="connsiteY94" fmla="*/ 281328 h 516802"/>
              <a:gd name="connsiteX95" fmla="*/ 1787043 w 2855736"/>
              <a:gd name="connsiteY95" fmla="*/ 320522 h 516802"/>
              <a:gd name="connsiteX96" fmla="*/ 1556526 w 2855736"/>
              <a:gd name="connsiteY96" fmla="*/ 320522 h 516802"/>
              <a:gd name="connsiteX97" fmla="*/ 1575968 w 2855736"/>
              <a:gd name="connsiteY97" fmla="*/ 377454 h 516802"/>
              <a:gd name="connsiteX98" fmla="*/ 1630654 w 2855736"/>
              <a:gd name="connsiteY98" fmla="*/ 398833 h 516802"/>
              <a:gd name="connsiteX99" fmla="*/ 1688825 w 2855736"/>
              <a:gd name="connsiteY99" fmla="*/ 360181 h 516802"/>
              <a:gd name="connsiteX100" fmla="*/ 1688903 w 2855736"/>
              <a:gd name="connsiteY100" fmla="*/ 360181 h 516802"/>
              <a:gd name="connsiteX101" fmla="*/ 1782937 w 2855736"/>
              <a:gd name="connsiteY101" fmla="*/ 360181 h 516802"/>
              <a:gd name="connsiteX102" fmla="*/ 1737082 w 2855736"/>
              <a:gd name="connsiteY102" fmla="*/ 445540 h 516802"/>
              <a:gd name="connsiteX103" fmla="*/ 1630034 w 2855736"/>
              <a:gd name="connsiteY103" fmla="*/ 475284 h 516802"/>
              <a:gd name="connsiteX104" fmla="*/ 1502848 w 2855736"/>
              <a:gd name="connsiteY104" fmla="*/ 428267 h 516802"/>
              <a:gd name="connsiteX105" fmla="*/ 1460168 w 2855736"/>
              <a:gd name="connsiteY105" fmla="*/ 295890 h 516802"/>
              <a:gd name="connsiteX106" fmla="*/ 1472484 w 2855736"/>
              <a:gd name="connsiteY106" fmla="*/ 219826 h 516802"/>
              <a:gd name="connsiteX107" fmla="*/ 1507340 w 2855736"/>
              <a:gd name="connsiteY107" fmla="*/ 162894 h 516802"/>
              <a:gd name="connsiteX108" fmla="*/ 1561174 w 2855736"/>
              <a:gd name="connsiteY108" fmla="*/ 127341 h 516802"/>
              <a:gd name="connsiteX109" fmla="*/ 1629957 w 2855736"/>
              <a:gd name="connsiteY109" fmla="*/ 115335 h 516802"/>
              <a:gd name="connsiteX110" fmla="*/ 784576 w 2855736"/>
              <a:gd name="connsiteY110" fmla="*/ 115335 h 516802"/>
              <a:gd name="connsiteX111" fmla="*/ 902235 w 2855736"/>
              <a:gd name="connsiteY111" fmla="*/ 160493 h 516802"/>
              <a:gd name="connsiteX112" fmla="*/ 941661 w 2855736"/>
              <a:gd name="connsiteY112" fmla="*/ 281328 h 516802"/>
              <a:gd name="connsiteX113" fmla="*/ 941661 w 2855736"/>
              <a:gd name="connsiteY113" fmla="*/ 320522 h 516802"/>
              <a:gd name="connsiteX114" fmla="*/ 711145 w 2855736"/>
              <a:gd name="connsiteY114" fmla="*/ 320522 h 516802"/>
              <a:gd name="connsiteX115" fmla="*/ 730587 w 2855736"/>
              <a:gd name="connsiteY115" fmla="*/ 377454 h 516802"/>
              <a:gd name="connsiteX116" fmla="*/ 785273 w 2855736"/>
              <a:gd name="connsiteY116" fmla="*/ 398833 h 516802"/>
              <a:gd name="connsiteX117" fmla="*/ 843444 w 2855736"/>
              <a:gd name="connsiteY117" fmla="*/ 360181 h 516802"/>
              <a:gd name="connsiteX118" fmla="*/ 843522 w 2855736"/>
              <a:gd name="connsiteY118" fmla="*/ 360181 h 516802"/>
              <a:gd name="connsiteX119" fmla="*/ 937556 w 2855736"/>
              <a:gd name="connsiteY119" fmla="*/ 360181 h 516802"/>
              <a:gd name="connsiteX120" fmla="*/ 891701 w 2855736"/>
              <a:gd name="connsiteY120" fmla="*/ 445540 h 516802"/>
              <a:gd name="connsiteX121" fmla="*/ 784653 w 2855736"/>
              <a:gd name="connsiteY121" fmla="*/ 475284 h 516802"/>
              <a:gd name="connsiteX122" fmla="*/ 657467 w 2855736"/>
              <a:gd name="connsiteY122" fmla="*/ 428267 h 516802"/>
              <a:gd name="connsiteX123" fmla="*/ 614787 w 2855736"/>
              <a:gd name="connsiteY123" fmla="*/ 295890 h 516802"/>
              <a:gd name="connsiteX124" fmla="*/ 627103 w 2855736"/>
              <a:gd name="connsiteY124" fmla="*/ 219826 h 516802"/>
              <a:gd name="connsiteX125" fmla="*/ 661959 w 2855736"/>
              <a:gd name="connsiteY125" fmla="*/ 162894 h 516802"/>
              <a:gd name="connsiteX126" fmla="*/ 715793 w 2855736"/>
              <a:gd name="connsiteY126" fmla="*/ 127341 h 516802"/>
              <a:gd name="connsiteX127" fmla="*/ 784576 w 2855736"/>
              <a:gd name="connsiteY127" fmla="*/ 115335 h 516802"/>
              <a:gd name="connsiteX128" fmla="*/ 2576886 w 2855736"/>
              <a:gd name="connsiteY128" fmla="*/ 97288 h 516802"/>
              <a:gd name="connsiteX129" fmla="*/ 2435834 w 2855736"/>
              <a:gd name="connsiteY129" fmla="*/ 238339 h 516802"/>
              <a:gd name="connsiteX130" fmla="*/ 2576886 w 2855736"/>
              <a:gd name="connsiteY130" fmla="*/ 379391 h 516802"/>
              <a:gd name="connsiteX131" fmla="*/ 2717938 w 2855736"/>
              <a:gd name="connsiteY131" fmla="*/ 238339 h 516802"/>
              <a:gd name="connsiteX132" fmla="*/ 2576886 w 2855736"/>
              <a:gd name="connsiteY132" fmla="*/ 97288 h 516802"/>
              <a:gd name="connsiteX133" fmla="*/ 2196642 w 2855736"/>
              <a:gd name="connsiteY133" fmla="*/ 10456 h 516802"/>
              <a:gd name="connsiteX134" fmla="*/ 2290522 w 2855736"/>
              <a:gd name="connsiteY134" fmla="*/ 10456 h 516802"/>
              <a:gd name="connsiteX135" fmla="*/ 2290522 w 2855736"/>
              <a:gd name="connsiteY135" fmla="*/ 466298 h 516802"/>
              <a:gd name="connsiteX136" fmla="*/ 2196642 w 2855736"/>
              <a:gd name="connsiteY136" fmla="*/ 466298 h 516802"/>
              <a:gd name="connsiteX137" fmla="*/ 986665 w 2855736"/>
              <a:gd name="connsiteY137" fmla="*/ 10456 h 516802"/>
              <a:gd name="connsiteX138" fmla="*/ 1080545 w 2855736"/>
              <a:gd name="connsiteY138" fmla="*/ 10456 h 516802"/>
              <a:gd name="connsiteX139" fmla="*/ 1080545 w 2855736"/>
              <a:gd name="connsiteY139" fmla="*/ 475593 h 516802"/>
              <a:gd name="connsiteX140" fmla="*/ 1065905 w 2855736"/>
              <a:gd name="connsiteY140" fmla="*/ 475593 h 516802"/>
              <a:gd name="connsiteX141" fmla="*/ 986665 w 2855736"/>
              <a:gd name="connsiteY141" fmla="*/ 394107 h 516802"/>
              <a:gd name="connsiteX142" fmla="*/ 476601 w 2855736"/>
              <a:gd name="connsiteY142" fmla="*/ 10456 h 516802"/>
              <a:gd name="connsiteX143" fmla="*/ 480087 w 2855736"/>
              <a:gd name="connsiteY143" fmla="*/ 10456 h 516802"/>
              <a:gd name="connsiteX144" fmla="*/ 569319 w 2855736"/>
              <a:gd name="connsiteY144" fmla="*/ 10456 h 516802"/>
              <a:gd name="connsiteX145" fmla="*/ 572882 w 2855736"/>
              <a:gd name="connsiteY145" fmla="*/ 10456 h 516802"/>
              <a:gd name="connsiteX146" fmla="*/ 572882 w 2855736"/>
              <a:gd name="connsiteY146" fmla="*/ 81330 h 516802"/>
              <a:gd name="connsiteX147" fmla="*/ 572882 w 2855736"/>
              <a:gd name="connsiteY147" fmla="*/ 84893 h 516802"/>
              <a:gd name="connsiteX148" fmla="*/ 569319 w 2855736"/>
              <a:gd name="connsiteY148" fmla="*/ 84893 h 516802"/>
              <a:gd name="connsiteX149" fmla="*/ 480087 w 2855736"/>
              <a:gd name="connsiteY149" fmla="*/ 84893 h 516802"/>
              <a:gd name="connsiteX150" fmla="*/ 476601 w 2855736"/>
              <a:gd name="connsiteY150" fmla="*/ 84893 h 516802"/>
              <a:gd name="connsiteX151" fmla="*/ 476601 w 2855736"/>
              <a:gd name="connsiteY151" fmla="*/ 81330 h 516802"/>
              <a:gd name="connsiteX152" fmla="*/ 58559 w 2855736"/>
              <a:gd name="connsiteY152" fmla="*/ 6331 h 516802"/>
              <a:gd name="connsiteX153" fmla="*/ 82648 w 2855736"/>
              <a:gd name="connsiteY153" fmla="*/ 20990 h 516802"/>
              <a:gd name="connsiteX154" fmla="*/ 326565 w 2855736"/>
              <a:gd name="connsiteY154" fmla="*/ 298911 h 516802"/>
              <a:gd name="connsiteX155" fmla="*/ 326565 w 2855736"/>
              <a:gd name="connsiteY155" fmla="*/ 10456 h 516802"/>
              <a:gd name="connsiteX156" fmla="*/ 421064 w 2855736"/>
              <a:gd name="connsiteY156" fmla="*/ 10456 h 516802"/>
              <a:gd name="connsiteX157" fmla="*/ 421064 w 2855736"/>
              <a:gd name="connsiteY157" fmla="*/ 424781 h 516802"/>
              <a:gd name="connsiteX158" fmla="*/ 390545 w 2855736"/>
              <a:gd name="connsiteY158" fmla="*/ 469397 h 516802"/>
              <a:gd name="connsiteX159" fmla="*/ 373814 w 2855736"/>
              <a:gd name="connsiteY159" fmla="*/ 472495 h 516802"/>
              <a:gd name="connsiteX160" fmla="*/ 338416 w 2855736"/>
              <a:gd name="connsiteY160" fmla="*/ 456461 h 516802"/>
              <a:gd name="connsiteX161" fmla="*/ 94499 w 2855736"/>
              <a:gd name="connsiteY161" fmla="*/ 178541 h 516802"/>
              <a:gd name="connsiteX162" fmla="*/ 94499 w 2855736"/>
              <a:gd name="connsiteY162" fmla="*/ 466298 h 516802"/>
              <a:gd name="connsiteX163" fmla="*/ 0 w 2855736"/>
              <a:gd name="connsiteY163" fmla="*/ 466298 h 516802"/>
              <a:gd name="connsiteX164" fmla="*/ 0 w 2855736"/>
              <a:gd name="connsiteY164" fmla="*/ 52748 h 516802"/>
              <a:gd name="connsiteX165" fmla="*/ 30519 w 2855736"/>
              <a:gd name="connsiteY165" fmla="*/ 8055 h 516802"/>
              <a:gd name="connsiteX166" fmla="*/ 58559 w 2855736"/>
              <a:gd name="connsiteY166" fmla="*/ 6331 h 516802"/>
              <a:gd name="connsiteX167" fmla="*/ 2576886 w 2855736"/>
              <a:gd name="connsiteY167" fmla="*/ 0 h 516802"/>
              <a:gd name="connsiteX168" fmla="*/ 2815303 w 2855736"/>
              <a:gd name="connsiteY168" fmla="*/ 238417 h 516802"/>
              <a:gd name="connsiteX169" fmla="*/ 2775489 w 2855736"/>
              <a:gd name="connsiteY169" fmla="*/ 370096 h 516802"/>
              <a:gd name="connsiteX170" fmla="*/ 2775412 w 2855736"/>
              <a:gd name="connsiteY170" fmla="*/ 370096 h 516802"/>
              <a:gd name="connsiteX171" fmla="*/ 2855736 w 2855736"/>
              <a:gd name="connsiteY171" fmla="*/ 450420 h 516802"/>
              <a:gd name="connsiteX172" fmla="*/ 2789354 w 2855736"/>
              <a:gd name="connsiteY172" fmla="*/ 516802 h 516802"/>
              <a:gd name="connsiteX173" fmla="*/ 2709108 w 2855736"/>
              <a:gd name="connsiteY173" fmla="*/ 436555 h 516802"/>
              <a:gd name="connsiteX174" fmla="*/ 2576886 w 2855736"/>
              <a:gd name="connsiteY174" fmla="*/ 476756 h 516802"/>
              <a:gd name="connsiteX175" fmla="*/ 2338469 w 2855736"/>
              <a:gd name="connsiteY175" fmla="*/ 238417 h 516802"/>
              <a:gd name="connsiteX176" fmla="*/ 2576886 w 2855736"/>
              <a:gd name="connsiteY176" fmla="*/ 0 h 516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</a:cxnLst>
            <a:rect l="l" t="t" r="r" b="b"/>
            <a:pathLst>
              <a:path w="2855736" h="516802">
                <a:moveTo>
                  <a:pt x="1628098" y="189308"/>
                </a:moveTo>
                <a:cubicBezTo>
                  <a:pt x="1616711" y="189308"/>
                  <a:pt x="1606719" y="191089"/>
                  <a:pt x="1598276" y="194730"/>
                </a:cubicBezTo>
                <a:cubicBezTo>
                  <a:pt x="1589833" y="198370"/>
                  <a:pt x="1582630" y="203328"/>
                  <a:pt x="1576820" y="209524"/>
                </a:cubicBezTo>
                <a:cubicBezTo>
                  <a:pt x="1571011" y="215798"/>
                  <a:pt x="1566441" y="223157"/>
                  <a:pt x="1563188" y="231368"/>
                </a:cubicBezTo>
                <a:lnTo>
                  <a:pt x="1563188" y="231290"/>
                </a:lnTo>
                <a:cubicBezTo>
                  <a:pt x="1560399" y="238571"/>
                  <a:pt x="1558618" y="246472"/>
                  <a:pt x="1557921" y="254838"/>
                </a:cubicBezTo>
                <a:lnTo>
                  <a:pt x="1694015" y="254838"/>
                </a:lnTo>
                <a:cubicBezTo>
                  <a:pt x="1693473" y="234621"/>
                  <a:pt x="1688128" y="218587"/>
                  <a:pt x="1678059" y="207201"/>
                </a:cubicBezTo>
                <a:cubicBezTo>
                  <a:pt x="1667524" y="195349"/>
                  <a:pt x="1650716" y="189308"/>
                  <a:pt x="1628098" y="189308"/>
                </a:cubicBezTo>
                <a:close/>
                <a:moveTo>
                  <a:pt x="782717" y="189308"/>
                </a:moveTo>
                <a:cubicBezTo>
                  <a:pt x="771330" y="189308"/>
                  <a:pt x="761338" y="191089"/>
                  <a:pt x="752895" y="194730"/>
                </a:cubicBezTo>
                <a:cubicBezTo>
                  <a:pt x="744452" y="198370"/>
                  <a:pt x="737249" y="203328"/>
                  <a:pt x="731439" y="209524"/>
                </a:cubicBezTo>
                <a:cubicBezTo>
                  <a:pt x="725630" y="215798"/>
                  <a:pt x="721060" y="223157"/>
                  <a:pt x="717807" y="231368"/>
                </a:cubicBezTo>
                <a:lnTo>
                  <a:pt x="717807" y="231290"/>
                </a:lnTo>
                <a:cubicBezTo>
                  <a:pt x="715018" y="238571"/>
                  <a:pt x="713237" y="246472"/>
                  <a:pt x="712539" y="254838"/>
                </a:cubicBezTo>
                <a:lnTo>
                  <a:pt x="848634" y="254838"/>
                </a:lnTo>
                <a:cubicBezTo>
                  <a:pt x="848092" y="234621"/>
                  <a:pt x="842747" y="218587"/>
                  <a:pt x="832677" y="207201"/>
                </a:cubicBezTo>
                <a:cubicBezTo>
                  <a:pt x="822143" y="195349"/>
                  <a:pt x="805335" y="189308"/>
                  <a:pt x="782717" y="189308"/>
                </a:cubicBezTo>
                <a:close/>
                <a:moveTo>
                  <a:pt x="476601" y="124553"/>
                </a:moveTo>
                <a:lnTo>
                  <a:pt x="480087" y="124553"/>
                </a:lnTo>
                <a:lnTo>
                  <a:pt x="569319" y="124553"/>
                </a:lnTo>
                <a:lnTo>
                  <a:pt x="572882" y="124553"/>
                </a:lnTo>
                <a:lnTo>
                  <a:pt x="572882" y="128116"/>
                </a:lnTo>
                <a:lnTo>
                  <a:pt x="572804" y="466299"/>
                </a:lnTo>
                <a:lnTo>
                  <a:pt x="569319" y="466299"/>
                </a:lnTo>
                <a:lnTo>
                  <a:pt x="480087" y="466299"/>
                </a:lnTo>
                <a:lnTo>
                  <a:pt x="476601" y="466299"/>
                </a:lnTo>
                <a:lnTo>
                  <a:pt x="476601" y="127496"/>
                </a:lnTo>
                <a:close/>
                <a:moveTo>
                  <a:pt x="2026544" y="116342"/>
                </a:moveTo>
                <a:cubicBezTo>
                  <a:pt x="2065195" y="116342"/>
                  <a:pt x="2094320" y="126721"/>
                  <a:pt x="2113220" y="147093"/>
                </a:cubicBezTo>
                <a:cubicBezTo>
                  <a:pt x="2132042" y="167465"/>
                  <a:pt x="2141569" y="199687"/>
                  <a:pt x="2141569" y="242832"/>
                </a:cubicBezTo>
                <a:lnTo>
                  <a:pt x="2141569" y="466376"/>
                </a:lnTo>
                <a:lnTo>
                  <a:pt x="2045366" y="466376"/>
                </a:lnTo>
                <a:lnTo>
                  <a:pt x="2045366" y="254992"/>
                </a:lnTo>
                <a:cubicBezTo>
                  <a:pt x="2045366" y="232762"/>
                  <a:pt x="2041183" y="217503"/>
                  <a:pt x="2033050" y="209757"/>
                </a:cubicBezTo>
                <a:cubicBezTo>
                  <a:pt x="2024840" y="201933"/>
                  <a:pt x="2013686" y="197983"/>
                  <a:pt x="1999820" y="197983"/>
                </a:cubicBezTo>
                <a:cubicBezTo>
                  <a:pt x="1988899" y="197983"/>
                  <a:pt x="1979371" y="199610"/>
                  <a:pt x="1971548" y="202786"/>
                </a:cubicBezTo>
                <a:cubicBezTo>
                  <a:pt x="1963647" y="205961"/>
                  <a:pt x="1956211" y="210764"/>
                  <a:pt x="1949472" y="216651"/>
                </a:cubicBezTo>
                <a:cubicBezTo>
                  <a:pt x="1943818" y="222305"/>
                  <a:pt x="1938938" y="229121"/>
                  <a:pt x="1935143" y="237022"/>
                </a:cubicBezTo>
                <a:cubicBezTo>
                  <a:pt x="1931347" y="244768"/>
                  <a:pt x="1929411" y="253366"/>
                  <a:pt x="1929411" y="262583"/>
                </a:cubicBezTo>
                <a:lnTo>
                  <a:pt x="1929411" y="466299"/>
                </a:lnTo>
                <a:lnTo>
                  <a:pt x="1833130" y="466299"/>
                </a:lnTo>
                <a:lnTo>
                  <a:pt x="1833130" y="124630"/>
                </a:lnTo>
                <a:lnTo>
                  <a:pt x="1926855" y="124630"/>
                </a:lnTo>
                <a:lnTo>
                  <a:pt x="1926855" y="165063"/>
                </a:lnTo>
                <a:cubicBezTo>
                  <a:pt x="1938938" y="149494"/>
                  <a:pt x="1952958" y="137798"/>
                  <a:pt x="1968605" y="130052"/>
                </a:cubicBezTo>
                <a:cubicBezTo>
                  <a:pt x="1987040" y="120989"/>
                  <a:pt x="2006559" y="116342"/>
                  <a:pt x="2026544" y="116342"/>
                </a:cubicBezTo>
                <a:close/>
                <a:moveTo>
                  <a:pt x="1272176" y="115490"/>
                </a:moveTo>
                <a:cubicBezTo>
                  <a:pt x="1298667" y="115490"/>
                  <a:pt x="1321285" y="118279"/>
                  <a:pt x="1339410" y="123623"/>
                </a:cubicBezTo>
                <a:cubicBezTo>
                  <a:pt x="1357613" y="129045"/>
                  <a:pt x="1372717" y="136404"/>
                  <a:pt x="1384258" y="145544"/>
                </a:cubicBezTo>
                <a:cubicBezTo>
                  <a:pt x="1389061" y="149339"/>
                  <a:pt x="1393321" y="153445"/>
                  <a:pt x="1397194" y="157860"/>
                </a:cubicBezTo>
                <a:cubicBezTo>
                  <a:pt x="1402693" y="164211"/>
                  <a:pt x="1407263" y="171183"/>
                  <a:pt x="1410749" y="178696"/>
                </a:cubicBezTo>
                <a:cubicBezTo>
                  <a:pt x="1412376" y="182259"/>
                  <a:pt x="1413925" y="185977"/>
                  <a:pt x="1415319" y="189695"/>
                </a:cubicBezTo>
                <a:cubicBezTo>
                  <a:pt x="1415629" y="190547"/>
                  <a:pt x="1415861" y="191322"/>
                  <a:pt x="1416171" y="192174"/>
                </a:cubicBezTo>
                <a:cubicBezTo>
                  <a:pt x="1419347" y="201934"/>
                  <a:pt x="1421516" y="212235"/>
                  <a:pt x="1422755" y="222847"/>
                </a:cubicBezTo>
                <a:cubicBezTo>
                  <a:pt x="1422910" y="224087"/>
                  <a:pt x="1422910" y="225403"/>
                  <a:pt x="1423065" y="226643"/>
                </a:cubicBezTo>
                <a:lnTo>
                  <a:pt x="1335382" y="226643"/>
                </a:lnTo>
                <a:cubicBezTo>
                  <a:pt x="1334762" y="223699"/>
                  <a:pt x="1333988" y="220988"/>
                  <a:pt x="1333058" y="218432"/>
                </a:cubicBezTo>
                <a:cubicBezTo>
                  <a:pt x="1329263" y="208905"/>
                  <a:pt x="1324615" y="203793"/>
                  <a:pt x="1318109" y="198835"/>
                </a:cubicBezTo>
                <a:cubicBezTo>
                  <a:pt x="1309201" y="192096"/>
                  <a:pt x="1294406" y="188688"/>
                  <a:pt x="1274035" y="188688"/>
                </a:cubicBezTo>
                <a:cubicBezTo>
                  <a:pt x="1262494" y="188688"/>
                  <a:pt x="1252734" y="189618"/>
                  <a:pt x="1245220" y="191477"/>
                </a:cubicBezTo>
                <a:cubicBezTo>
                  <a:pt x="1237784" y="193258"/>
                  <a:pt x="1231975" y="195582"/>
                  <a:pt x="1227870" y="198293"/>
                </a:cubicBezTo>
                <a:cubicBezTo>
                  <a:pt x="1223919" y="200927"/>
                  <a:pt x="1221131" y="203870"/>
                  <a:pt x="1219504" y="207123"/>
                </a:cubicBezTo>
                <a:cubicBezTo>
                  <a:pt x="1217878" y="210454"/>
                  <a:pt x="1217025" y="213630"/>
                  <a:pt x="1217025" y="216418"/>
                </a:cubicBezTo>
                <a:cubicBezTo>
                  <a:pt x="1217025" y="225946"/>
                  <a:pt x="1219814" y="232685"/>
                  <a:pt x="1225469" y="236867"/>
                </a:cubicBezTo>
                <a:cubicBezTo>
                  <a:pt x="1231588" y="241437"/>
                  <a:pt x="1244058" y="245388"/>
                  <a:pt x="1262494" y="248641"/>
                </a:cubicBezTo>
                <a:lnTo>
                  <a:pt x="1304553" y="255612"/>
                </a:lnTo>
                <a:cubicBezTo>
                  <a:pt x="1328023" y="259485"/>
                  <a:pt x="1350022" y="264442"/>
                  <a:pt x="1365513" y="270484"/>
                </a:cubicBezTo>
                <a:cubicBezTo>
                  <a:pt x="1381160" y="276526"/>
                  <a:pt x="1393863" y="284194"/>
                  <a:pt x="1403313" y="293179"/>
                </a:cubicBezTo>
                <a:cubicBezTo>
                  <a:pt x="1412840" y="302320"/>
                  <a:pt x="1419579" y="313241"/>
                  <a:pt x="1423375" y="325635"/>
                </a:cubicBezTo>
                <a:lnTo>
                  <a:pt x="1423375" y="325712"/>
                </a:lnTo>
                <a:cubicBezTo>
                  <a:pt x="1427093" y="337950"/>
                  <a:pt x="1428952" y="352203"/>
                  <a:pt x="1428952" y="368159"/>
                </a:cubicBezTo>
                <a:cubicBezTo>
                  <a:pt x="1428952" y="400537"/>
                  <a:pt x="1416481" y="426873"/>
                  <a:pt x="1391927" y="446392"/>
                </a:cubicBezTo>
                <a:cubicBezTo>
                  <a:pt x="1367605" y="465757"/>
                  <a:pt x="1329805" y="475516"/>
                  <a:pt x="1279534" y="475516"/>
                </a:cubicBezTo>
                <a:cubicBezTo>
                  <a:pt x="1259473" y="475516"/>
                  <a:pt x="1240031" y="473657"/>
                  <a:pt x="1221828" y="470017"/>
                </a:cubicBezTo>
                <a:cubicBezTo>
                  <a:pt x="1203470" y="466299"/>
                  <a:pt x="1186739" y="459870"/>
                  <a:pt x="1172255" y="450730"/>
                </a:cubicBezTo>
                <a:cubicBezTo>
                  <a:pt x="1157615" y="441590"/>
                  <a:pt x="1145454" y="429196"/>
                  <a:pt x="1136081" y="413937"/>
                </a:cubicBezTo>
                <a:cubicBezTo>
                  <a:pt x="1127251" y="399607"/>
                  <a:pt x="1121984" y="381559"/>
                  <a:pt x="1120280" y="360336"/>
                </a:cubicBezTo>
                <a:lnTo>
                  <a:pt x="1213230" y="360336"/>
                </a:lnTo>
                <a:cubicBezTo>
                  <a:pt x="1216561" y="375828"/>
                  <a:pt x="1223455" y="386207"/>
                  <a:pt x="1233911" y="391087"/>
                </a:cubicBezTo>
                <a:cubicBezTo>
                  <a:pt x="1246072" y="396819"/>
                  <a:pt x="1261022" y="399685"/>
                  <a:pt x="1278295" y="399685"/>
                </a:cubicBezTo>
                <a:cubicBezTo>
                  <a:pt x="1298744" y="399685"/>
                  <a:pt x="1313539" y="397129"/>
                  <a:pt x="1322059" y="392171"/>
                </a:cubicBezTo>
                <a:cubicBezTo>
                  <a:pt x="1330115" y="387524"/>
                  <a:pt x="1333988" y="380088"/>
                  <a:pt x="1333988" y="369398"/>
                </a:cubicBezTo>
                <a:cubicBezTo>
                  <a:pt x="1333988" y="361808"/>
                  <a:pt x="1331509" y="355224"/>
                  <a:pt x="1326319" y="349492"/>
                </a:cubicBezTo>
                <a:cubicBezTo>
                  <a:pt x="1321207" y="343760"/>
                  <a:pt x="1310828" y="339654"/>
                  <a:pt x="1295568" y="337253"/>
                </a:cubicBezTo>
                <a:lnTo>
                  <a:pt x="1247467" y="329585"/>
                </a:lnTo>
                <a:cubicBezTo>
                  <a:pt x="1206723" y="323156"/>
                  <a:pt x="1175818" y="311847"/>
                  <a:pt x="1155678" y="296045"/>
                </a:cubicBezTo>
                <a:cubicBezTo>
                  <a:pt x="1135152" y="279934"/>
                  <a:pt x="1124695" y="255302"/>
                  <a:pt x="1124695" y="222847"/>
                </a:cubicBezTo>
                <a:cubicBezTo>
                  <a:pt x="1124695" y="206194"/>
                  <a:pt x="1128336" y="191089"/>
                  <a:pt x="1135617" y="177844"/>
                </a:cubicBezTo>
                <a:cubicBezTo>
                  <a:pt x="1142820" y="164676"/>
                  <a:pt x="1153122" y="153367"/>
                  <a:pt x="1166290" y="144150"/>
                </a:cubicBezTo>
                <a:cubicBezTo>
                  <a:pt x="1179303" y="135010"/>
                  <a:pt x="1194950" y="127883"/>
                  <a:pt x="1212920" y="122926"/>
                </a:cubicBezTo>
                <a:cubicBezTo>
                  <a:pt x="1230813" y="117969"/>
                  <a:pt x="1250720" y="115490"/>
                  <a:pt x="1272176" y="115490"/>
                </a:cubicBezTo>
                <a:close/>
                <a:moveTo>
                  <a:pt x="1629957" y="115335"/>
                </a:moveTo>
                <a:cubicBezTo>
                  <a:pt x="1681776" y="115335"/>
                  <a:pt x="1721358" y="130517"/>
                  <a:pt x="1747616" y="160493"/>
                </a:cubicBezTo>
                <a:cubicBezTo>
                  <a:pt x="1773797" y="190315"/>
                  <a:pt x="1787043" y="230980"/>
                  <a:pt x="1787043" y="281328"/>
                </a:cubicBezTo>
                <a:lnTo>
                  <a:pt x="1787043" y="320522"/>
                </a:lnTo>
                <a:lnTo>
                  <a:pt x="1556526" y="320522"/>
                </a:lnTo>
                <a:cubicBezTo>
                  <a:pt x="1557843" y="344612"/>
                  <a:pt x="1564350" y="363744"/>
                  <a:pt x="1575968" y="377454"/>
                </a:cubicBezTo>
                <a:cubicBezTo>
                  <a:pt x="1587974" y="391629"/>
                  <a:pt x="1606332" y="398833"/>
                  <a:pt x="1630654" y="398833"/>
                </a:cubicBezTo>
                <a:cubicBezTo>
                  <a:pt x="1662954" y="398833"/>
                  <a:pt x="1682009" y="386207"/>
                  <a:pt x="1688825" y="360181"/>
                </a:cubicBezTo>
                <a:lnTo>
                  <a:pt x="1688903" y="360181"/>
                </a:lnTo>
                <a:lnTo>
                  <a:pt x="1782937" y="360181"/>
                </a:lnTo>
                <a:cubicBezTo>
                  <a:pt x="1776663" y="397361"/>
                  <a:pt x="1761249" y="426098"/>
                  <a:pt x="1737082" y="445540"/>
                </a:cubicBezTo>
                <a:cubicBezTo>
                  <a:pt x="1712527" y="465292"/>
                  <a:pt x="1676509" y="475284"/>
                  <a:pt x="1630034" y="475284"/>
                </a:cubicBezTo>
                <a:cubicBezTo>
                  <a:pt x="1574032" y="475284"/>
                  <a:pt x="1531197" y="459482"/>
                  <a:pt x="1502848" y="428267"/>
                </a:cubicBezTo>
                <a:cubicBezTo>
                  <a:pt x="1474498" y="397129"/>
                  <a:pt x="1460168" y="352590"/>
                  <a:pt x="1460168" y="295890"/>
                </a:cubicBezTo>
                <a:cubicBezTo>
                  <a:pt x="1460168" y="267618"/>
                  <a:pt x="1464273" y="241979"/>
                  <a:pt x="1472484" y="219826"/>
                </a:cubicBezTo>
                <a:cubicBezTo>
                  <a:pt x="1480695" y="197673"/>
                  <a:pt x="1492391" y="178464"/>
                  <a:pt x="1507340" y="162894"/>
                </a:cubicBezTo>
                <a:cubicBezTo>
                  <a:pt x="1522290" y="147325"/>
                  <a:pt x="1540415" y="135397"/>
                  <a:pt x="1561174" y="127341"/>
                </a:cubicBezTo>
                <a:cubicBezTo>
                  <a:pt x="1581855" y="119363"/>
                  <a:pt x="1605015" y="115335"/>
                  <a:pt x="1629957" y="115335"/>
                </a:cubicBezTo>
                <a:close/>
                <a:moveTo>
                  <a:pt x="784576" y="115335"/>
                </a:moveTo>
                <a:cubicBezTo>
                  <a:pt x="836395" y="115335"/>
                  <a:pt x="875977" y="130517"/>
                  <a:pt x="902235" y="160493"/>
                </a:cubicBezTo>
                <a:cubicBezTo>
                  <a:pt x="928416" y="190315"/>
                  <a:pt x="941661" y="230980"/>
                  <a:pt x="941661" y="281328"/>
                </a:cubicBezTo>
                <a:lnTo>
                  <a:pt x="941661" y="320522"/>
                </a:lnTo>
                <a:lnTo>
                  <a:pt x="711145" y="320522"/>
                </a:lnTo>
                <a:cubicBezTo>
                  <a:pt x="712462" y="344612"/>
                  <a:pt x="718969" y="363744"/>
                  <a:pt x="730587" y="377454"/>
                </a:cubicBezTo>
                <a:cubicBezTo>
                  <a:pt x="742593" y="391629"/>
                  <a:pt x="760951" y="398833"/>
                  <a:pt x="785273" y="398833"/>
                </a:cubicBezTo>
                <a:cubicBezTo>
                  <a:pt x="817573" y="398833"/>
                  <a:pt x="836628" y="386207"/>
                  <a:pt x="843444" y="360181"/>
                </a:cubicBezTo>
                <a:lnTo>
                  <a:pt x="843522" y="360181"/>
                </a:lnTo>
                <a:lnTo>
                  <a:pt x="937556" y="360181"/>
                </a:lnTo>
                <a:cubicBezTo>
                  <a:pt x="931282" y="397361"/>
                  <a:pt x="915868" y="426098"/>
                  <a:pt x="891701" y="445540"/>
                </a:cubicBezTo>
                <a:cubicBezTo>
                  <a:pt x="867146" y="465292"/>
                  <a:pt x="831128" y="475284"/>
                  <a:pt x="784653" y="475284"/>
                </a:cubicBezTo>
                <a:cubicBezTo>
                  <a:pt x="728651" y="475284"/>
                  <a:pt x="685816" y="459482"/>
                  <a:pt x="657467" y="428267"/>
                </a:cubicBezTo>
                <a:cubicBezTo>
                  <a:pt x="629117" y="397129"/>
                  <a:pt x="614787" y="352590"/>
                  <a:pt x="614787" y="295890"/>
                </a:cubicBezTo>
                <a:cubicBezTo>
                  <a:pt x="614787" y="267618"/>
                  <a:pt x="618892" y="241979"/>
                  <a:pt x="627103" y="219826"/>
                </a:cubicBezTo>
                <a:cubicBezTo>
                  <a:pt x="635313" y="197673"/>
                  <a:pt x="647010" y="178464"/>
                  <a:pt x="661959" y="162894"/>
                </a:cubicBezTo>
                <a:cubicBezTo>
                  <a:pt x="676909" y="147325"/>
                  <a:pt x="695034" y="135397"/>
                  <a:pt x="715793" y="127341"/>
                </a:cubicBezTo>
                <a:cubicBezTo>
                  <a:pt x="736474" y="119363"/>
                  <a:pt x="759634" y="115335"/>
                  <a:pt x="784576" y="115335"/>
                </a:cubicBezTo>
                <a:close/>
                <a:moveTo>
                  <a:pt x="2576886" y="97288"/>
                </a:moveTo>
                <a:cubicBezTo>
                  <a:pt x="2499118" y="97288"/>
                  <a:pt x="2435834" y="160571"/>
                  <a:pt x="2435834" y="238339"/>
                </a:cubicBezTo>
                <a:cubicBezTo>
                  <a:pt x="2435834" y="316108"/>
                  <a:pt x="2499118" y="379391"/>
                  <a:pt x="2576886" y="379391"/>
                </a:cubicBezTo>
                <a:cubicBezTo>
                  <a:pt x="2654654" y="379391"/>
                  <a:pt x="2717938" y="316108"/>
                  <a:pt x="2717938" y="238339"/>
                </a:cubicBezTo>
                <a:cubicBezTo>
                  <a:pt x="2717938" y="160571"/>
                  <a:pt x="2654654" y="97288"/>
                  <a:pt x="2576886" y="97288"/>
                </a:cubicBezTo>
                <a:close/>
                <a:moveTo>
                  <a:pt x="2196642" y="10456"/>
                </a:moveTo>
                <a:lnTo>
                  <a:pt x="2290522" y="10456"/>
                </a:lnTo>
                <a:lnTo>
                  <a:pt x="2290522" y="466298"/>
                </a:lnTo>
                <a:lnTo>
                  <a:pt x="2196642" y="466298"/>
                </a:lnTo>
                <a:close/>
                <a:moveTo>
                  <a:pt x="986665" y="10456"/>
                </a:moveTo>
                <a:lnTo>
                  <a:pt x="1080545" y="10456"/>
                </a:lnTo>
                <a:lnTo>
                  <a:pt x="1080545" y="475593"/>
                </a:lnTo>
                <a:lnTo>
                  <a:pt x="1065905" y="475593"/>
                </a:lnTo>
                <a:cubicBezTo>
                  <a:pt x="1022063" y="475129"/>
                  <a:pt x="986665" y="438878"/>
                  <a:pt x="986665" y="394107"/>
                </a:cubicBezTo>
                <a:close/>
                <a:moveTo>
                  <a:pt x="476601" y="10456"/>
                </a:moveTo>
                <a:lnTo>
                  <a:pt x="480087" y="10456"/>
                </a:lnTo>
                <a:lnTo>
                  <a:pt x="569319" y="10456"/>
                </a:lnTo>
                <a:lnTo>
                  <a:pt x="572882" y="10456"/>
                </a:lnTo>
                <a:lnTo>
                  <a:pt x="572882" y="81330"/>
                </a:lnTo>
                <a:lnTo>
                  <a:pt x="572882" y="84893"/>
                </a:lnTo>
                <a:lnTo>
                  <a:pt x="569319" y="84893"/>
                </a:lnTo>
                <a:lnTo>
                  <a:pt x="480087" y="84893"/>
                </a:lnTo>
                <a:lnTo>
                  <a:pt x="476601" y="84893"/>
                </a:lnTo>
                <a:lnTo>
                  <a:pt x="476601" y="81330"/>
                </a:lnTo>
                <a:close/>
                <a:moveTo>
                  <a:pt x="58559" y="6331"/>
                </a:moveTo>
                <a:cubicBezTo>
                  <a:pt x="67660" y="8597"/>
                  <a:pt x="76103" y="13593"/>
                  <a:pt x="82648" y="20990"/>
                </a:cubicBezTo>
                <a:lnTo>
                  <a:pt x="326565" y="298911"/>
                </a:lnTo>
                <a:lnTo>
                  <a:pt x="326565" y="10456"/>
                </a:lnTo>
                <a:lnTo>
                  <a:pt x="421064" y="10456"/>
                </a:lnTo>
                <a:lnTo>
                  <a:pt x="421064" y="424781"/>
                </a:lnTo>
                <a:cubicBezTo>
                  <a:pt x="421064" y="444610"/>
                  <a:pt x="408903" y="462348"/>
                  <a:pt x="390545" y="469397"/>
                </a:cubicBezTo>
                <a:cubicBezTo>
                  <a:pt x="385123" y="471488"/>
                  <a:pt x="379391" y="472495"/>
                  <a:pt x="373814" y="472495"/>
                </a:cubicBezTo>
                <a:cubicBezTo>
                  <a:pt x="360491" y="472495"/>
                  <a:pt x="347556" y="466918"/>
                  <a:pt x="338416" y="456461"/>
                </a:cubicBezTo>
                <a:lnTo>
                  <a:pt x="94499" y="178541"/>
                </a:lnTo>
                <a:lnTo>
                  <a:pt x="94499" y="466298"/>
                </a:lnTo>
                <a:lnTo>
                  <a:pt x="0" y="466298"/>
                </a:lnTo>
                <a:lnTo>
                  <a:pt x="0" y="52748"/>
                </a:lnTo>
                <a:cubicBezTo>
                  <a:pt x="0" y="32841"/>
                  <a:pt x="12161" y="15103"/>
                  <a:pt x="30519" y="8055"/>
                </a:cubicBezTo>
                <a:cubicBezTo>
                  <a:pt x="39698" y="4530"/>
                  <a:pt x="49457" y="4066"/>
                  <a:pt x="58559" y="6331"/>
                </a:cubicBezTo>
                <a:close/>
                <a:moveTo>
                  <a:pt x="2576886" y="0"/>
                </a:moveTo>
                <a:cubicBezTo>
                  <a:pt x="2708333" y="0"/>
                  <a:pt x="2815303" y="106970"/>
                  <a:pt x="2815303" y="238417"/>
                </a:cubicBezTo>
                <a:cubicBezTo>
                  <a:pt x="2815303" y="287061"/>
                  <a:pt x="2800586" y="332296"/>
                  <a:pt x="2775489" y="370096"/>
                </a:cubicBezTo>
                <a:lnTo>
                  <a:pt x="2775412" y="370096"/>
                </a:lnTo>
                <a:lnTo>
                  <a:pt x="2855736" y="450420"/>
                </a:lnTo>
                <a:lnTo>
                  <a:pt x="2789354" y="516802"/>
                </a:lnTo>
                <a:lnTo>
                  <a:pt x="2709108" y="436555"/>
                </a:lnTo>
                <a:cubicBezTo>
                  <a:pt x="2671230" y="461962"/>
                  <a:pt x="2625762" y="476756"/>
                  <a:pt x="2576886" y="476756"/>
                </a:cubicBezTo>
                <a:cubicBezTo>
                  <a:pt x="2445439" y="476756"/>
                  <a:pt x="2338469" y="369864"/>
                  <a:pt x="2338469" y="238417"/>
                </a:cubicBezTo>
                <a:cubicBezTo>
                  <a:pt x="2338469" y="106970"/>
                  <a:pt x="2445439" y="0"/>
                  <a:pt x="2576886" y="0"/>
                </a:cubicBezTo>
                <a:close/>
              </a:path>
            </a:pathLst>
          </a:custGeom>
          <a:solidFill>
            <a:srgbClr val="EF5F17"/>
          </a:solidFill>
          <a:ln w="774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9" name="Nielsen wordmark">
            <a:extLst>
              <a:ext uri="{FF2B5EF4-FFF2-40B4-BE49-F238E27FC236}">
                <a16:creationId xmlns:a16="http://schemas.microsoft.com/office/drawing/2014/main" id="{1D11144E-227B-ABC3-ED99-924E71A8B4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95274" y="5686380"/>
            <a:ext cx="2855736" cy="516802"/>
          </a:xfrm>
          <a:custGeom>
            <a:avLst/>
            <a:gdLst>
              <a:gd name="connsiteX0" fmla="*/ 1628098 w 2855736"/>
              <a:gd name="connsiteY0" fmla="*/ 189308 h 516802"/>
              <a:gd name="connsiteX1" fmla="*/ 1598276 w 2855736"/>
              <a:gd name="connsiteY1" fmla="*/ 194730 h 516802"/>
              <a:gd name="connsiteX2" fmla="*/ 1576820 w 2855736"/>
              <a:gd name="connsiteY2" fmla="*/ 209524 h 516802"/>
              <a:gd name="connsiteX3" fmla="*/ 1563188 w 2855736"/>
              <a:gd name="connsiteY3" fmla="*/ 231368 h 516802"/>
              <a:gd name="connsiteX4" fmla="*/ 1563188 w 2855736"/>
              <a:gd name="connsiteY4" fmla="*/ 231290 h 516802"/>
              <a:gd name="connsiteX5" fmla="*/ 1557921 w 2855736"/>
              <a:gd name="connsiteY5" fmla="*/ 254838 h 516802"/>
              <a:gd name="connsiteX6" fmla="*/ 1694015 w 2855736"/>
              <a:gd name="connsiteY6" fmla="*/ 254838 h 516802"/>
              <a:gd name="connsiteX7" fmla="*/ 1678059 w 2855736"/>
              <a:gd name="connsiteY7" fmla="*/ 207201 h 516802"/>
              <a:gd name="connsiteX8" fmla="*/ 1628098 w 2855736"/>
              <a:gd name="connsiteY8" fmla="*/ 189308 h 516802"/>
              <a:gd name="connsiteX9" fmla="*/ 782717 w 2855736"/>
              <a:gd name="connsiteY9" fmla="*/ 189308 h 516802"/>
              <a:gd name="connsiteX10" fmla="*/ 752895 w 2855736"/>
              <a:gd name="connsiteY10" fmla="*/ 194730 h 516802"/>
              <a:gd name="connsiteX11" fmla="*/ 731439 w 2855736"/>
              <a:gd name="connsiteY11" fmla="*/ 209524 h 516802"/>
              <a:gd name="connsiteX12" fmla="*/ 717807 w 2855736"/>
              <a:gd name="connsiteY12" fmla="*/ 231368 h 516802"/>
              <a:gd name="connsiteX13" fmla="*/ 717807 w 2855736"/>
              <a:gd name="connsiteY13" fmla="*/ 231290 h 516802"/>
              <a:gd name="connsiteX14" fmla="*/ 712539 w 2855736"/>
              <a:gd name="connsiteY14" fmla="*/ 254838 h 516802"/>
              <a:gd name="connsiteX15" fmla="*/ 848634 w 2855736"/>
              <a:gd name="connsiteY15" fmla="*/ 254838 h 516802"/>
              <a:gd name="connsiteX16" fmla="*/ 832677 w 2855736"/>
              <a:gd name="connsiteY16" fmla="*/ 207201 h 516802"/>
              <a:gd name="connsiteX17" fmla="*/ 782717 w 2855736"/>
              <a:gd name="connsiteY17" fmla="*/ 189308 h 516802"/>
              <a:gd name="connsiteX18" fmla="*/ 476601 w 2855736"/>
              <a:gd name="connsiteY18" fmla="*/ 124553 h 516802"/>
              <a:gd name="connsiteX19" fmla="*/ 480087 w 2855736"/>
              <a:gd name="connsiteY19" fmla="*/ 124553 h 516802"/>
              <a:gd name="connsiteX20" fmla="*/ 569319 w 2855736"/>
              <a:gd name="connsiteY20" fmla="*/ 124553 h 516802"/>
              <a:gd name="connsiteX21" fmla="*/ 572882 w 2855736"/>
              <a:gd name="connsiteY21" fmla="*/ 124553 h 516802"/>
              <a:gd name="connsiteX22" fmla="*/ 572882 w 2855736"/>
              <a:gd name="connsiteY22" fmla="*/ 128116 h 516802"/>
              <a:gd name="connsiteX23" fmla="*/ 572804 w 2855736"/>
              <a:gd name="connsiteY23" fmla="*/ 466299 h 516802"/>
              <a:gd name="connsiteX24" fmla="*/ 569319 w 2855736"/>
              <a:gd name="connsiteY24" fmla="*/ 466299 h 516802"/>
              <a:gd name="connsiteX25" fmla="*/ 480087 w 2855736"/>
              <a:gd name="connsiteY25" fmla="*/ 466299 h 516802"/>
              <a:gd name="connsiteX26" fmla="*/ 476601 w 2855736"/>
              <a:gd name="connsiteY26" fmla="*/ 466299 h 516802"/>
              <a:gd name="connsiteX27" fmla="*/ 476601 w 2855736"/>
              <a:gd name="connsiteY27" fmla="*/ 127496 h 516802"/>
              <a:gd name="connsiteX28" fmla="*/ 2026544 w 2855736"/>
              <a:gd name="connsiteY28" fmla="*/ 116342 h 516802"/>
              <a:gd name="connsiteX29" fmla="*/ 2113220 w 2855736"/>
              <a:gd name="connsiteY29" fmla="*/ 147093 h 516802"/>
              <a:gd name="connsiteX30" fmla="*/ 2141569 w 2855736"/>
              <a:gd name="connsiteY30" fmla="*/ 242832 h 516802"/>
              <a:gd name="connsiteX31" fmla="*/ 2141569 w 2855736"/>
              <a:gd name="connsiteY31" fmla="*/ 466376 h 516802"/>
              <a:gd name="connsiteX32" fmla="*/ 2045366 w 2855736"/>
              <a:gd name="connsiteY32" fmla="*/ 466376 h 516802"/>
              <a:gd name="connsiteX33" fmla="*/ 2045366 w 2855736"/>
              <a:gd name="connsiteY33" fmla="*/ 254992 h 516802"/>
              <a:gd name="connsiteX34" fmla="*/ 2033050 w 2855736"/>
              <a:gd name="connsiteY34" fmla="*/ 209757 h 516802"/>
              <a:gd name="connsiteX35" fmla="*/ 1999820 w 2855736"/>
              <a:gd name="connsiteY35" fmla="*/ 197983 h 516802"/>
              <a:gd name="connsiteX36" fmla="*/ 1971548 w 2855736"/>
              <a:gd name="connsiteY36" fmla="*/ 202786 h 516802"/>
              <a:gd name="connsiteX37" fmla="*/ 1949472 w 2855736"/>
              <a:gd name="connsiteY37" fmla="*/ 216651 h 516802"/>
              <a:gd name="connsiteX38" fmla="*/ 1935143 w 2855736"/>
              <a:gd name="connsiteY38" fmla="*/ 237022 h 516802"/>
              <a:gd name="connsiteX39" fmla="*/ 1929411 w 2855736"/>
              <a:gd name="connsiteY39" fmla="*/ 262583 h 516802"/>
              <a:gd name="connsiteX40" fmla="*/ 1929411 w 2855736"/>
              <a:gd name="connsiteY40" fmla="*/ 466299 h 516802"/>
              <a:gd name="connsiteX41" fmla="*/ 1833130 w 2855736"/>
              <a:gd name="connsiteY41" fmla="*/ 466299 h 516802"/>
              <a:gd name="connsiteX42" fmla="*/ 1833130 w 2855736"/>
              <a:gd name="connsiteY42" fmla="*/ 124630 h 516802"/>
              <a:gd name="connsiteX43" fmla="*/ 1926855 w 2855736"/>
              <a:gd name="connsiteY43" fmla="*/ 124630 h 516802"/>
              <a:gd name="connsiteX44" fmla="*/ 1926855 w 2855736"/>
              <a:gd name="connsiteY44" fmla="*/ 165063 h 516802"/>
              <a:gd name="connsiteX45" fmla="*/ 1968605 w 2855736"/>
              <a:gd name="connsiteY45" fmla="*/ 130052 h 516802"/>
              <a:gd name="connsiteX46" fmla="*/ 2026544 w 2855736"/>
              <a:gd name="connsiteY46" fmla="*/ 116342 h 516802"/>
              <a:gd name="connsiteX47" fmla="*/ 1272176 w 2855736"/>
              <a:gd name="connsiteY47" fmla="*/ 115490 h 516802"/>
              <a:gd name="connsiteX48" fmla="*/ 1339410 w 2855736"/>
              <a:gd name="connsiteY48" fmla="*/ 123623 h 516802"/>
              <a:gd name="connsiteX49" fmla="*/ 1384258 w 2855736"/>
              <a:gd name="connsiteY49" fmla="*/ 145544 h 516802"/>
              <a:gd name="connsiteX50" fmla="*/ 1397194 w 2855736"/>
              <a:gd name="connsiteY50" fmla="*/ 157860 h 516802"/>
              <a:gd name="connsiteX51" fmla="*/ 1410749 w 2855736"/>
              <a:gd name="connsiteY51" fmla="*/ 178696 h 516802"/>
              <a:gd name="connsiteX52" fmla="*/ 1415319 w 2855736"/>
              <a:gd name="connsiteY52" fmla="*/ 189695 h 516802"/>
              <a:gd name="connsiteX53" fmla="*/ 1416171 w 2855736"/>
              <a:gd name="connsiteY53" fmla="*/ 192174 h 516802"/>
              <a:gd name="connsiteX54" fmla="*/ 1422755 w 2855736"/>
              <a:gd name="connsiteY54" fmla="*/ 222847 h 516802"/>
              <a:gd name="connsiteX55" fmla="*/ 1423065 w 2855736"/>
              <a:gd name="connsiteY55" fmla="*/ 226643 h 516802"/>
              <a:gd name="connsiteX56" fmla="*/ 1335382 w 2855736"/>
              <a:gd name="connsiteY56" fmla="*/ 226643 h 516802"/>
              <a:gd name="connsiteX57" fmla="*/ 1333058 w 2855736"/>
              <a:gd name="connsiteY57" fmla="*/ 218432 h 516802"/>
              <a:gd name="connsiteX58" fmla="*/ 1318109 w 2855736"/>
              <a:gd name="connsiteY58" fmla="*/ 198835 h 516802"/>
              <a:gd name="connsiteX59" fmla="*/ 1274035 w 2855736"/>
              <a:gd name="connsiteY59" fmla="*/ 188688 h 516802"/>
              <a:gd name="connsiteX60" fmla="*/ 1245220 w 2855736"/>
              <a:gd name="connsiteY60" fmla="*/ 191477 h 516802"/>
              <a:gd name="connsiteX61" fmla="*/ 1227870 w 2855736"/>
              <a:gd name="connsiteY61" fmla="*/ 198293 h 516802"/>
              <a:gd name="connsiteX62" fmla="*/ 1219504 w 2855736"/>
              <a:gd name="connsiteY62" fmla="*/ 207123 h 516802"/>
              <a:gd name="connsiteX63" fmla="*/ 1217025 w 2855736"/>
              <a:gd name="connsiteY63" fmla="*/ 216418 h 516802"/>
              <a:gd name="connsiteX64" fmla="*/ 1225469 w 2855736"/>
              <a:gd name="connsiteY64" fmla="*/ 236867 h 516802"/>
              <a:gd name="connsiteX65" fmla="*/ 1262494 w 2855736"/>
              <a:gd name="connsiteY65" fmla="*/ 248641 h 516802"/>
              <a:gd name="connsiteX66" fmla="*/ 1304553 w 2855736"/>
              <a:gd name="connsiteY66" fmla="*/ 255612 h 516802"/>
              <a:gd name="connsiteX67" fmla="*/ 1365513 w 2855736"/>
              <a:gd name="connsiteY67" fmla="*/ 270484 h 516802"/>
              <a:gd name="connsiteX68" fmla="*/ 1403313 w 2855736"/>
              <a:gd name="connsiteY68" fmla="*/ 293179 h 516802"/>
              <a:gd name="connsiteX69" fmla="*/ 1423375 w 2855736"/>
              <a:gd name="connsiteY69" fmla="*/ 325635 h 516802"/>
              <a:gd name="connsiteX70" fmla="*/ 1423375 w 2855736"/>
              <a:gd name="connsiteY70" fmla="*/ 325712 h 516802"/>
              <a:gd name="connsiteX71" fmla="*/ 1428952 w 2855736"/>
              <a:gd name="connsiteY71" fmla="*/ 368159 h 516802"/>
              <a:gd name="connsiteX72" fmla="*/ 1391927 w 2855736"/>
              <a:gd name="connsiteY72" fmla="*/ 446392 h 516802"/>
              <a:gd name="connsiteX73" fmla="*/ 1279534 w 2855736"/>
              <a:gd name="connsiteY73" fmla="*/ 475516 h 516802"/>
              <a:gd name="connsiteX74" fmla="*/ 1221828 w 2855736"/>
              <a:gd name="connsiteY74" fmla="*/ 470017 h 516802"/>
              <a:gd name="connsiteX75" fmla="*/ 1172255 w 2855736"/>
              <a:gd name="connsiteY75" fmla="*/ 450730 h 516802"/>
              <a:gd name="connsiteX76" fmla="*/ 1136081 w 2855736"/>
              <a:gd name="connsiteY76" fmla="*/ 413937 h 516802"/>
              <a:gd name="connsiteX77" fmla="*/ 1120280 w 2855736"/>
              <a:gd name="connsiteY77" fmla="*/ 360336 h 516802"/>
              <a:gd name="connsiteX78" fmla="*/ 1213230 w 2855736"/>
              <a:gd name="connsiteY78" fmla="*/ 360336 h 516802"/>
              <a:gd name="connsiteX79" fmla="*/ 1233911 w 2855736"/>
              <a:gd name="connsiteY79" fmla="*/ 391087 h 516802"/>
              <a:gd name="connsiteX80" fmla="*/ 1278295 w 2855736"/>
              <a:gd name="connsiteY80" fmla="*/ 399685 h 516802"/>
              <a:gd name="connsiteX81" fmla="*/ 1322059 w 2855736"/>
              <a:gd name="connsiteY81" fmla="*/ 392171 h 516802"/>
              <a:gd name="connsiteX82" fmla="*/ 1333988 w 2855736"/>
              <a:gd name="connsiteY82" fmla="*/ 369398 h 516802"/>
              <a:gd name="connsiteX83" fmla="*/ 1326319 w 2855736"/>
              <a:gd name="connsiteY83" fmla="*/ 349492 h 516802"/>
              <a:gd name="connsiteX84" fmla="*/ 1295568 w 2855736"/>
              <a:gd name="connsiteY84" fmla="*/ 337253 h 516802"/>
              <a:gd name="connsiteX85" fmla="*/ 1247467 w 2855736"/>
              <a:gd name="connsiteY85" fmla="*/ 329585 h 516802"/>
              <a:gd name="connsiteX86" fmla="*/ 1155678 w 2855736"/>
              <a:gd name="connsiteY86" fmla="*/ 296045 h 516802"/>
              <a:gd name="connsiteX87" fmla="*/ 1124695 w 2855736"/>
              <a:gd name="connsiteY87" fmla="*/ 222847 h 516802"/>
              <a:gd name="connsiteX88" fmla="*/ 1135617 w 2855736"/>
              <a:gd name="connsiteY88" fmla="*/ 177844 h 516802"/>
              <a:gd name="connsiteX89" fmla="*/ 1166290 w 2855736"/>
              <a:gd name="connsiteY89" fmla="*/ 144150 h 516802"/>
              <a:gd name="connsiteX90" fmla="*/ 1212920 w 2855736"/>
              <a:gd name="connsiteY90" fmla="*/ 122926 h 516802"/>
              <a:gd name="connsiteX91" fmla="*/ 1272176 w 2855736"/>
              <a:gd name="connsiteY91" fmla="*/ 115490 h 516802"/>
              <a:gd name="connsiteX92" fmla="*/ 1629957 w 2855736"/>
              <a:gd name="connsiteY92" fmla="*/ 115335 h 516802"/>
              <a:gd name="connsiteX93" fmla="*/ 1747616 w 2855736"/>
              <a:gd name="connsiteY93" fmla="*/ 160493 h 516802"/>
              <a:gd name="connsiteX94" fmla="*/ 1787043 w 2855736"/>
              <a:gd name="connsiteY94" fmla="*/ 281328 h 516802"/>
              <a:gd name="connsiteX95" fmla="*/ 1787043 w 2855736"/>
              <a:gd name="connsiteY95" fmla="*/ 320522 h 516802"/>
              <a:gd name="connsiteX96" fmla="*/ 1556526 w 2855736"/>
              <a:gd name="connsiteY96" fmla="*/ 320522 h 516802"/>
              <a:gd name="connsiteX97" fmla="*/ 1575968 w 2855736"/>
              <a:gd name="connsiteY97" fmla="*/ 377454 h 516802"/>
              <a:gd name="connsiteX98" fmla="*/ 1630654 w 2855736"/>
              <a:gd name="connsiteY98" fmla="*/ 398833 h 516802"/>
              <a:gd name="connsiteX99" fmla="*/ 1688825 w 2855736"/>
              <a:gd name="connsiteY99" fmla="*/ 360181 h 516802"/>
              <a:gd name="connsiteX100" fmla="*/ 1688903 w 2855736"/>
              <a:gd name="connsiteY100" fmla="*/ 360181 h 516802"/>
              <a:gd name="connsiteX101" fmla="*/ 1782937 w 2855736"/>
              <a:gd name="connsiteY101" fmla="*/ 360181 h 516802"/>
              <a:gd name="connsiteX102" fmla="*/ 1737082 w 2855736"/>
              <a:gd name="connsiteY102" fmla="*/ 445540 h 516802"/>
              <a:gd name="connsiteX103" fmla="*/ 1630034 w 2855736"/>
              <a:gd name="connsiteY103" fmla="*/ 475284 h 516802"/>
              <a:gd name="connsiteX104" fmla="*/ 1502848 w 2855736"/>
              <a:gd name="connsiteY104" fmla="*/ 428267 h 516802"/>
              <a:gd name="connsiteX105" fmla="*/ 1460168 w 2855736"/>
              <a:gd name="connsiteY105" fmla="*/ 295890 h 516802"/>
              <a:gd name="connsiteX106" fmla="*/ 1472484 w 2855736"/>
              <a:gd name="connsiteY106" fmla="*/ 219826 h 516802"/>
              <a:gd name="connsiteX107" fmla="*/ 1507340 w 2855736"/>
              <a:gd name="connsiteY107" fmla="*/ 162894 h 516802"/>
              <a:gd name="connsiteX108" fmla="*/ 1561174 w 2855736"/>
              <a:gd name="connsiteY108" fmla="*/ 127341 h 516802"/>
              <a:gd name="connsiteX109" fmla="*/ 1629957 w 2855736"/>
              <a:gd name="connsiteY109" fmla="*/ 115335 h 516802"/>
              <a:gd name="connsiteX110" fmla="*/ 784576 w 2855736"/>
              <a:gd name="connsiteY110" fmla="*/ 115335 h 516802"/>
              <a:gd name="connsiteX111" fmla="*/ 902235 w 2855736"/>
              <a:gd name="connsiteY111" fmla="*/ 160493 h 516802"/>
              <a:gd name="connsiteX112" fmla="*/ 941661 w 2855736"/>
              <a:gd name="connsiteY112" fmla="*/ 281328 h 516802"/>
              <a:gd name="connsiteX113" fmla="*/ 941661 w 2855736"/>
              <a:gd name="connsiteY113" fmla="*/ 320522 h 516802"/>
              <a:gd name="connsiteX114" fmla="*/ 711145 w 2855736"/>
              <a:gd name="connsiteY114" fmla="*/ 320522 h 516802"/>
              <a:gd name="connsiteX115" fmla="*/ 730587 w 2855736"/>
              <a:gd name="connsiteY115" fmla="*/ 377454 h 516802"/>
              <a:gd name="connsiteX116" fmla="*/ 785273 w 2855736"/>
              <a:gd name="connsiteY116" fmla="*/ 398833 h 516802"/>
              <a:gd name="connsiteX117" fmla="*/ 843444 w 2855736"/>
              <a:gd name="connsiteY117" fmla="*/ 360181 h 516802"/>
              <a:gd name="connsiteX118" fmla="*/ 843522 w 2855736"/>
              <a:gd name="connsiteY118" fmla="*/ 360181 h 516802"/>
              <a:gd name="connsiteX119" fmla="*/ 937556 w 2855736"/>
              <a:gd name="connsiteY119" fmla="*/ 360181 h 516802"/>
              <a:gd name="connsiteX120" fmla="*/ 891701 w 2855736"/>
              <a:gd name="connsiteY120" fmla="*/ 445540 h 516802"/>
              <a:gd name="connsiteX121" fmla="*/ 784653 w 2855736"/>
              <a:gd name="connsiteY121" fmla="*/ 475284 h 516802"/>
              <a:gd name="connsiteX122" fmla="*/ 657467 w 2855736"/>
              <a:gd name="connsiteY122" fmla="*/ 428267 h 516802"/>
              <a:gd name="connsiteX123" fmla="*/ 614787 w 2855736"/>
              <a:gd name="connsiteY123" fmla="*/ 295890 h 516802"/>
              <a:gd name="connsiteX124" fmla="*/ 627103 w 2855736"/>
              <a:gd name="connsiteY124" fmla="*/ 219826 h 516802"/>
              <a:gd name="connsiteX125" fmla="*/ 661959 w 2855736"/>
              <a:gd name="connsiteY125" fmla="*/ 162894 h 516802"/>
              <a:gd name="connsiteX126" fmla="*/ 715793 w 2855736"/>
              <a:gd name="connsiteY126" fmla="*/ 127341 h 516802"/>
              <a:gd name="connsiteX127" fmla="*/ 784576 w 2855736"/>
              <a:gd name="connsiteY127" fmla="*/ 115335 h 516802"/>
              <a:gd name="connsiteX128" fmla="*/ 2576886 w 2855736"/>
              <a:gd name="connsiteY128" fmla="*/ 97288 h 516802"/>
              <a:gd name="connsiteX129" fmla="*/ 2435834 w 2855736"/>
              <a:gd name="connsiteY129" fmla="*/ 238339 h 516802"/>
              <a:gd name="connsiteX130" fmla="*/ 2576886 w 2855736"/>
              <a:gd name="connsiteY130" fmla="*/ 379391 h 516802"/>
              <a:gd name="connsiteX131" fmla="*/ 2717938 w 2855736"/>
              <a:gd name="connsiteY131" fmla="*/ 238339 h 516802"/>
              <a:gd name="connsiteX132" fmla="*/ 2576886 w 2855736"/>
              <a:gd name="connsiteY132" fmla="*/ 97288 h 516802"/>
              <a:gd name="connsiteX133" fmla="*/ 2196642 w 2855736"/>
              <a:gd name="connsiteY133" fmla="*/ 10456 h 516802"/>
              <a:gd name="connsiteX134" fmla="*/ 2290522 w 2855736"/>
              <a:gd name="connsiteY134" fmla="*/ 10456 h 516802"/>
              <a:gd name="connsiteX135" fmla="*/ 2290522 w 2855736"/>
              <a:gd name="connsiteY135" fmla="*/ 466298 h 516802"/>
              <a:gd name="connsiteX136" fmla="*/ 2196642 w 2855736"/>
              <a:gd name="connsiteY136" fmla="*/ 466298 h 516802"/>
              <a:gd name="connsiteX137" fmla="*/ 986665 w 2855736"/>
              <a:gd name="connsiteY137" fmla="*/ 10456 h 516802"/>
              <a:gd name="connsiteX138" fmla="*/ 1080545 w 2855736"/>
              <a:gd name="connsiteY138" fmla="*/ 10456 h 516802"/>
              <a:gd name="connsiteX139" fmla="*/ 1080545 w 2855736"/>
              <a:gd name="connsiteY139" fmla="*/ 475593 h 516802"/>
              <a:gd name="connsiteX140" fmla="*/ 1065905 w 2855736"/>
              <a:gd name="connsiteY140" fmla="*/ 475593 h 516802"/>
              <a:gd name="connsiteX141" fmla="*/ 986665 w 2855736"/>
              <a:gd name="connsiteY141" fmla="*/ 394107 h 516802"/>
              <a:gd name="connsiteX142" fmla="*/ 476601 w 2855736"/>
              <a:gd name="connsiteY142" fmla="*/ 10456 h 516802"/>
              <a:gd name="connsiteX143" fmla="*/ 480087 w 2855736"/>
              <a:gd name="connsiteY143" fmla="*/ 10456 h 516802"/>
              <a:gd name="connsiteX144" fmla="*/ 569319 w 2855736"/>
              <a:gd name="connsiteY144" fmla="*/ 10456 h 516802"/>
              <a:gd name="connsiteX145" fmla="*/ 572882 w 2855736"/>
              <a:gd name="connsiteY145" fmla="*/ 10456 h 516802"/>
              <a:gd name="connsiteX146" fmla="*/ 572882 w 2855736"/>
              <a:gd name="connsiteY146" fmla="*/ 81330 h 516802"/>
              <a:gd name="connsiteX147" fmla="*/ 572882 w 2855736"/>
              <a:gd name="connsiteY147" fmla="*/ 84893 h 516802"/>
              <a:gd name="connsiteX148" fmla="*/ 569319 w 2855736"/>
              <a:gd name="connsiteY148" fmla="*/ 84893 h 516802"/>
              <a:gd name="connsiteX149" fmla="*/ 480087 w 2855736"/>
              <a:gd name="connsiteY149" fmla="*/ 84893 h 516802"/>
              <a:gd name="connsiteX150" fmla="*/ 476601 w 2855736"/>
              <a:gd name="connsiteY150" fmla="*/ 84893 h 516802"/>
              <a:gd name="connsiteX151" fmla="*/ 476601 w 2855736"/>
              <a:gd name="connsiteY151" fmla="*/ 81330 h 516802"/>
              <a:gd name="connsiteX152" fmla="*/ 58559 w 2855736"/>
              <a:gd name="connsiteY152" fmla="*/ 6331 h 516802"/>
              <a:gd name="connsiteX153" fmla="*/ 82648 w 2855736"/>
              <a:gd name="connsiteY153" fmla="*/ 20990 h 516802"/>
              <a:gd name="connsiteX154" fmla="*/ 326565 w 2855736"/>
              <a:gd name="connsiteY154" fmla="*/ 298911 h 516802"/>
              <a:gd name="connsiteX155" fmla="*/ 326565 w 2855736"/>
              <a:gd name="connsiteY155" fmla="*/ 10456 h 516802"/>
              <a:gd name="connsiteX156" fmla="*/ 421064 w 2855736"/>
              <a:gd name="connsiteY156" fmla="*/ 10456 h 516802"/>
              <a:gd name="connsiteX157" fmla="*/ 421064 w 2855736"/>
              <a:gd name="connsiteY157" fmla="*/ 424781 h 516802"/>
              <a:gd name="connsiteX158" fmla="*/ 390545 w 2855736"/>
              <a:gd name="connsiteY158" fmla="*/ 469397 h 516802"/>
              <a:gd name="connsiteX159" fmla="*/ 373814 w 2855736"/>
              <a:gd name="connsiteY159" fmla="*/ 472495 h 516802"/>
              <a:gd name="connsiteX160" fmla="*/ 338416 w 2855736"/>
              <a:gd name="connsiteY160" fmla="*/ 456461 h 516802"/>
              <a:gd name="connsiteX161" fmla="*/ 94499 w 2855736"/>
              <a:gd name="connsiteY161" fmla="*/ 178541 h 516802"/>
              <a:gd name="connsiteX162" fmla="*/ 94499 w 2855736"/>
              <a:gd name="connsiteY162" fmla="*/ 466298 h 516802"/>
              <a:gd name="connsiteX163" fmla="*/ 0 w 2855736"/>
              <a:gd name="connsiteY163" fmla="*/ 466298 h 516802"/>
              <a:gd name="connsiteX164" fmla="*/ 0 w 2855736"/>
              <a:gd name="connsiteY164" fmla="*/ 52748 h 516802"/>
              <a:gd name="connsiteX165" fmla="*/ 30519 w 2855736"/>
              <a:gd name="connsiteY165" fmla="*/ 8055 h 516802"/>
              <a:gd name="connsiteX166" fmla="*/ 58559 w 2855736"/>
              <a:gd name="connsiteY166" fmla="*/ 6331 h 516802"/>
              <a:gd name="connsiteX167" fmla="*/ 2576886 w 2855736"/>
              <a:gd name="connsiteY167" fmla="*/ 0 h 516802"/>
              <a:gd name="connsiteX168" fmla="*/ 2815303 w 2855736"/>
              <a:gd name="connsiteY168" fmla="*/ 238417 h 516802"/>
              <a:gd name="connsiteX169" fmla="*/ 2775489 w 2855736"/>
              <a:gd name="connsiteY169" fmla="*/ 370096 h 516802"/>
              <a:gd name="connsiteX170" fmla="*/ 2775412 w 2855736"/>
              <a:gd name="connsiteY170" fmla="*/ 370096 h 516802"/>
              <a:gd name="connsiteX171" fmla="*/ 2855736 w 2855736"/>
              <a:gd name="connsiteY171" fmla="*/ 450420 h 516802"/>
              <a:gd name="connsiteX172" fmla="*/ 2789354 w 2855736"/>
              <a:gd name="connsiteY172" fmla="*/ 516802 h 516802"/>
              <a:gd name="connsiteX173" fmla="*/ 2709108 w 2855736"/>
              <a:gd name="connsiteY173" fmla="*/ 436555 h 516802"/>
              <a:gd name="connsiteX174" fmla="*/ 2576886 w 2855736"/>
              <a:gd name="connsiteY174" fmla="*/ 476756 h 516802"/>
              <a:gd name="connsiteX175" fmla="*/ 2338469 w 2855736"/>
              <a:gd name="connsiteY175" fmla="*/ 238417 h 516802"/>
              <a:gd name="connsiteX176" fmla="*/ 2576886 w 2855736"/>
              <a:gd name="connsiteY176" fmla="*/ 0 h 516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</a:cxnLst>
            <a:rect l="l" t="t" r="r" b="b"/>
            <a:pathLst>
              <a:path w="2855736" h="516802">
                <a:moveTo>
                  <a:pt x="1628098" y="189308"/>
                </a:moveTo>
                <a:cubicBezTo>
                  <a:pt x="1616711" y="189308"/>
                  <a:pt x="1606719" y="191089"/>
                  <a:pt x="1598276" y="194730"/>
                </a:cubicBezTo>
                <a:cubicBezTo>
                  <a:pt x="1589833" y="198370"/>
                  <a:pt x="1582630" y="203328"/>
                  <a:pt x="1576820" y="209524"/>
                </a:cubicBezTo>
                <a:cubicBezTo>
                  <a:pt x="1571011" y="215798"/>
                  <a:pt x="1566441" y="223157"/>
                  <a:pt x="1563188" y="231368"/>
                </a:cubicBezTo>
                <a:lnTo>
                  <a:pt x="1563188" y="231290"/>
                </a:lnTo>
                <a:cubicBezTo>
                  <a:pt x="1560399" y="238571"/>
                  <a:pt x="1558618" y="246472"/>
                  <a:pt x="1557921" y="254838"/>
                </a:cubicBezTo>
                <a:lnTo>
                  <a:pt x="1694015" y="254838"/>
                </a:lnTo>
                <a:cubicBezTo>
                  <a:pt x="1693473" y="234621"/>
                  <a:pt x="1688128" y="218587"/>
                  <a:pt x="1678059" y="207201"/>
                </a:cubicBezTo>
                <a:cubicBezTo>
                  <a:pt x="1667524" y="195349"/>
                  <a:pt x="1650716" y="189308"/>
                  <a:pt x="1628098" y="189308"/>
                </a:cubicBezTo>
                <a:close/>
                <a:moveTo>
                  <a:pt x="782717" y="189308"/>
                </a:moveTo>
                <a:cubicBezTo>
                  <a:pt x="771330" y="189308"/>
                  <a:pt x="761338" y="191089"/>
                  <a:pt x="752895" y="194730"/>
                </a:cubicBezTo>
                <a:cubicBezTo>
                  <a:pt x="744452" y="198370"/>
                  <a:pt x="737249" y="203328"/>
                  <a:pt x="731439" y="209524"/>
                </a:cubicBezTo>
                <a:cubicBezTo>
                  <a:pt x="725630" y="215798"/>
                  <a:pt x="721060" y="223157"/>
                  <a:pt x="717807" y="231368"/>
                </a:cubicBezTo>
                <a:lnTo>
                  <a:pt x="717807" y="231290"/>
                </a:lnTo>
                <a:cubicBezTo>
                  <a:pt x="715018" y="238571"/>
                  <a:pt x="713237" y="246472"/>
                  <a:pt x="712539" y="254838"/>
                </a:cubicBezTo>
                <a:lnTo>
                  <a:pt x="848634" y="254838"/>
                </a:lnTo>
                <a:cubicBezTo>
                  <a:pt x="848092" y="234621"/>
                  <a:pt x="842747" y="218587"/>
                  <a:pt x="832677" y="207201"/>
                </a:cubicBezTo>
                <a:cubicBezTo>
                  <a:pt x="822143" y="195349"/>
                  <a:pt x="805335" y="189308"/>
                  <a:pt x="782717" y="189308"/>
                </a:cubicBezTo>
                <a:close/>
                <a:moveTo>
                  <a:pt x="476601" y="124553"/>
                </a:moveTo>
                <a:lnTo>
                  <a:pt x="480087" y="124553"/>
                </a:lnTo>
                <a:lnTo>
                  <a:pt x="569319" y="124553"/>
                </a:lnTo>
                <a:lnTo>
                  <a:pt x="572882" y="124553"/>
                </a:lnTo>
                <a:lnTo>
                  <a:pt x="572882" y="128116"/>
                </a:lnTo>
                <a:lnTo>
                  <a:pt x="572804" y="466299"/>
                </a:lnTo>
                <a:lnTo>
                  <a:pt x="569319" y="466299"/>
                </a:lnTo>
                <a:lnTo>
                  <a:pt x="480087" y="466299"/>
                </a:lnTo>
                <a:lnTo>
                  <a:pt x="476601" y="466299"/>
                </a:lnTo>
                <a:lnTo>
                  <a:pt x="476601" y="127496"/>
                </a:lnTo>
                <a:close/>
                <a:moveTo>
                  <a:pt x="2026544" y="116342"/>
                </a:moveTo>
                <a:cubicBezTo>
                  <a:pt x="2065195" y="116342"/>
                  <a:pt x="2094320" y="126721"/>
                  <a:pt x="2113220" y="147093"/>
                </a:cubicBezTo>
                <a:cubicBezTo>
                  <a:pt x="2132042" y="167465"/>
                  <a:pt x="2141569" y="199687"/>
                  <a:pt x="2141569" y="242832"/>
                </a:cubicBezTo>
                <a:lnTo>
                  <a:pt x="2141569" y="466376"/>
                </a:lnTo>
                <a:lnTo>
                  <a:pt x="2045366" y="466376"/>
                </a:lnTo>
                <a:lnTo>
                  <a:pt x="2045366" y="254992"/>
                </a:lnTo>
                <a:cubicBezTo>
                  <a:pt x="2045366" y="232762"/>
                  <a:pt x="2041183" y="217503"/>
                  <a:pt x="2033050" y="209757"/>
                </a:cubicBezTo>
                <a:cubicBezTo>
                  <a:pt x="2024840" y="201933"/>
                  <a:pt x="2013686" y="197983"/>
                  <a:pt x="1999820" y="197983"/>
                </a:cubicBezTo>
                <a:cubicBezTo>
                  <a:pt x="1988899" y="197983"/>
                  <a:pt x="1979371" y="199610"/>
                  <a:pt x="1971548" y="202786"/>
                </a:cubicBezTo>
                <a:cubicBezTo>
                  <a:pt x="1963647" y="205961"/>
                  <a:pt x="1956211" y="210764"/>
                  <a:pt x="1949472" y="216651"/>
                </a:cubicBezTo>
                <a:cubicBezTo>
                  <a:pt x="1943818" y="222305"/>
                  <a:pt x="1938938" y="229121"/>
                  <a:pt x="1935143" y="237022"/>
                </a:cubicBezTo>
                <a:cubicBezTo>
                  <a:pt x="1931347" y="244768"/>
                  <a:pt x="1929411" y="253366"/>
                  <a:pt x="1929411" y="262583"/>
                </a:cubicBezTo>
                <a:lnTo>
                  <a:pt x="1929411" y="466299"/>
                </a:lnTo>
                <a:lnTo>
                  <a:pt x="1833130" y="466299"/>
                </a:lnTo>
                <a:lnTo>
                  <a:pt x="1833130" y="124630"/>
                </a:lnTo>
                <a:lnTo>
                  <a:pt x="1926855" y="124630"/>
                </a:lnTo>
                <a:lnTo>
                  <a:pt x="1926855" y="165063"/>
                </a:lnTo>
                <a:cubicBezTo>
                  <a:pt x="1938938" y="149494"/>
                  <a:pt x="1952958" y="137798"/>
                  <a:pt x="1968605" y="130052"/>
                </a:cubicBezTo>
                <a:cubicBezTo>
                  <a:pt x="1987040" y="120989"/>
                  <a:pt x="2006559" y="116342"/>
                  <a:pt x="2026544" y="116342"/>
                </a:cubicBezTo>
                <a:close/>
                <a:moveTo>
                  <a:pt x="1272176" y="115490"/>
                </a:moveTo>
                <a:cubicBezTo>
                  <a:pt x="1298667" y="115490"/>
                  <a:pt x="1321285" y="118279"/>
                  <a:pt x="1339410" y="123623"/>
                </a:cubicBezTo>
                <a:cubicBezTo>
                  <a:pt x="1357613" y="129045"/>
                  <a:pt x="1372717" y="136404"/>
                  <a:pt x="1384258" y="145544"/>
                </a:cubicBezTo>
                <a:cubicBezTo>
                  <a:pt x="1389061" y="149339"/>
                  <a:pt x="1393321" y="153445"/>
                  <a:pt x="1397194" y="157860"/>
                </a:cubicBezTo>
                <a:cubicBezTo>
                  <a:pt x="1402693" y="164211"/>
                  <a:pt x="1407263" y="171183"/>
                  <a:pt x="1410749" y="178696"/>
                </a:cubicBezTo>
                <a:cubicBezTo>
                  <a:pt x="1412376" y="182259"/>
                  <a:pt x="1413925" y="185977"/>
                  <a:pt x="1415319" y="189695"/>
                </a:cubicBezTo>
                <a:cubicBezTo>
                  <a:pt x="1415629" y="190547"/>
                  <a:pt x="1415861" y="191322"/>
                  <a:pt x="1416171" y="192174"/>
                </a:cubicBezTo>
                <a:cubicBezTo>
                  <a:pt x="1419347" y="201934"/>
                  <a:pt x="1421516" y="212235"/>
                  <a:pt x="1422755" y="222847"/>
                </a:cubicBezTo>
                <a:cubicBezTo>
                  <a:pt x="1422910" y="224087"/>
                  <a:pt x="1422910" y="225403"/>
                  <a:pt x="1423065" y="226643"/>
                </a:cubicBezTo>
                <a:lnTo>
                  <a:pt x="1335382" y="226643"/>
                </a:lnTo>
                <a:cubicBezTo>
                  <a:pt x="1334762" y="223699"/>
                  <a:pt x="1333988" y="220988"/>
                  <a:pt x="1333058" y="218432"/>
                </a:cubicBezTo>
                <a:cubicBezTo>
                  <a:pt x="1329263" y="208905"/>
                  <a:pt x="1324615" y="203793"/>
                  <a:pt x="1318109" y="198835"/>
                </a:cubicBezTo>
                <a:cubicBezTo>
                  <a:pt x="1309201" y="192096"/>
                  <a:pt x="1294406" y="188688"/>
                  <a:pt x="1274035" y="188688"/>
                </a:cubicBezTo>
                <a:cubicBezTo>
                  <a:pt x="1262494" y="188688"/>
                  <a:pt x="1252734" y="189618"/>
                  <a:pt x="1245220" y="191477"/>
                </a:cubicBezTo>
                <a:cubicBezTo>
                  <a:pt x="1237784" y="193258"/>
                  <a:pt x="1231975" y="195582"/>
                  <a:pt x="1227870" y="198293"/>
                </a:cubicBezTo>
                <a:cubicBezTo>
                  <a:pt x="1223919" y="200927"/>
                  <a:pt x="1221131" y="203870"/>
                  <a:pt x="1219504" y="207123"/>
                </a:cubicBezTo>
                <a:cubicBezTo>
                  <a:pt x="1217878" y="210454"/>
                  <a:pt x="1217025" y="213630"/>
                  <a:pt x="1217025" y="216418"/>
                </a:cubicBezTo>
                <a:cubicBezTo>
                  <a:pt x="1217025" y="225946"/>
                  <a:pt x="1219814" y="232685"/>
                  <a:pt x="1225469" y="236867"/>
                </a:cubicBezTo>
                <a:cubicBezTo>
                  <a:pt x="1231588" y="241437"/>
                  <a:pt x="1244058" y="245388"/>
                  <a:pt x="1262494" y="248641"/>
                </a:cubicBezTo>
                <a:lnTo>
                  <a:pt x="1304553" y="255612"/>
                </a:lnTo>
                <a:cubicBezTo>
                  <a:pt x="1328023" y="259485"/>
                  <a:pt x="1350022" y="264442"/>
                  <a:pt x="1365513" y="270484"/>
                </a:cubicBezTo>
                <a:cubicBezTo>
                  <a:pt x="1381160" y="276526"/>
                  <a:pt x="1393863" y="284194"/>
                  <a:pt x="1403313" y="293179"/>
                </a:cubicBezTo>
                <a:cubicBezTo>
                  <a:pt x="1412840" y="302320"/>
                  <a:pt x="1419579" y="313241"/>
                  <a:pt x="1423375" y="325635"/>
                </a:cubicBezTo>
                <a:lnTo>
                  <a:pt x="1423375" y="325712"/>
                </a:lnTo>
                <a:cubicBezTo>
                  <a:pt x="1427093" y="337950"/>
                  <a:pt x="1428952" y="352203"/>
                  <a:pt x="1428952" y="368159"/>
                </a:cubicBezTo>
                <a:cubicBezTo>
                  <a:pt x="1428952" y="400537"/>
                  <a:pt x="1416481" y="426873"/>
                  <a:pt x="1391927" y="446392"/>
                </a:cubicBezTo>
                <a:cubicBezTo>
                  <a:pt x="1367605" y="465757"/>
                  <a:pt x="1329805" y="475516"/>
                  <a:pt x="1279534" y="475516"/>
                </a:cubicBezTo>
                <a:cubicBezTo>
                  <a:pt x="1259473" y="475516"/>
                  <a:pt x="1240031" y="473657"/>
                  <a:pt x="1221828" y="470017"/>
                </a:cubicBezTo>
                <a:cubicBezTo>
                  <a:pt x="1203470" y="466299"/>
                  <a:pt x="1186739" y="459870"/>
                  <a:pt x="1172255" y="450730"/>
                </a:cubicBezTo>
                <a:cubicBezTo>
                  <a:pt x="1157615" y="441590"/>
                  <a:pt x="1145454" y="429196"/>
                  <a:pt x="1136081" y="413937"/>
                </a:cubicBezTo>
                <a:cubicBezTo>
                  <a:pt x="1127251" y="399607"/>
                  <a:pt x="1121984" y="381559"/>
                  <a:pt x="1120280" y="360336"/>
                </a:cubicBezTo>
                <a:lnTo>
                  <a:pt x="1213230" y="360336"/>
                </a:lnTo>
                <a:cubicBezTo>
                  <a:pt x="1216561" y="375828"/>
                  <a:pt x="1223455" y="386207"/>
                  <a:pt x="1233911" y="391087"/>
                </a:cubicBezTo>
                <a:cubicBezTo>
                  <a:pt x="1246072" y="396819"/>
                  <a:pt x="1261022" y="399685"/>
                  <a:pt x="1278295" y="399685"/>
                </a:cubicBezTo>
                <a:cubicBezTo>
                  <a:pt x="1298744" y="399685"/>
                  <a:pt x="1313539" y="397129"/>
                  <a:pt x="1322059" y="392171"/>
                </a:cubicBezTo>
                <a:cubicBezTo>
                  <a:pt x="1330115" y="387524"/>
                  <a:pt x="1333988" y="380088"/>
                  <a:pt x="1333988" y="369398"/>
                </a:cubicBezTo>
                <a:cubicBezTo>
                  <a:pt x="1333988" y="361808"/>
                  <a:pt x="1331509" y="355224"/>
                  <a:pt x="1326319" y="349492"/>
                </a:cubicBezTo>
                <a:cubicBezTo>
                  <a:pt x="1321207" y="343760"/>
                  <a:pt x="1310828" y="339654"/>
                  <a:pt x="1295568" y="337253"/>
                </a:cubicBezTo>
                <a:lnTo>
                  <a:pt x="1247467" y="329585"/>
                </a:lnTo>
                <a:cubicBezTo>
                  <a:pt x="1206723" y="323156"/>
                  <a:pt x="1175818" y="311847"/>
                  <a:pt x="1155678" y="296045"/>
                </a:cubicBezTo>
                <a:cubicBezTo>
                  <a:pt x="1135152" y="279934"/>
                  <a:pt x="1124695" y="255302"/>
                  <a:pt x="1124695" y="222847"/>
                </a:cubicBezTo>
                <a:cubicBezTo>
                  <a:pt x="1124695" y="206194"/>
                  <a:pt x="1128336" y="191089"/>
                  <a:pt x="1135617" y="177844"/>
                </a:cubicBezTo>
                <a:cubicBezTo>
                  <a:pt x="1142820" y="164676"/>
                  <a:pt x="1153122" y="153367"/>
                  <a:pt x="1166290" y="144150"/>
                </a:cubicBezTo>
                <a:cubicBezTo>
                  <a:pt x="1179303" y="135010"/>
                  <a:pt x="1194950" y="127883"/>
                  <a:pt x="1212920" y="122926"/>
                </a:cubicBezTo>
                <a:cubicBezTo>
                  <a:pt x="1230813" y="117969"/>
                  <a:pt x="1250720" y="115490"/>
                  <a:pt x="1272176" y="115490"/>
                </a:cubicBezTo>
                <a:close/>
                <a:moveTo>
                  <a:pt x="1629957" y="115335"/>
                </a:moveTo>
                <a:cubicBezTo>
                  <a:pt x="1681776" y="115335"/>
                  <a:pt x="1721358" y="130517"/>
                  <a:pt x="1747616" y="160493"/>
                </a:cubicBezTo>
                <a:cubicBezTo>
                  <a:pt x="1773797" y="190315"/>
                  <a:pt x="1787043" y="230980"/>
                  <a:pt x="1787043" y="281328"/>
                </a:cubicBezTo>
                <a:lnTo>
                  <a:pt x="1787043" y="320522"/>
                </a:lnTo>
                <a:lnTo>
                  <a:pt x="1556526" y="320522"/>
                </a:lnTo>
                <a:cubicBezTo>
                  <a:pt x="1557843" y="344612"/>
                  <a:pt x="1564350" y="363744"/>
                  <a:pt x="1575968" y="377454"/>
                </a:cubicBezTo>
                <a:cubicBezTo>
                  <a:pt x="1587974" y="391629"/>
                  <a:pt x="1606332" y="398833"/>
                  <a:pt x="1630654" y="398833"/>
                </a:cubicBezTo>
                <a:cubicBezTo>
                  <a:pt x="1662954" y="398833"/>
                  <a:pt x="1682009" y="386207"/>
                  <a:pt x="1688825" y="360181"/>
                </a:cubicBezTo>
                <a:lnTo>
                  <a:pt x="1688903" y="360181"/>
                </a:lnTo>
                <a:lnTo>
                  <a:pt x="1782937" y="360181"/>
                </a:lnTo>
                <a:cubicBezTo>
                  <a:pt x="1776663" y="397361"/>
                  <a:pt x="1761249" y="426098"/>
                  <a:pt x="1737082" y="445540"/>
                </a:cubicBezTo>
                <a:cubicBezTo>
                  <a:pt x="1712527" y="465292"/>
                  <a:pt x="1676509" y="475284"/>
                  <a:pt x="1630034" y="475284"/>
                </a:cubicBezTo>
                <a:cubicBezTo>
                  <a:pt x="1574032" y="475284"/>
                  <a:pt x="1531197" y="459482"/>
                  <a:pt x="1502848" y="428267"/>
                </a:cubicBezTo>
                <a:cubicBezTo>
                  <a:pt x="1474498" y="397129"/>
                  <a:pt x="1460168" y="352590"/>
                  <a:pt x="1460168" y="295890"/>
                </a:cubicBezTo>
                <a:cubicBezTo>
                  <a:pt x="1460168" y="267618"/>
                  <a:pt x="1464273" y="241979"/>
                  <a:pt x="1472484" y="219826"/>
                </a:cubicBezTo>
                <a:cubicBezTo>
                  <a:pt x="1480695" y="197673"/>
                  <a:pt x="1492391" y="178464"/>
                  <a:pt x="1507340" y="162894"/>
                </a:cubicBezTo>
                <a:cubicBezTo>
                  <a:pt x="1522290" y="147325"/>
                  <a:pt x="1540415" y="135397"/>
                  <a:pt x="1561174" y="127341"/>
                </a:cubicBezTo>
                <a:cubicBezTo>
                  <a:pt x="1581855" y="119363"/>
                  <a:pt x="1605015" y="115335"/>
                  <a:pt x="1629957" y="115335"/>
                </a:cubicBezTo>
                <a:close/>
                <a:moveTo>
                  <a:pt x="784576" y="115335"/>
                </a:moveTo>
                <a:cubicBezTo>
                  <a:pt x="836395" y="115335"/>
                  <a:pt x="875977" y="130517"/>
                  <a:pt x="902235" y="160493"/>
                </a:cubicBezTo>
                <a:cubicBezTo>
                  <a:pt x="928416" y="190315"/>
                  <a:pt x="941661" y="230980"/>
                  <a:pt x="941661" y="281328"/>
                </a:cubicBezTo>
                <a:lnTo>
                  <a:pt x="941661" y="320522"/>
                </a:lnTo>
                <a:lnTo>
                  <a:pt x="711145" y="320522"/>
                </a:lnTo>
                <a:cubicBezTo>
                  <a:pt x="712462" y="344612"/>
                  <a:pt x="718969" y="363744"/>
                  <a:pt x="730587" y="377454"/>
                </a:cubicBezTo>
                <a:cubicBezTo>
                  <a:pt x="742593" y="391629"/>
                  <a:pt x="760951" y="398833"/>
                  <a:pt x="785273" y="398833"/>
                </a:cubicBezTo>
                <a:cubicBezTo>
                  <a:pt x="817573" y="398833"/>
                  <a:pt x="836628" y="386207"/>
                  <a:pt x="843444" y="360181"/>
                </a:cubicBezTo>
                <a:lnTo>
                  <a:pt x="843522" y="360181"/>
                </a:lnTo>
                <a:lnTo>
                  <a:pt x="937556" y="360181"/>
                </a:lnTo>
                <a:cubicBezTo>
                  <a:pt x="931282" y="397361"/>
                  <a:pt x="915868" y="426098"/>
                  <a:pt x="891701" y="445540"/>
                </a:cubicBezTo>
                <a:cubicBezTo>
                  <a:pt x="867146" y="465292"/>
                  <a:pt x="831128" y="475284"/>
                  <a:pt x="784653" y="475284"/>
                </a:cubicBezTo>
                <a:cubicBezTo>
                  <a:pt x="728651" y="475284"/>
                  <a:pt x="685816" y="459482"/>
                  <a:pt x="657467" y="428267"/>
                </a:cubicBezTo>
                <a:cubicBezTo>
                  <a:pt x="629117" y="397129"/>
                  <a:pt x="614787" y="352590"/>
                  <a:pt x="614787" y="295890"/>
                </a:cubicBezTo>
                <a:cubicBezTo>
                  <a:pt x="614787" y="267618"/>
                  <a:pt x="618892" y="241979"/>
                  <a:pt x="627103" y="219826"/>
                </a:cubicBezTo>
                <a:cubicBezTo>
                  <a:pt x="635313" y="197673"/>
                  <a:pt x="647010" y="178464"/>
                  <a:pt x="661959" y="162894"/>
                </a:cubicBezTo>
                <a:cubicBezTo>
                  <a:pt x="676909" y="147325"/>
                  <a:pt x="695034" y="135397"/>
                  <a:pt x="715793" y="127341"/>
                </a:cubicBezTo>
                <a:cubicBezTo>
                  <a:pt x="736474" y="119363"/>
                  <a:pt x="759634" y="115335"/>
                  <a:pt x="784576" y="115335"/>
                </a:cubicBezTo>
                <a:close/>
                <a:moveTo>
                  <a:pt x="2576886" y="97288"/>
                </a:moveTo>
                <a:cubicBezTo>
                  <a:pt x="2499118" y="97288"/>
                  <a:pt x="2435834" y="160571"/>
                  <a:pt x="2435834" y="238339"/>
                </a:cubicBezTo>
                <a:cubicBezTo>
                  <a:pt x="2435834" y="316108"/>
                  <a:pt x="2499118" y="379391"/>
                  <a:pt x="2576886" y="379391"/>
                </a:cubicBezTo>
                <a:cubicBezTo>
                  <a:pt x="2654654" y="379391"/>
                  <a:pt x="2717938" y="316108"/>
                  <a:pt x="2717938" y="238339"/>
                </a:cubicBezTo>
                <a:cubicBezTo>
                  <a:pt x="2717938" y="160571"/>
                  <a:pt x="2654654" y="97288"/>
                  <a:pt x="2576886" y="97288"/>
                </a:cubicBezTo>
                <a:close/>
                <a:moveTo>
                  <a:pt x="2196642" y="10456"/>
                </a:moveTo>
                <a:lnTo>
                  <a:pt x="2290522" y="10456"/>
                </a:lnTo>
                <a:lnTo>
                  <a:pt x="2290522" y="466298"/>
                </a:lnTo>
                <a:lnTo>
                  <a:pt x="2196642" y="466298"/>
                </a:lnTo>
                <a:close/>
                <a:moveTo>
                  <a:pt x="986665" y="10456"/>
                </a:moveTo>
                <a:lnTo>
                  <a:pt x="1080545" y="10456"/>
                </a:lnTo>
                <a:lnTo>
                  <a:pt x="1080545" y="475593"/>
                </a:lnTo>
                <a:lnTo>
                  <a:pt x="1065905" y="475593"/>
                </a:lnTo>
                <a:cubicBezTo>
                  <a:pt x="1022063" y="475129"/>
                  <a:pt x="986665" y="438878"/>
                  <a:pt x="986665" y="394107"/>
                </a:cubicBezTo>
                <a:close/>
                <a:moveTo>
                  <a:pt x="476601" y="10456"/>
                </a:moveTo>
                <a:lnTo>
                  <a:pt x="480087" y="10456"/>
                </a:lnTo>
                <a:lnTo>
                  <a:pt x="569319" y="10456"/>
                </a:lnTo>
                <a:lnTo>
                  <a:pt x="572882" y="10456"/>
                </a:lnTo>
                <a:lnTo>
                  <a:pt x="572882" y="81330"/>
                </a:lnTo>
                <a:lnTo>
                  <a:pt x="572882" y="84893"/>
                </a:lnTo>
                <a:lnTo>
                  <a:pt x="569319" y="84893"/>
                </a:lnTo>
                <a:lnTo>
                  <a:pt x="480087" y="84893"/>
                </a:lnTo>
                <a:lnTo>
                  <a:pt x="476601" y="84893"/>
                </a:lnTo>
                <a:lnTo>
                  <a:pt x="476601" y="81330"/>
                </a:lnTo>
                <a:close/>
                <a:moveTo>
                  <a:pt x="58559" y="6331"/>
                </a:moveTo>
                <a:cubicBezTo>
                  <a:pt x="67660" y="8597"/>
                  <a:pt x="76103" y="13593"/>
                  <a:pt x="82648" y="20990"/>
                </a:cubicBezTo>
                <a:lnTo>
                  <a:pt x="326565" y="298911"/>
                </a:lnTo>
                <a:lnTo>
                  <a:pt x="326565" y="10456"/>
                </a:lnTo>
                <a:lnTo>
                  <a:pt x="421064" y="10456"/>
                </a:lnTo>
                <a:lnTo>
                  <a:pt x="421064" y="424781"/>
                </a:lnTo>
                <a:cubicBezTo>
                  <a:pt x="421064" y="444610"/>
                  <a:pt x="408903" y="462348"/>
                  <a:pt x="390545" y="469397"/>
                </a:cubicBezTo>
                <a:cubicBezTo>
                  <a:pt x="385123" y="471488"/>
                  <a:pt x="379391" y="472495"/>
                  <a:pt x="373814" y="472495"/>
                </a:cubicBezTo>
                <a:cubicBezTo>
                  <a:pt x="360491" y="472495"/>
                  <a:pt x="347556" y="466918"/>
                  <a:pt x="338416" y="456461"/>
                </a:cubicBezTo>
                <a:lnTo>
                  <a:pt x="94499" y="178541"/>
                </a:lnTo>
                <a:lnTo>
                  <a:pt x="94499" y="466298"/>
                </a:lnTo>
                <a:lnTo>
                  <a:pt x="0" y="466298"/>
                </a:lnTo>
                <a:lnTo>
                  <a:pt x="0" y="52748"/>
                </a:lnTo>
                <a:cubicBezTo>
                  <a:pt x="0" y="32841"/>
                  <a:pt x="12161" y="15103"/>
                  <a:pt x="30519" y="8055"/>
                </a:cubicBezTo>
                <a:cubicBezTo>
                  <a:pt x="39698" y="4530"/>
                  <a:pt x="49457" y="4066"/>
                  <a:pt x="58559" y="6331"/>
                </a:cubicBezTo>
                <a:close/>
                <a:moveTo>
                  <a:pt x="2576886" y="0"/>
                </a:moveTo>
                <a:cubicBezTo>
                  <a:pt x="2708333" y="0"/>
                  <a:pt x="2815303" y="106970"/>
                  <a:pt x="2815303" y="238417"/>
                </a:cubicBezTo>
                <a:cubicBezTo>
                  <a:pt x="2815303" y="287061"/>
                  <a:pt x="2800586" y="332296"/>
                  <a:pt x="2775489" y="370096"/>
                </a:cubicBezTo>
                <a:lnTo>
                  <a:pt x="2775412" y="370096"/>
                </a:lnTo>
                <a:lnTo>
                  <a:pt x="2855736" y="450420"/>
                </a:lnTo>
                <a:lnTo>
                  <a:pt x="2789354" y="516802"/>
                </a:lnTo>
                <a:lnTo>
                  <a:pt x="2709108" y="436555"/>
                </a:lnTo>
                <a:cubicBezTo>
                  <a:pt x="2671230" y="461962"/>
                  <a:pt x="2625762" y="476756"/>
                  <a:pt x="2576886" y="476756"/>
                </a:cubicBezTo>
                <a:cubicBezTo>
                  <a:pt x="2445439" y="476756"/>
                  <a:pt x="2338469" y="369864"/>
                  <a:pt x="2338469" y="238417"/>
                </a:cubicBezTo>
                <a:cubicBezTo>
                  <a:pt x="2338469" y="106970"/>
                  <a:pt x="2445439" y="0"/>
                  <a:pt x="2576886" y="0"/>
                </a:cubicBezTo>
                <a:close/>
              </a:path>
            </a:pathLst>
          </a:custGeom>
          <a:solidFill>
            <a:schemeClr val="accent1"/>
          </a:solidFill>
          <a:ln w="774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17" name="NielsenIQ logo+wordmark (Orange)" descr="A black and orange sign with white text&#10;&#10;Description automatically generated" hidden="1">
            <a:extLst>
              <a:ext uri="{FF2B5EF4-FFF2-40B4-BE49-F238E27FC236}">
                <a16:creationId xmlns:a16="http://schemas.microsoft.com/office/drawing/2014/main" id="{58092F04-F7C3-AB88-310D-0A0BEBC0ED8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77" y="5561267"/>
            <a:ext cx="2068879" cy="751864"/>
          </a:xfrm>
          <a:prstGeom prst="rect">
            <a:avLst/>
          </a:prstGeom>
        </p:spPr>
      </p:pic>
      <p:pic>
        <p:nvPicPr>
          <p:cNvPr id="7" name="NielsenIQ logo+wordmark" descr="A blue text on a black background&#10;&#10;Description automatically generated" hidden="1">
            <a:extLst>
              <a:ext uri="{FF2B5EF4-FFF2-40B4-BE49-F238E27FC236}">
                <a16:creationId xmlns:a16="http://schemas.microsoft.com/office/drawing/2014/main" id="{787C69B0-410D-E82D-9682-BF100F4C80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58" y="5563212"/>
            <a:ext cx="2155411" cy="743616"/>
          </a:xfrm>
          <a:prstGeom prst="rect">
            <a:avLst/>
          </a:prstGeom>
        </p:spPr>
      </p:pic>
      <p:pic>
        <p:nvPicPr>
          <p:cNvPr id="11" name="powered by GfK intelligence" hidden="1">
            <a:extLst>
              <a:ext uri="{FF2B5EF4-FFF2-40B4-BE49-F238E27FC236}">
                <a16:creationId xmlns:a16="http://schemas.microsoft.com/office/drawing/2014/main" id="{358E3CFB-419F-BD5E-3A6B-D4FDE0B9F46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14" y="5724519"/>
            <a:ext cx="2752712" cy="42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1456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Abstracted logo">
            <a:extLst>
              <a:ext uri="{FF2B5EF4-FFF2-40B4-BE49-F238E27FC236}">
                <a16:creationId xmlns:a16="http://schemas.microsoft.com/office/drawing/2014/main" id="{37C4672C-8363-CE87-84A0-A85A94F793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"/>
            <a:ext cx="11495577" cy="6496681"/>
          </a:xfrm>
          <a:custGeom>
            <a:avLst/>
            <a:gdLst>
              <a:gd name="connsiteX0" fmla="*/ 0 w 11495577"/>
              <a:gd name="connsiteY0" fmla="*/ 0 h 6496681"/>
              <a:gd name="connsiteX1" fmla="*/ 704099 w 11495577"/>
              <a:gd name="connsiteY1" fmla="*/ 0 h 6496681"/>
              <a:gd name="connsiteX2" fmla="*/ 741689 w 11495577"/>
              <a:gd name="connsiteY2" fmla="*/ 102812 h 6496681"/>
              <a:gd name="connsiteX3" fmla="*/ 3783129 w 11495577"/>
              <a:gd name="connsiteY3" fmla="*/ 2118000 h 6496681"/>
              <a:gd name="connsiteX4" fmla="*/ 6824569 w 11495577"/>
              <a:gd name="connsiteY4" fmla="*/ 102812 h 6496681"/>
              <a:gd name="connsiteX5" fmla="*/ 6862160 w 11495577"/>
              <a:gd name="connsiteY5" fmla="*/ 0 h 6496681"/>
              <a:gd name="connsiteX6" fmla="*/ 10037149 w 11495577"/>
              <a:gd name="connsiteY6" fmla="*/ 0 h 6496681"/>
              <a:gd name="connsiteX7" fmla="*/ 10016547 w 11495577"/>
              <a:gd name="connsiteY7" fmla="*/ 118329 h 6496681"/>
              <a:gd name="connsiteX8" fmla="*/ 9239892 w 11495577"/>
              <a:gd name="connsiteY8" fmla="*/ 2084828 h 6496681"/>
              <a:gd name="connsiteX9" fmla="*/ 11495577 w 11495577"/>
              <a:gd name="connsiteY9" fmla="*/ 4340512 h 6496681"/>
              <a:gd name="connsiteX10" fmla="*/ 9339409 w 11495577"/>
              <a:gd name="connsiteY10" fmla="*/ 6496681 h 6496681"/>
              <a:gd name="connsiteX11" fmla="*/ 7083724 w 11495577"/>
              <a:gd name="connsiteY11" fmla="*/ 4224410 h 6496681"/>
              <a:gd name="connsiteX12" fmla="*/ 3799716 w 11495577"/>
              <a:gd name="connsiteY12" fmla="*/ 5153221 h 6496681"/>
              <a:gd name="connsiteX13" fmla="*/ 2713 w 11495577"/>
              <a:gd name="connsiteY13" fmla="*/ 3888664 h 6496681"/>
              <a:gd name="connsiteX14" fmla="*/ 0 w 11495577"/>
              <a:gd name="connsiteY14" fmla="*/ 3886530 h 6496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495577" h="6496681">
                <a:moveTo>
                  <a:pt x="0" y="0"/>
                </a:moveTo>
                <a:lnTo>
                  <a:pt x="704099" y="0"/>
                </a:lnTo>
                <a:lnTo>
                  <a:pt x="741689" y="102812"/>
                </a:lnTo>
                <a:cubicBezTo>
                  <a:pt x="1242376" y="1287668"/>
                  <a:pt x="2414792" y="2118000"/>
                  <a:pt x="3783129" y="2118000"/>
                </a:cubicBezTo>
                <a:cubicBezTo>
                  <a:pt x="5151467" y="2118000"/>
                  <a:pt x="6323883" y="1287668"/>
                  <a:pt x="6824569" y="102812"/>
                </a:cubicBezTo>
                <a:lnTo>
                  <a:pt x="6862160" y="0"/>
                </a:lnTo>
                <a:lnTo>
                  <a:pt x="10037149" y="0"/>
                </a:lnTo>
                <a:lnTo>
                  <a:pt x="10016547" y="118329"/>
                </a:lnTo>
                <a:cubicBezTo>
                  <a:pt x="9868343" y="824040"/>
                  <a:pt x="9602709" y="1483589"/>
                  <a:pt x="9239892" y="2084828"/>
                </a:cubicBezTo>
                <a:lnTo>
                  <a:pt x="11495577" y="4340512"/>
                </a:lnTo>
                <a:lnTo>
                  <a:pt x="9339409" y="6496681"/>
                </a:lnTo>
                <a:lnTo>
                  <a:pt x="7083724" y="4224410"/>
                </a:lnTo>
                <a:cubicBezTo>
                  <a:pt x="6138328" y="4821503"/>
                  <a:pt x="5010486" y="5153221"/>
                  <a:pt x="3799716" y="5153221"/>
                </a:cubicBezTo>
                <a:cubicBezTo>
                  <a:pt x="2377992" y="5153221"/>
                  <a:pt x="1063024" y="4682402"/>
                  <a:pt x="2713" y="3888664"/>
                </a:cubicBezTo>
                <a:lnTo>
                  <a:pt x="0" y="3886530"/>
                </a:lnTo>
                <a:close/>
              </a:path>
            </a:pathLst>
          </a:custGeom>
          <a:solidFill>
            <a:srgbClr val="1F2358"/>
          </a:solidFill>
          <a:ln w="165830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6567EAC2-C7F5-1090-5CB4-EBD818C469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3251197" y="6485399"/>
            <a:ext cx="3716341" cy="282957"/>
          </a:xfrm>
          <a:noFill/>
        </p:spPr>
        <p:txBody>
          <a:bodyPr>
            <a:no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4" name="Copyright Line">
            <a:extLst>
              <a:ext uri="{FF2B5EF4-FFF2-40B4-BE49-F238E27FC236}">
                <a16:creationId xmlns:a16="http://schemas.microsoft.com/office/drawing/2014/main" id="{F7126EC3-8C35-EE2B-ADB1-C715FE7A9F8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88558" y="6536553"/>
            <a:ext cx="2458455" cy="20005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>
                <a:solidFill>
                  <a:srgbClr val="BBBBBB"/>
                </a:solidFill>
                <a:latin typeface="+mn-lt"/>
                <a:ea typeface="+mn-ea"/>
                <a:cs typeface="+mn-cs"/>
              </a:rPr>
              <a:t>© </a:t>
            </a:r>
            <a:fld id="{8BFAE56B-6D08-4B3F-AB76-3783A8251C9C}" type="datetimeyyyy">
              <a:rPr lang="en-US" sz="700" kern="1200" smtClean="0">
                <a:solidFill>
                  <a:srgbClr val="BBBBBB"/>
                </a:solidFill>
                <a:latin typeface="+mn-lt"/>
                <a:ea typeface="+mn-ea"/>
                <a:cs typeface="+mn-cs"/>
              </a:rPr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</a:t>
            </a:fld>
            <a:r>
              <a:rPr lang="en-US" sz="700" kern="1200">
                <a:solidFill>
                  <a:srgbClr val="BBBBBB"/>
                </a:solidFill>
                <a:latin typeface="+mn-lt"/>
                <a:ea typeface="+mn-ea"/>
                <a:cs typeface="+mn-cs"/>
              </a:rPr>
              <a:t> Nielsen Consumer LLC. All Rights Reserved.</a:t>
            </a:r>
          </a:p>
        </p:txBody>
      </p:sp>
      <p:sp>
        <p:nvSpPr>
          <p:cNvPr id="17" name="Contact Info Placeholder">
            <a:extLst>
              <a:ext uri="{FF2B5EF4-FFF2-40B4-BE49-F238E27FC236}">
                <a16:creationId xmlns:a16="http://schemas.microsoft.com/office/drawing/2014/main" id="{A3FB210C-3E75-B9CF-9D2B-068286A55F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288559" y="4707481"/>
            <a:ext cx="8642082" cy="423465"/>
          </a:xfrm>
        </p:spPr>
        <p:txBody>
          <a:bodyPr t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  <a:lvl2pPr marL="457200" indent="0">
              <a:buNone/>
              <a:defRPr sz="1200" b="1">
                <a:solidFill>
                  <a:schemeClr val="bg1"/>
                </a:solidFill>
              </a:defRPr>
            </a:lvl2pPr>
            <a:lvl3pPr marL="914400" indent="0">
              <a:buNone/>
              <a:defRPr sz="1200" b="1">
                <a:solidFill>
                  <a:schemeClr val="bg1"/>
                </a:solidFill>
              </a:defRPr>
            </a:lvl3pPr>
            <a:lvl4pPr marL="1371600" indent="0">
              <a:buNone/>
              <a:defRPr sz="1200" b="1">
                <a:solidFill>
                  <a:schemeClr val="bg1"/>
                </a:solidFill>
              </a:defRPr>
            </a:lvl4pPr>
            <a:lvl5pPr marL="1828800" indent="0">
              <a:buNone/>
              <a:defRPr sz="1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Contact information</a:t>
            </a:r>
          </a:p>
        </p:txBody>
      </p:sp>
      <p:sp>
        <p:nvSpPr>
          <p:cNvPr id="24" name="Presenter Name Placeholder">
            <a:extLst>
              <a:ext uri="{FF2B5EF4-FFF2-40B4-BE49-F238E27FC236}">
                <a16:creationId xmlns:a16="http://schemas.microsoft.com/office/drawing/2014/main" id="{9CCE47FC-ABF8-A3D7-1819-33209FC9E5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88559" y="4339347"/>
            <a:ext cx="8642082" cy="344384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1200" b="1">
                <a:solidFill>
                  <a:schemeClr val="bg1"/>
                </a:solidFill>
              </a:defRPr>
            </a:lvl2pPr>
            <a:lvl3pPr marL="914400" indent="0">
              <a:buNone/>
              <a:defRPr sz="1200" b="1">
                <a:solidFill>
                  <a:schemeClr val="bg1"/>
                </a:solidFill>
              </a:defRPr>
            </a:lvl3pPr>
            <a:lvl4pPr marL="1371600" indent="0">
              <a:buNone/>
              <a:defRPr sz="1200" b="1">
                <a:solidFill>
                  <a:schemeClr val="bg1"/>
                </a:solidFill>
              </a:defRPr>
            </a:lvl4pPr>
            <a:lvl5pPr marL="1828800" indent="0">
              <a:buNone/>
              <a:defRPr sz="1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name Last name</a:t>
            </a:r>
          </a:p>
        </p:txBody>
      </p:sp>
      <p:sp>
        <p:nvSpPr>
          <p:cNvPr id="25" name="Subtitle Placeholder">
            <a:extLst>
              <a:ext uri="{FF2B5EF4-FFF2-40B4-BE49-F238E27FC236}">
                <a16:creationId xmlns:a16="http://schemas.microsoft.com/office/drawing/2014/main" id="{10BFC0B4-2BF4-2A65-9425-84381B182E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 hasCustomPrompt="1"/>
          </p:nvPr>
        </p:nvSpPr>
        <p:spPr>
          <a:xfrm>
            <a:off x="292100" y="3136050"/>
            <a:ext cx="7121979" cy="829817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[Call to action]</a:t>
            </a:r>
          </a:p>
        </p:txBody>
      </p:sp>
      <p:sp>
        <p:nvSpPr>
          <p:cNvPr id="27" name="Title Placeholder">
            <a:extLst>
              <a:ext uri="{FF2B5EF4-FFF2-40B4-BE49-F238E27FC236}">
                <a16:creationId xmlns:a16="http://schemas.microsoft.com/office/drawing/2014/main" id="{ABB00A9C-AB66-516A-550B-B734DF89C3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292100" y="953699"/>
            <a:ext cx="7121979" cy="1938435"/>
          </a:xfrm>
        </p:spPr>
        <p:txBody>
          <a:bodyPr anchor="b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[Thank you]</a:t>
            </a:r>
            <a:endParaRPr lang="en-GB"/>
          </a:p>
        </p:txBody>
      </p:sp>
      <p:sp>
        <p:nvSpPr>
          <p:cNvPr id="16" name="Confidential disclaimer">
            <a:extLst>
              <a:ext uri="{FF2B5EF4-FFF2-40B4-BE49-F238E27FC236}">
                <a16:creationId xmlns:a16="http://schemas.microsoft.com/office/drawing/2014/main" id="{2C88E78B-AA82-6D42-3EED-1288EF3DE08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798636" y="6573016"/>
            <a:ext cx="1101264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Confidential and proprietary</a:t>
            </a:r>
          </a:p>
        </p:txBody>
      </p:sp>
      <p:sp>
        <p:nvSpPr>
          <p:cNvPr id="8" name="Nielsen wordmark">
            <a:extLst>
              <a:ext uri="{FF2B5EF4-FFF2-40B4-BE49-F238E27FC236}">
                <a16:creationId xmlns:a16="http://schemas.microsoft.com/office/drawing/2014/main" id="{1735F1D8-4F19-6836-7928-36F2D205BB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95274" y="5686380"/>
            <a:ext cx="2855736" cy="516802"/>
          </a:xfrm>
          <a:custGeom>
            <a:avLst/>
            <a:gdLst>
              <a:gd name="connsiteX0" fmla="*/ 1628098 w 2855736"/>
              <a:gd name="connsiteY0" fmla="*/ 189308 h 516802"/>
              <a:gd name="connsiteX1" fmla="*/ 1598276 w 2855736"/>
              <a:gd name="connsiteY1" fmla="*/ 194730 h 516802"/>
              <a:gd name="connsiteX2" fmla="*/ 1576820 w 2855736"/>
              <a:gd name="connsiteY2" fmla="*/ 209524 h 516802"/>
              <a:gd name="connsiteX3" fmla="*/ 1563188 w 2855736"/>
              <a:gd name="connsiteY3" fmla="*/ 231368 h 516802"/>
              <a:gd name="connsiteX4" fmla="*/ 1563188 w 2855736"/>
              <a:gd name="connsiteY4" fmla="*/ 231290 h 516802"/>
              <a:gd name="connsiteX5" fmla="*/ 1557921 w 2855736"/>
              <a:gd name="connsiteY5" fmla="*/ 254838 h 516802"/>
              <a:gd name="connsiteX6" fmla="*/ 1694015 w 2855736"/>
              <a:gd name="connsiteY6" fmla="*/ 254838 h 516802"/>
              <a:gd name="connsiteX7" fmla="*/ 1678059 w 2855736"/>
              <a:gd name="connsiteY7" fmla="*/ 207201 h 516802"/>
              <a:gd name="connsiteX8" fmla="*/ 1628098 w 2855736"/>
              <a:gd name="connsiteY8" fmla="*/ 189308 h 516802"/>
              <a:gd name="connsiteX9" fmla="*/ 782717 w 2855736"/>
              <a:gd name="connsiteY9" fmla="*/ 189308 h 516802"/>
              <a:gd name="connsiteX10" fmla="*/ 752895 w 2855736"/>
              <a:gd name="connsiteY10" fmla="*/ 194730 h 516802"/>
              <a:gd name="connsiteX11" fmla="*/ 731439 w 2855736"/>
              <a:gd name="connsiteY11" fmla="*/ 209524 h 516802"/>
              <a:gd name="connsiteX12" fmla="*/ 717807 w 2855736"/>
              <a:gd name="connsiteY12" fmla="*/ 231368 h 516802"/>
              <a:gd name="connsiteX13" fmla="*/ 717807 w 2855736"/>
              <a:gd name="connsiteY13" fmla="*/ 231290 h 516802"/>
              <a:gd name="connsiteX14" fmla="*/ 712539 w 2855736"/>
              <a:gd name="connsiteY14" fmla="*/ 254838 h 516802"/>
              <a:gd name="connsiteX15" fmla="*/ 848634 w 2855736"/>
              <a:gd name="connsiteY15" fmla="*/ 254838 h 516802"/>
              <a:gd name="connsiteX16" fmla="*/ 832677 w 2855736"/>
              <a:gd name="connsiteY16" fmla="*/ 207201 h 516802"/>
              <a:gd name="connsiteX17" fmla="*/ 782717 w 2855736"/>
              <a:gd name="connsiteY17" fmla="*/ 189308 h 516802"/>
              <a:gd name="connsiteX18" fmla="*/ 476601 w 2855736"/>
              <a:gd name="connsiteY18" fmla="*/ 124553 h 516802"/>
              <a:gd name="connsiteX19" fmla="*/ 480087 w 2855736"/>
              <a:gd name="connsiteY19" fmla="*/ 124553 h 516802"/>
              <a:gd name="connsiteX20" fmla="*/ 569319 w 2855736"/>
              <a:gd name="connsiteY20" fmla="*/ 124553 h 516802"/>
              <a:gd name="connsiteX21" fmla="*/ 572882 w 2855736"/>
              <a:gd name="connsiteY21" fmla="*/ 124553 h 516802"/>
              <a:gd name="connsiteX22" fmla="*/ 572882 w 2855736"/>
              <a:gd name="connsiteY22" fmla="*/ 128116 h 516802"/>
              <a:gd name="connsiteX23" fmla="*/ 572804 w 2855736"/>
              <a:gd name="connsiteY23" fmla="*/ 466299 h 516802"/>
              <a:gd name="connsiteX24" fmla="*/ 569319 w 2855736"/>
              <a:gd name="connsiteY24" fmla="*/ 466299 h 516802"/>
              <a:gd name="connsiteX25" fmla="*/ 480087 w 2855736"/>
              <a:gd name="connsiteY25" fmla="*/ 466299 h 516802"/>
              <a:gd name="connsiteX26" fmla="*/ 476601 w 2855736"/>
              <a:gd name="connsiteY26" fmla="*/ 466299 h 516802"/>
              <a:gd name="connsiteX27" fmla="*/ 476601 w 2855736"/>
              <a:gd name="connsiteY27" fmla="*/ 127496 h 516802"/>
              <a:gd name="connsiteX28" fmla="*/ 2026544 w 2855736"/>
              <a:gd name="connsiteY28" fmla="*/ 116342 h 516802"/>
              <a:gd name="connsiteX29" fmla="*/ 2113220 w 2855736"/>
              <a:gd name="connsiteY29" fmla="*/ 147093 h 516802"/>
              <a:gd name="connsiteX30" fmla="*/ 2141569 w 2855736"/>
              <a:gd name="connsiteY30" fmla="*/ 242832 h 516802"/>
              <a:gd name="connsiteX31" fmla="*/ 2141569 w 2855736"/>
              <a:gd name="connsiteY31" fmla="*/ 466376 h 516802"/>
              <a:gd name="connsiteX32" fmla="*/ 2045366 w 2855736"/>
              <a:gd name="connsiteY32" fmla="*/ 466376 h 516802"/>
              <a:gd name="connsiteX33" fmla="*/ 2045366 w 2855736"/>
              <a:gd name="connsiteY33" fmla="*/ 254992 h 516802"/>
              <a:gd name="connsiteX34" fmla="*/ 2033050 w 2855736"/>
              <a:gd name="connsiteY34" fmla="*/ 209757 h 516802"/>
              <a:gd name="connsiteX35" fmla="*/ 1999820 w 2855736"/>
              <a:gd name="connsiteY35" fmla="*/ 197983 h 516802"/>
              <a:gd name="connsiteX36" fmla="*/ 1971548 w 2855736"/>
              <a:gd name="connsiteY36" fmla="*/ 202786 h 516802"/>
              <a:gd name="connsiteX37" fmla="*/ 1949472 w 2855736"/>
              <a:gd name="connsiteY37" fmla="*/ 216651 h 516802"/>
              <a:gd name="connsiteX38" fmla="*/ 1935143 w 2855736"/>
              <a:gd name="connsiteY38" fmla="*/ 237022 h 516802"/>
              <a:gd name="connsiteX39" fmla="*/ 1929411 w 2855736"/>
              <a:gd name="connsiteY39" fmla="*/ 262583 h 516802"/>
              <a:gd name="connsiteX40" fmla="*/ 1929411 w 2855736"/>
              <a:gd name="connsiteY40" fmla="*/ 466299 h 516802"/>
              <a:gd name="connsiteX41" fmla="*/ 1833130 w 2855736"/>
              <a:gd name="connsiteY41" fmla="*/ 466299 h 516802"/>
              <a:gd name="connsiteX42" fmla="*/ 1833130 w 2855736"/>
              <a:gd name="connsiteY42" fmla="*/ 124630 h 516802"/>
              <a:gd name="connsiteX43" fmla="*/ 1926855 w 2855736"/>
              <a:gd name="connsiteY43" fmla="*/ 124630 h 516802"/>
              <a:gd name="connsiteX44" fmla="*/ 1926855 w 2855736"/>
              <a:gd name="connsiteY44" fmla="*/ 165063 h 516802"/>
              <a:gd name="connsiteX45" fmla="*/ 1968605 w 2855736"/>
              <a:gd name="connsiteY45" fmla="*/ 130052 h 516802"/>
              <a:gd name="connsiteX46" fmla="*/ 2026544 w 2855736"/>
              <a:gd name="connsiteY46" fmla="*/ 116342 h 516802"/>
              <a:gd name="connsiteX47" fmla="*/ 1272176 w 2855736"/>
              <a:gd name="connsiteY47" fmla="*/ 115490 h 516802"/>
              <a:gd name="connsiteX48" fmla="*/ 1339410 w 2855736"/>
              <a:gd name="connsiteY48" fmla="*/ 123623 h 516802"/>
              <a:gd name="connsiteX49" fmla="*/ 1384258 w 2855736"/>
              <a:gd name="connsiteY49" fmla="*/ 145544 h 516802"/>
              <a:gd name="connsiteX50" fmla="*/ 1397194 w 2855736"/>
              <a:gd name="connsiteY50" fmla="*/ 157860 h 516802"/>
              <a:gd name="connsiteX51" fmla="*/ 1410749 w 2855736"/>
              <a:gd name="connsiteY51" fmla="*/ 178696 h 516802"/>
              <a:gd name="connsiteX52" fmla="*/ 1415319 w 2855736"/>
              <a:gd name="connsiteY52" fmla="*/ 189695 h 516802"/>
              <a:gd name="connsiteX53" fmla="*/ 1416171 w 2855736"/>
              <a:gd name="connsiteY53" fmla="*/ 192174 h 516802"/>
              <a:gd name="connsiteX54" fmla="*/ 1422755 w 2855736"/>
              <a:gd name="connsiteY54" fmla="*/ 222847 h 516802"/>
              <a:gd name="connsiteX55" fmla="*/ 1423065 w 2855736"/>
              <a:gd name="connsiteY55" fmla="*/ 226643 h 516802"/>
              <a:gd name="connsiteX56" fmla="*/ 1335382 w 2855736"/>
              <a:gd name="connsiteY56" fmla="*/ 226643 h 516802"/>
              <a:gd name="connsiteX57" fmla="*/ 1333058 w 2855736"/>
              <a:gd name="connsiteY57" fmla="*/ 218432 h 516802"/>
              <a:gd name="connsiteX58" fmla="*/ 1318109 w 2855736"/>
              <a:gd name="connsiteY58" fmla="*/ 198835 h 516802"/>
              <a:gd name="connsiteX59" fmla="*/ 1274035 w 2855736"/>
              <a:gd name="connsiteY59" fmla="*/ 188688 h 516802"/>
              <a:gd name="connsiteX60" fmla="*/ 1245220 w 2855736"/>
              <a:gd name="connsiteY60" fmla="*/ 191477 h 516802"/>
              <a:gd name="connsiteX61" fmla="*/ 1227870 w 2855736"/>
              <a:gd name="connsiteY61" fmla="*/ 198293 h 516802"/>
              <a:gd name="connsiteX62" fmla="*/ 1219504 w 2855736"/>
              <a:gd name="connsiteY62" fmla="*/ 207123 h 516802"/>
              <a:gd name="connsiteX63" fmla="*/ 1217025 w 2855736"/>
              <a:gd name="connsiteY63" fmla="*/ 216418 h 516802"/>
              <a:gd name="connsiteX64" fmla="*/ 1225469 w 2855736"/>
              <a:gd name="connsiteY64" fmla="*/ 236867 h 516802"/>
              <a:gd name="connsiteX65" fmla="*/ 1262494 w 2855736"/>
              <a:gd name="connsiteY65" fmla="*/ 248641 h 516802"/>
              <a:gd name="connsiteX66" fmla="*/ 1304553 w 2855736"/>
              <a:gd name="connsiteY66" fmla="*/ 255612 h 516802"/>
              <a:gd name="connsiteX67" fmla="*/ 1365513 w 2855736"/>
              <a:gd name="connsiteY67" fmla="*/ 270484 h 516802"/>
              <a:gd name="connsiteX68" fmla="*/ 1403313 w 2855736"/>
              <a:gd name="connsiteY68" fmla="*/ 293179 h 516802"/>
              <a:gd name="connsiteX69" fmla="*/ 1423375 w 2855736"/>
              <a:gd name="connsiteY69" fmla="*/ 325635 h 516802"/>
              <a:gd name="connsiteX70" fmla="*/ 1423375 w 2855736"/>
              <a:gd name="connsiteY70" fmla="*/ 325712 h 516802"/>
              <a:gd name="connsiteX71" fmla="*/ 1428952 w 2855736"/>
              <a:gd name="connsiteY71" fmla="*/ 368159 h 516802"/>
              <a:gd name="connsiteX72" fmla="*/ 1391927 w 2855736"/>
              <a:gd name="connsiteY72" fmla="*/ 446392 h 516802"/>
              <a:gd name="connsiteX73" fmla="*/ 1279534 w 2855736"/>
              <a:gd name="connsiteY73" fmla="*/ 475516 h 516802"/>
              <a:gd name="connsiteX74" fmla="*/ 1221828 w 2855736"/>
              <a:gd name="connsiteY74" fmla="*/ 470017 h 516802"/>
              <a:gd name="connsiteX75" fmla="*/ 1172255 w 2855736"/>
              <a:gd name="connsiteY75" fmla="*/ 450730 h 516802"/>
              <a:gd name="connsiteX76" fmla="*/ 1136081 w 2855736"/>
              <a:gd name="connsiteY76" fmla="*/ 413937 h 516802"/>
              <a:gd name="connsiteX77" fmla="*/ 1120280 w 2855736"/>
              <a:gd name="connsiteY77" fmla="*/ 360336 h 516802"/>
              <a:gd name="connsiteX78" fmla="*/ 1213230 w 2855736"/>
              <a:gd name="connsiteY78" fmla="*/ 360336 h 516802"/>
              <a:gd name="connsiteX79" fmla="*/ 1233911 w 2855736"/>
              <a:gd name="connsiteY79" fmla="*/ 391087 h 516802"/>
              <a:gd name="connsiteX80" fmla="*/ 1278295 w 2855736"/>
              <a:gd name="connsiteY80" fmla="*/ 399685 h 516802"/>
              <a:gd name="connsiteX81" fmla="*/ 1322059 w 2855736"/>
              <a:gd name="connsiteY81" fmla="*/ 392171 h 516802"/>
              <a:gd name="connsiteX82" fmla="*/ 1333988 w 2855736"/>
              <a:gd name="connsiteY82" fmla="*/ 369398 h 516802"/>
              <a:gd name="connsiteX83" fmla="*/ 1326319 w 2855736"/>
              <a:gd name="connsiteY83" fmla="*/ 349492 h 516802"/>
              <a:gd name="connsiteX84" fmla="*/ 1295568 w 2855736"/>
              <a:gd name="connsiteY84" fmla="*/ 337253 h 516802"/>
              <a:gd name="connsiteX85" fmla="*/ 1247467 w 2855736"/>
              <a:gd name="connsiteY85" fmla="*/ 329585 h 516802"/>
              <a:gd name="connsiteX86" fmla="*/ 1155678 w 2855736"/>
              <a:gd name="connsiteY86" fmla="*/ 296045 h 516802"/>
              <a:gd name="connsiteX87" fmla="*/ 1124695 w 2855736"/>
              <a:gd name="connsiteY87" fmla="*/ 222847 h 516802"/>
              <a:gd name="connsiteX88" fmla="*/ 1135617 w 2855736"/>
              <a:gd name="connsiteY88" fmla="*/ 177844 h 516802"/>
              <a:gd name="connsiteX89" fmla="*/ 1166290 w 2855736"/>
              <a:gd name="connsiteY89" fmla="*/ 144150 h 516802"/>
              <a:gd name="connsiteX90" fmla="*/ 1212920 w 2855736"/>
              <a:gd name="connsiteY90" fmla="*/ 122926 h 516802"/>
              <a:gd name="connsiteX91" fmla="*/ 1272176 w 2855736"/>
              <a:gd name="connsiteY91" fmla="*/ 115490 h 516802"/>
              <a:gd name="connsiteX92" fmla="*/ 1629957 w 2855736"/>
              <a:gd name="connsiteY92" fmla="*/ 115335 h 516802"/>
              <a:gd name="connsiteX93" fmla="*/ 1747616 w 2855736"/>
              <a:gd name="connsiteY93" fmla="*/ 160493 h 516802"/>
              <a:gd name="connsiteX94" fmla="*/ 1787043 w 2855736"/>
              <a:gd name="connsiteY94" fmla="*/ 281328 h 516802"/>
              <a:gd name="connsiteX95" fmla="*/ 1787043 w 2855736"/>
              <a:gd name="connsiteY95" fmla="*/ 320522 h 516802"/>
              <a:gd name="connsiteX96" fmla="*/ 1556526 w 2855736"/>
              <a:gd name="connsiteY96" fmla="*/ 320522 h 516802"/>
              <a:gd name="connsiteX97" fmla="*/ 1575968 w 2855736"/>
              <a:gd name="connsiteY97" fmla="*/ 377454 h 516802"/>
              <a:gd name="connsiteX98" fmla="*/ 1630654 w 2855736"/>
              <a:gd name="connsiteY98" fmla="*/ 398833 h 516802"/>
              <a:gd name="connsiteX99" fmla="*/ 1688825 w 2855736"/>
              <a:gd name="connsiteY99" fmla="*/ 360181 h 516802"/>
              <a:gd name="connsiteX100" fmla="*/ 1688903 w 2855736"/>
              <a:gd name="connsiteY100" fmla="*/ 360181 h 516802"/>
              <a:gd name="connsiteX101" fmla="*/ 1782937 w 2855736"/>
              <a:gd name="connsiteY101" fmla="*/ 360181 h 516802"/>
              <a:gd name="connsiteX102" fmla="*/ 1737082 w 2855736"/>
              <a:gd name="connsiteY102" fmla="*/ 445540 h 516802"/>
              <a:gd name="connsiteX103" fmla="*/ 1630034 w 2855736"/>
              <a:gd name="connsiteY103" fmla="*/ 475284 h 516802"/>
              <a:gd name="connsiteX104" fmla="*/ 1502848 w 2855736"/>
              <a:gd name="connsiteY104" fmla="*/ 428267 h 516802"/>
              <a:gd name="connsiteX105" fmla="*/ 1460168 w 2855736"/>
              <a:gd name="connsiteY105" fmla="*/ 295890 h 516802"/>
              <a:gd name="connsiteX106" fmla="*/ 1472484 w 2855736"/>
              <a:gd name="connsiteY106" fmla="*/ 219826 h 516802"/>
              <a:gd name="connsiteX107" fmla="*/ 1507340 w 2855736"/>
              <a:gd name="connsiteY107" fmla="*/ 162894 h 516802"/>
              <a:gd name="connsiteX108" fmla="*/ 1561174 w 2855736"/>
              <a:gd name="connsiteY108" fmla="*/ 127341 h 516802"/>
              <a:gd name="connsiteX109" fmla="*/ 1629957 w 2855736"/>
              <a:gd name="connsiteY109" fmla="*/ 115335 h 516802"/>
              <a:gd name="connsiteX110" fmla="*/ 784576 w 2855736"/>
              <a:gd name="connsiteY110" fmla="*/ 115335 h 516802"/>
              <a:gd name="connsiteX111" fmla="*/ 902235 w 2855736"/>
              <a:gd name="connsiteY111" fmla="*/ 160493 h 516802"/>
              <a:gd name="connsiteX112" fmla="*/ 941661 w 2855736"/>
              <a:gd name="connsiteY112" fmla="*/ 281328 h 516802"/>
              <a:gd name="connsiteX113" fmla="*/ 941661 w 2855736"/>
              <a:gd name="connsiteY113" fmla="*/ 320522 h 516802"/>
              <a:gd name="connsiteX114" fmla="*/ 711145 w 2855736"/>
              <a:gd name="connsiteY114" fmla="*/ 320522 h 516802"/>
              <a:gd name="connsiteX115" fmla="*/ 730587 w 2855736"/>
              <a:gd name="connsiteY115" fmla="*/ 377454 h 516802"/>
              <a:gd name="connsiteX116" fmla="*/ 785273 w 2855736"/>
              <a:gd name="connsiteY116" fmla="*/ 398833 h 516802"/>
              <a:gd name="connsiteX117" fmla="*/ 843444 w 2855736"/>
              <a:gd name="connsiteY117" fmla="*/ 360181 h 516802"/>
              <a:gd name="connsiteX118" fmla="*/ 843522 w 2855736"/>
              <a:gd name="connsiteY118" fmla="*/ 360181 h 516802"/>
              <a:gd name="connsiteX119" fmla="*/ 937556 w 2855736"/>
              <a:gd name="connsiteY119" fmla="*/ 360181 h 516802"/>
              <a:gd name="connsiteX120" fmla="*/ 891701 w 2855736"/>
              <a:gd name="connsiteY120" fmla="*/ 445540 h 516802"/>
              <a:gd name="connsiteX121" fmla="*/ 784653 w 2855736"/>
              <a:gd name="connsiteY121" fmla="*/ 475284 h 516802"/>
              <a:gd name="connsiteX122" fmla="*/ 657467 w 2855736"/>
              <a:gd name="connsiteY122" fmla="*/ 428267 h 516802"/>
              <a:gd name="connsiteX123" fmla="*/ 614787 w 2855736"/>
              <a:gd name="connsiteY123" fmla="*/ 295890 h 516802"/>
              <a:gd name="connsiteX124" fmla="*/ 627103 w 2855736"/>
              <a:gd name="connsiteY124" fmla="*/ 219826 h 516802"/>
              <a:gd name="connsiteX125" fmla="*/ 661959 w 2855736"/>
              <a:gd name="connsiteY125" fmla="*/ 162894 h 516802"/>
              <a:gd name="connsiteX126" fmla="*/ 715793 w 2855736"/>
              <a:gd name="connsiteY126" fmla="*/ 127341 h 516802"/>
              <a:gd name="connsiteX127" fmla="*/ 784576 w 2855736"/>
              <a:gd name="connsiteY127" fmla="*/ 115335 h 516802"/>
              <a:gd name="connsiteX128" fmla="*/ 2576886 w 2855736"/>
              <a:gd name="connsiteY128" fmla="*/ 97288 h 516802"/>
              <a:gd name="connsiteX129" fmla="*/ 2435834 w 2855736"/>
              <a:gd name="connsiteY129" fmla="*/ 238339 h 516802"/>
              <a:gd name="connsiteX130" fmla="*/ 2576886 w 2855736"/>
              <a:gd name="connsiteY130" fmla="*/ 379391 h 516802"/>
              <a:gd name="connsiteX131" fmla="*/ 2717938 w 2855736"/>
              <a:gd name="connsiteY131" fmla="*/ 238339 h 516802"/>
              <a:gd name="connsiteX132" fmla="*/ 2576886 w 2855736"/>
              <a:gd name="connsiteY132" fmla="*/ 97288 h 516802"/>
              <a:gd name="connsiteX133" fmla="*/ 2196642 w 2855736"/>
              <a:gd name="connsiteY133" fmla="*/ 10456 h 516802"/>
              <a:gd name="connsiteX134" fmla="*/ 2290522 w 2855736"/>
              <a:gd name="connsiteY134" fmla="*/ 10456 h 516802"/>
              <a:gd name="connsiteX135" fmla="*/ 2290522 w 2855736"/>
              <a:gd name="connsiteY135" fmla="*/ 466298 h 516802"/>
              <a:gd name="connsiteX136" fmla="*/ 2196642 w 2855736"/>
              <a:gd name="connsiteY136" fmla="*/ 466298 h 516802"/>
              <a:gd name="connsiteX137" fmla="*/ 986665 w 2855736"/>
              <a:gd name="connsiteY137" fmla="*/ 10456 h 516802"/>
              <a:gd name="connsiteX138" fmla="*/ 1080545 w 2855736"/>
              <a:gd name="connsiteY138" fmla="*/ 10456 h 516802"/>
              <a:gd name="connsiteX139" fmla="*/ 1080545 w 2855736"/>
              <a:gd name="connsiteY139" fmla="*/ 475593 h 516802"/>
              <a:gd name="connsiteX140" fmla="*/ 1065905 w 2855736"/>
              <a:gd name="connsiteY140" fmla="*/ 475593 h 516802"/>
              <a:gd name="connsiteX141" fmla="*/ 986665 w 2855736"/>
              <a:gd name="connsiteY141" fmla="*/ 394107 h 516802"/>
              <a:gd name="connsiteX142" fmla="*/ 476601 w 2855736"/>
              <a:gd name="connsiteY142" fmla="*/ 10456 h 516802"/>
              <a:gd name="connsiteX143" fmla="*/ 480087 w 2855736"/>
              <a:gd name="connsiteY143" fmla="*/ 10456 h 516802"/>
              <a:gd name="connsiteX144" fmla="*/ 569319 w 2855736"/>
              <a:gd name="connsiteY144" fmla="*/ 10456 h 516802"/>
              <a:gd name="connsiteX145" fmla="*/ 572882 w 2855736"/>
              <a:gd name="connsiteY145" fmla="*/ 10456 h 516802"/>
              <a:gd name="connsiteX146" fmla="*/ 572882 w 2855736"/>
              <a:gd name="connsiteY146" fmla="*/ 81330 h 516802"/>
              <a:gd name="connsiteX147" fmla="*/ 572882 w 2855736"/>
              <a:gd name="connsiteY147" fmla="*/ 84893 h 516802"/>
              <a:gd name="connsiteX148" fmla="*/ 569319 w 2855736"/>
              <a:gd name="connsiteY148" fmla="*/ 84893 h 516802"/>
              <a:gd name="connsiteX149" fmla="*/ 480087 w 2855736"/>
              <a:gd name="connsiteY149" fmla="*/ 84893 h 516802"/>
              <a:gd name="connsiteX150" fmla="*/ 476601 w 2855736"/>
              <a:gd name="connsiteY150" fmla="*/ 84893 h 516802"/>
              <a:gd name="connsiteX151" fmla="*/ 476601 w 2855736"/>
              <a:gd name="connsiteY151" fmla="*/ 81330 h 516802"/>
              <a:gd name="connsiteX152" fmla="*/ 58559 w 2855736"/>
              <a:gd name="connsiteY152" fmla="*/ 6331 h 516802"/>
              <a:gd name="connsiteX153" fmla="*/ 82648 w 2855736"/>
              <a:gd name="connsiteY153" fmla="*/ 20990 h 516802"/>
              <a:gd name="connsiteX154" fmla="*/ 326565 w 2855736"/>
              <a:gd name="connsiteY154" fmla="*/ 298911 h 516802"/>
              <a:gd name="connsiteX155" fmla="*/ 326565 w 2855736"/>
              <a:gd name="connsiteY155" fmla="*/ 10456 h 516802"/>
              <a:gd name="connsiteX156" fmla="*/ 421064 w 2855736"/>
              <a:gd name="connsiteY156" fmla="*/ 10456 h 516802"/>
              <a:gd name="connsiteX157" fmla="*/ 421064 w 2855736"/>
              <a:gd name="connsiteY157" fmla="*/ 424781 h 516802"/>
              <a:gd name="connsiteX158" fmla="*/ 390545 w 2855736"/>
              <a:gd name="connsiteY158" fmla="*/ 469397 h 516802"/>
              <a:gd name="connsiteX159" fmla="*/ 373814 w 2855736"/>
              <a:gd name="connsiteY159" fmla="*/ 472495 h 516802"/>
              <a:gd name="connsiteX160" fmla="*/ 338416 w 2855736"/>
              <a:gd name="connsiteY160" fmla="*/ 456461 h 516802"/>
              <a:gd name="connsiteX161" fmla="*/ 94499 w 2855736"/>
              <a:gd name="connsiteY161" fmla="*/ 178541 h 516802"/>
              <a:gd name="connsiteX162" fmla="*/ 94499 w 2855736"/>
              <a:gd name="connsiteY162" fmla="*/ 466298 h 516802"/>
              <a:gd name="connsiteX163" fmla="*/ 0 w 2855736"/>
              <a:gd name="connsiteY163" fmla="*/ 466298 h 516802"/>
              <a:gd name="connsiteX164" fmla="*/ 0 w 2855736"/>
              <a:gd name="connsiteY164" fmla="*/ 52748 h 516802"/>
              <a:gd name="connsiteX165" fmla="*/ 30519 w 2855736"/>
              <a:gd name="connsiteY165" fmla="*/ 8055 h 516802"/>
              <a:gd name="connsiteX166" fmla="*/ 58559 w 2855736"/>
              <a:gd name="connsiteY166" fmla="*/ 6331 h 516802"/>
              <a:gd name="connsiteX167" fmla="*/ 2576886 w 2855736"/>
              <a:gd name="connsiteY167" fmla="*/ 0 h 516802"/>
              <a:gd name="connsiteX168" fmla="*/ 2815303 w 2855736"/>
              <a:gd name="connsiteY168" fmla="*/ 238417 h 516802"/>
              <a:gd name="connsiteX169" fmla="*/ 2775489 w 2855736"/>
              <a:gd name="connsiteY169" fmla="*/ 370096 h 516802"/>
              <a:gd name="connsiteX170" fmla="*/ 2775412 w 2855736"/>
              <a:gd name="connsiteY170" fmla="*/ 370096 h 516802"/>
              <a:gd name="connsiteX171" fmla="*/ 2855736 w 2855736"/>
              <a:gd name="connsiteY171" fmla="*/ 450420 h 516802"/>
              <a:gd name="connsiteX172" fmla="*/ 2789354 w 2855736"/>
              <a:gd name="connsiteY172" fmla="*/ 516802 h 516802"/>
              <a:gd name="connsiteX173" fmla="*/ 2709108 w 2855736"/>
              <a:gd name="connsiteY173" fmla="*/ 436555 h 516802"/>
              <a:gd name="connsiteX174" fmla="*/ 2576886 w 2855736"/>
              <a:gd name="connsiteY174" fmla="*/ 476756 h 516802"/>
              <a:gd name="connsiteX175" fmla="*/ 2338469 w 2855736"/>
              <a:gd name="connsiteY175" fmla="*/ 238417 h 516802"/>
              <a:gd name="connsiteX176" fmla="*/ 2576886 w 2855736"/>
              <a:gd name="connsiteY176" fmla="*/ 0 h 516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</a:cxnLst>
            <a:rect l="l" t="t" r="r" b="b"/>
            <a:pathLst>
              <a:path w="2855736" h="516802">
                <a:moveTo>
                  <a:pt x="1628098" y="189308"/>
                </a:moveTo>
                <a:cubicBezTo>
                  <a:pt x="1616711" y="189308"/>
                  <a:pt x="1606719" y="191089"/>
                  <a:pt x="1598276" y="194730"/>
                </a:cubicBezTo>
                <a:cubicBezTo>
                  <a:pt x="1589833" y="198370"/>
                  <a:pt x="1582630" y="203328"/>
                  <a:pt x="1576820" y="209524"/>
                </a:cubicBezTo>
                <a:cubicBezTo>
                  <a:pt x="1571011" y="215798"/>
                  <a:pt x="1566441" y="223157"/>
                  <a:pt x="1563188" y="231368"/>
                </a:cubicBezTo>
                <a:lnTo>
                  <a:pt x="1563188" y="231290"/>
                </a:lnTo>
                <a:cubicBezTo>
                  <a:pt x="1560399" y="238571"/>
                  <a:pt x="1558618" y="246472"/>
                  <a:pt x="1557921" y="254838"/>
                </a:cubicBezTo>
                <a:lnTo>
                  <a:pt x="1694015" y="254838"/>
                </a:lnTo>
                <a:cubicBezTo>
                  <a:pt x="1693473" y="234621"/>
                  <a:pt x="1688128" y="218587"/>
                  <a:pt x="1678059" y="207201"/>
                </a:cubicBezTo>
                <a:cubicBezTo>
                  <a:pt x="1667524" y="195349"/>
                  <a:pt x="1650716" y="189308"/>
                  <a:pt x="1628098" y="189308"/>
                </a:cubicBezTo>
                <a:close/>
                <a:moveTo>
                  <a:pt x="782717" y="189308"/>
                </a:moveTo>
                <a:cubicBezTo>
                  <a:pt x="771330" y="189308"/>
                  <a:pt x="761338" y="191089"/>
                  <a:pt x="752895" y="194730"/>
                </a:cubicBezTo>
                <a:cubicBezTo>
                  <a:pt x="744452" y="198370"/>
                  <a:pt x="737249" y="203328"/>
                  <a:pt x="731439" y="209524"/>
                </a:cubicBezTo>
                <a:cubicBezTo>
                  <a:pt x="725630" y="215798"/>
                  <a:pt x="721060" y="223157"/>
                  <a:pt x="717807" y="231368"/>
                </a:cubicBezTo>
                <a:lnTo>
                  <a:pt x="717807" y="231290"/>
                </a:lnTo>
                <a:cubicBezTo>
                  <a:pt x="715018" y="238571"/>
                  <a:pt x="713237" y="246472"/>
                  <a:pt x="712539" y="254838"/>
                </a:cubicBezTo>
                <a:lnTo>
                  <a:pt x="848634" y="254838"/>
                </a:lnTo>
                <a:cubicBezTo>
                  <a:pt x="848092" y="234621"/>
                  <a:pt x="842747" y="218587"/>
                  <a:pt x="832677" y="207201"/>
                </a:cubicBezTo>
                <a:cubicBezTo>
                  <a:pt x="822143" y="195349"/>
                  <a:pt x="805335" y="189308"/>
                  <a:pt x="782717" y="189308"/>
                </a:cubicBezTo>
                <a:close/>
                <a:moveTo>
                  <a:pt x="476601" y="124553"/>
                </a:moveTo>
                <a:lnTo>
                  <a:pt x="480087" y="124553"/>
                </a:lnTo>
                <a:lnTo>
                  <a:pt x="569319" y="124553"/>
                </a:lnTo>
                <a:lnTo>
                  <a:pt x="572882" y="124553"/>
                </a:lnTo>
                <a:lnTo>
                  <a:pt x="572882" y="128116"/>
                </a:lnTo>
                <a:lnTo>
                  <a:pt x="572804" y="466299"/>
                </a:lnTo>
                <a:lnTo>
                  <a:pt x="569319" y="466299"/>
                </a:lnTo>
                <a:lnTo>
                  <a:pt x="480087" y="466299"/>
                </a:lnTo>
                <a:lnTo>
                  <a:pt x="476601" y="466299"/>
                </a:lnTo>
                <a:lnTo>
                  <a:pt x="476601" y="127496"/>
                </a:lnTo>
                <a:close/>
                <a:moveTo>
                  <a:pt x="2026544" y="116342"/>
                </a:moveTo>
                <a:cubicBezTo>
                  <a:pt x="2065195" y="116342"/>
                  <a:pt x="2094320" y="126721"/>
                  <a:pt x="2113220" y="147093"/>
                </a:cubicBezTo>
                <a:cubicBezTo>
                  <a:pt x="2132042" y="167465"/>
                  <a:pt x="2141569" y="199687"/>
                  <a:pt x="2141569" y="242832"/>
                </a:cubicBezTo>
                <a:lnTo>
                  <a:pt x="2141569" y="466376"/>
                </a:lnTo>
                <a:lnTo>
                  <a:pt x="2045366" y="466376"/>
                </a:lnTo>
                <a:lnTo>
                  <a:pt x="2045366" y="254992"/>
                </a:lnTo>
                <a:cubicBezTo>
                  <a:pt x="2045366" y="232762"/>
                  <a:pt x="2041183" y="217503"/>
                  <a:pt x="2033050" y="209757"/>
                </a:cubicBezTo>
                <a:cubicBezTo>
                  <a:pt x="2024840" y="201933"/>
                  <a:pt x="2013686" y="197983"/>
                  <a:pt x="1999820" y="197983"/>
                </a:cubicBezTo>
                <a:cubicBezTo>
                  <a:pt x="1988899" y="197983"/>
                  <a:pt x="1979371" y="199610"/>
                  <a:pt x="1971548" y="202786"/>
                </a:cubicBezTo>
                <a:cubicBezTo>
                  <a:pt x="1963647" y="205961"/>
                  <a:pt x="1956211" y="210764"/>
                  <a:pt x="1949472" y="216651"/>
                </a:cubicBezTo>
                <a:cubicBezTo>
                  <a:pt x="1943818" y="222305"/>
                  <a:pt x="1938938" y="229121"/>
                  <a:pt x="1935143" y="237022"/>
                </a:cubicBezTo>
                <a:cubicBezTo>
                  <a:pt x="1931347" y="244768"/>
                  <a:pt x="1929411" y="253366"/>
                  <a:pt x="1929411" y="262583"/>
                </a:cubicBezTo>
                <a:lnTo>
                  <a:pt x="1929411" y="466299"/>
                </a:lnTo>
                <a:lnTo>
                  <a:pt x="1833130" y="466299"/>
                </a:lnTo>
                <a:lnTo>
                  <a:pt x="1833130" y="124630"/>
                </a:lnTo>
                <a:lnTo>
                  <a:pt x="1926855" y="124630"/>
                </a:lnTo>
                <a:lnTo>
                  <a:pt x="1926855" y="165063"/>
                </a:lnTo>
                <a:cubicBezTo>
                  <a:pt x="1938938" y="149494"/>
                  <a:pt x="1952958" y="137798"/>
                  <a:pt x="1968605" y="130052"/>
                </a:cubicBezTo>
                <a:cubicBezTo>
                  <a:pt x="1987040" y="120989"/>
                  <a:pt x="2006559" y="116342"/>
                  <a:pt x="2026544" y="116342"/>
                </a:cubicBezTo>
                <a:close/>
                <a:moveTo>
                  <a:pt x="1272176" y="115490"/>
                </a:moveTo>
                <a:cubicBezTo>
                  <a:pt x="1298667" y="115490"/>
                  <a:pt x="1321285" y="118279"/>
                  <a:pt x="1339410" y="123623"/>
                </a:cubicBezTo>
                <a:cubicBezTo>
                  <a:pt x="1357613" y="129045"/>
                  <a:pt x="1372717" y="136404"/>
                  <a:pt x="1384258" y="145544"/>
                </a:cubicBezTo>
                <a:cubicBezTo>
                  <a:pt x="1389061" y="149339"/>
                  <a:pt x="1393321" y="153445"/>
                  <a:pt x="1397194" y="157860"/>
                </a:cubicBezTo>
                <a:cubicBezTo>
                  <a:pt x="1402693" y="164211"/>
                  <a:pt x="1407263" y="171183"/>
                  <a:pt x="1410749" y="178696"/>
                </a:cubicBezTo>
                <a:cubicBezTo>
                  <a:pt x="1412376" y="182259"/>
                  <a:pt x="1413925" y="185977"/>
                  <a:pt x="1415319" y="189695"/>
                </a:cubicBezTo>
                <a:cubicBezTo>
                  <a:pt x="1415629" y="190547"/>
                  <a:pt x="1415861" y="191322"/>
                  <a:pt x="1416171" y="192174"/>
                </a:cubicBezTo>
                <a:cubicBezTo>
                  <a:pt x="1419347" y="201934"/>
                  <a:pt x="1421516" y="212235"/>
                  <a:pt x="1422755" y="222847"/>
                </a:cubicBezTo>
                <a:cubicBezTo>
                  <a:pt x="1422910" y="224087"/>
                  <a:pt x="1422910" y="225403"/>
                  <a:pt x="1423065" y="226643"/>
                </a:cubicBezTo>
                <a:lnTo>
                  <a:pt x="1335382" y="226643"/>
                </a:lnTo>
                <a:cubicBezTo>
                  <a:pt x="1334762" y="223699"/>
                  <a:pt x="1333988" y="220988"/>
                  <a:pt x="1333058" y="218432"/>
                </a:cubicBezTo>
                <a:cubicBezTo>
                  <a:pt x="1329263" y="208905"/>
                  <a:pt x="1324615" y="203793"/>
                  <a:pt x="1318109" y="198835"/>
                </a:cubicBezTo>
                <a:cubicBezTo>
                  <a:pt x="1309201" y="192096"/>
                  <a:pt x="1294406" y="188688"/>
                  <a:pt x="1274035" y="188688"/>
                </a:cubicBezTo>
                <a:cubicBezTo>
                  <a:pt x="1262494" y="188688"/>
                  <a:pt x="1252734" y="189618"/>
                  <a:pt x="1245220" y="191477"/>
                </a:cubicBezTo>
                <a:cubicBezTo>
                  <a:pt x="1237784" y="193258"/>
                  <a:pt x="1231975" y="195582"/>
                  <a:pt x="1227870" y="198293"/>
                </a:cubicBezTo>
                <a:cubicBezTo>
                  <a:pt x="1223919" y="200927"/>
                  <a:pt x="1221131" y="203870"/>
                  <a:pt x="1219504" y="207123"/>
                </a:cubicBezTo>
                <a:cubicBezTo>
                  <a:pt x="1217878" y="210454"/>
                  <a:pt x="1217025" y="213630"/>
                  <a:pt x="1217025" y="216418"/>
                </a:cubicBezTo>
                <a:cubicBezTo>
                  <a:pt x="1217025" y="225946"/>
                  <a:pt x="1219814" y="232685"/>
                  <a:pt x="1225469" y="236867"/>
                </a:cubicBezTo>
                <a:cubicBezTo>
                  <a:pt x="1231588" y="241437"/>
                  <a:pt x="1244058" y="245388"/>
                  <a:pt x="1262494" y="248641"/>
                </a:cubicBezTo>
                <a:lnTo>
                  <a:pt x="1304553" y="255612"/>
                </a:lnTo>
                <a:cubicBezTo>
                  <a:pt x="1328023" y="259485"/>
                  <a:pt x="1350022" y="264442"/>
                  <a:pt x="1365513" y="270484"/>
                </a:cubicBezTo>
                <a:cubicBezTo>
                  <a:pt x="1381160" y="276526"/>
                  <a:pt x="1393863" y="284194"/>
                  <a:pt x="1403313" y="293179"/>
                </a:cubicBezTo>
                <a:cubicBezTo>
                  <a:pt x="1412840" y="302320"/>
                  <a:pt x="1419579" y="313241"/>
                  <a:pt x="1423375" y="325635"/>
                </a:cubicBezTo>
                <a:lnTo>
                  <a:pt x="1423375" y="325712"/>
                </a:lnTo>
                <a:cubicBezTo>
                  <a:pt x="1427093" y="337950"/>
                  <a:pt x="1428952" y="352203"/>
                  <a:pt x="1428952" y="368159"/>
                </a:cubicBezTo>
                <a:cubicBezTo>
                  <a:pt x="1428952" y="400537"/>
                  <a:pt x="1416481" y="426873"/>
                  <a:pt x="1391927" y="446392"/>
                </a:cubicBezTo>
                <a:cubicBezTo>
                  <a:pt x="1367605" y="465757"/>
                  <a:pt x="1329805" y="475516"/>
                  <a:pt x="1279534" y="475516"/>
                </a:cubicBezTo>
                <a:cubicBezTo>
                  <a:pt x="1259473" y="475516"/>
                  <a:pt x="1240031" y="473657"/>
                  <a:pt x="1221828" y="470017"/>
                </a:cubicBezTo>
                <a:cubicBezTo>
                  <a:pt x="1203470" y="466299"/>
                  <a:pt x="1186739" y="459870"/>
                  <a:pt x="1172255" y="450730"/>
                </a:cubicBezTo>
                <a:cubicBezTo>
                  <a:pt x="1157615" y="441590"/>
                  <a:pt x="1145454" y="429196"/>
                  <a:pt x="1136081" y="413937"/>
                </a:cubicBezTo>
                <a:cubicBezTo>
                  <a:pt x="1127251" y="399607"/>
                  <a:pt x="1121984" y="381559"/>
                  <a:pt x="1120280" y="360336"/>
                </a:cubicBezTo>
                <a:lnTo>
                  <a:pt x="1213230" y="360336"/>
                </a:lnTo>
                <a:cubicBezTo>
                  <a:pt x="1216561" y="375828"/>
                  <a:pt x="1223455" y="386207"/>
                  <a:pt x="1233911" y="391087"/>
                </a:cubicBezTo>
                <a:cubicBezTo>
                  <a:pt x="1246072" y="396819"/>
                  <a:pt x="1261022" y="399685"/>
                  <a:pt x="1278295" y="399685"/>
                </a:cubicBezTo>
                <a:cubicBezTo>
                  <a:pt x="1298744" y="399685"/>
                  <a:pt x="1313539" y="397129"/>
                  <a:pt x="1322059" y="392171"/>
                </a:cubicBezTo>
                <a:cubicBezTo>
                  <a:pt x="1330115" y="387524"/>
                  <a:pt x="1333988" y="380088"/>
                  <a:pt x="1333988" y="369398"/>
                </a:cubicBezTo>
                <a:cubicBezTo>
                  <a:pt x="1333988" y="361808"/>
                  <a:pt x="1331509" y="355224"/>
                  <a:pt x="1326319" y="349492"/>
                </a:cubicBezTo>
                <a:cubicBezTo>
                  <a:pt x="1321207" y="343760"/>
                  <a:pt x="1310828" y="339654"/>
                  <a:pt x="1295568" y="337253"/>
                </a:cubicBezTo>
                <a:lnTo>
                  <a:pt x="1247467" y="329585"/>
                </a:lnTo>
                <a:cubicBezTo>
                  <a:pt x="1206723" y="323156"/>
                  <a:pt x="1175818" y="311847"/>
                  <a:pt x="1155678" y="296045"/>
                </a:cubicBezTo>
                <a:cubicBezTo>
                  <a:pt x="1135152" y="279934"/>
                  <a:pt x="1124695" y="255302"/>
                  <a:pt x="1124695" y="222847"/>
                </a:cubicBezTo>
                <a:cubicBezTo>
                  <a:pt x="1124695" y="206194"/>
                  <a:pt x="1128336" y="191089"/>
                  <a:pt x="1135617" y="177844"/>
                </a:cubicBezTo>
                <a:cubicBezTo>
                  <a:pt x="1142820" y="164676"/>
                  <a:pt x="1153122" y="153367"/>
                  <a:pt x="1166290" y="144150"/>
                </a:cubicBezTo>
                <a:cubicBezTo>
                  <a:pt x="1179303" y="135010"/>
                  <a:pt x="1194950" y="127883"/>
                  <a:pt x="1212920" y="122926"/>
                </a:cubicBezTo>
                <a:cubicBezTo>
                  <a:pt x="1230813" y="117969"/>
                  <a:pt x="1250720" y="115490"/>
                  <a:pt x="1272176" y="115490"/>
                </a:cubicBezTo>
                <a:close/>
                <a:moveTo>
                  <a:pt x="1629957" y="115335"/>
                </a:moveTo>
                <a:cubicBezTo>
                  <a:pt x="1681776" y="115335"/>
                  <a:pt x="1721358" y="130517"/>
                  <a:pt x="1747616" y="160493"/>
                </a:cubicBezTo>
                <a:cubicBezTo>
                  <a:pt x="1773797" y="190315"/>
                  <a:pt x="1787043" y="230980"/>
                  <a:pt x="1787043" y="281328"/>
                </a:cubicBezTo>
                <a:lnTo>
                  <a:pt x="1787043" y="320522"/>
                </a:lnTo>
                <a:lnTo>
                  <a:pt x="1556526" y="320522"/>
                </a:lnTo>
                <a:cubicBezTo>
                  <a:pt x="1557843" y="344612"/>
                  <a:pt x="1564350" y="363744"/>
                  <a:pt x="1575968" y="377454"/>
                </a:cubicBezTo>
                <a:cubicBezTo>
                  <a:pt x="1587974" y="391629"/>
                  <a:pt x="1606332" y="398833"/>
                  <a:pt x="1630654" y="398833"/>
                </a:cubicBezTo>
                <a:cubicBezTo>
                  <a:pt x="1662954" y="398833"/>
                  <a:pt x="1682009" y="386207"/>
                  <a:pt x="1688825" y="360181"/>
                </a:cubicBezTo>
                <a:lnTo>
                  <a:pt x="1688903" y="360181"/>
                </a:lnTo>
                <a:lnTo>
                  <a:pt x="1782937" y="360181"/>
                </a:lnTo>
                <a:cubicBezTo>
                  <a:pt x="1776663" y="397361"/>
                  <a:pt x="1761249" y="426098"/>
                  <a:pt x="1737082" y="445540"/>
                </a:cubicBezTo>
                <a:cubicBezTo>
                  <a:pt x="1712527" y="465292"/>
                  <a:pt x="1676509" y="475284"/>
                  <a:pt x="1630034" y="475284"/>
                </a:cubicBezTo>
                <a:cubicBezTo>
                  <a:pt x="1574032" y="475284"/>
                  <a:pt x="1531197" y="459482"/>
                  <a:pt x="1502848" y="428267"/>
                </a:cubicBezTo>
                <a:cubicBezTo>
                  <a:pt x="1474498" y="397129"/>
                  <a:pt x="1460168" y="352590"/>
                  <a:pt x="1460168" y="295890"/>
                </a:cubicBezTo>
                <a:cubicBezTo>
                  <a:pt x="1460168" y="267618"/>
                  <a:pt x="1464273" y="241979"/>
                  <a:pt x="1472484" y="219826"/>
                </a:cubicBezTo>
                <a:cubicBezTo>
                  <a:pt x="1480695" y="197673"/>
                  <a:pt x="1492391" y="178464"/>
                  <a:pt x="1507340" y="162894"/>
                </a:cubicBezTo>
                <a:cubicBezTo>
                  <a:pt x="1522290" y="147325"/>
                  <a:pt x="1540415" y="135397"/>
                  <a:pt x="1561174" y="127341"/>
                </a:cubicBezTo>
                <a:cubicBezTo>
                  <a:pt x="1581855" y="119363"/>
                  <a:pt x="1605015" y="115335"/>
                  <a:pt x="1629957" y="115335"/>
                </a:cubicBezTo>
                <a:close/>
                <a:moveTo>
                  <a:pt x="784576" y="115335"/>
                </a:moveTo>
                <a:cubicBezTo>
                  <a:pt x="836395" y="115335"/>
                  <a:pt x="875977" y="130517"/>
                  <a:pt x="902235" y="160493"/>
                </a:cubicBezTo>
                <a:cubicBezTo>
                  <a:pt x="928416" y="190315"/>
                  <a:pt x="941661" y="230980"/>
                  <a:pt x="941661" y="281328"/>
                </a:cubicBezTo>
                <a:lnTo>
                  <a:pt x="941661" y="320522"/>
                </a:lnTo>
                <a:lnTo>
                  <a:pt x="711145" y="320522"/>
                </a:lnTo>
                <a:cubicBezTo>
                  <a:pt x="712462" y="344612"/>
                  <a:pt x="718969" y="363744"/>
                  <a:pt x="730587" y="377454"/>
                </a:cubicBezTo>
                <a:cubicBezTo>
                  <a:pt x="742593" y="391629"/>
                  <a:pt x="760951" y="398833"/>
                  <a:pt x="785273" y="398833"/>
                </a:cubicBezTo>
                <a:cubicBezTo>
                  <a:pt x="817573" y="398833"/>
                  <a:pt x="836628" y="386207"/>
                  <a:pt x="843444" y="360181"/>
                </a:cubicBezTo>
                <a:lnTo>
                  <a:pt x="843522" y="360181"/>
                </a:lnTo>
                <a:lnTo>
                  <a:pt x="937556" y="360181"/>
                </a:lnTo>
                <a:cubicBezTo>
                  <a:pt x="931282" y="397361"/>
                  <a:pt x="915868" y="426098"/>
                  <a:pt x="891701" y="445540"/>
                </a:cubicBezTo>
                <a:cubicBezTo>
                  <a:pt x="867146" y="465292"/>
                  <a:pt x="831128" y="475284"/>
                  <a:pt x="784653" y="475284"/>
                </a:cubicBezTo>
                <a:cubicBezTo>
                  <a:pt x="728651" y="475284"/>
                  <a:pt x="685816" y="459482"/>
                  <a:pt x="657467" y="428267"/>
                </a:cubicBezTo>
                <a:cubicBezTo>
                  <a:pt x="629117" y="397129"/>
                  <a:pt x="614787" y="352590"/>
                  <a:pt x="614787" y="295890"/>
                </a:cubicBezTo>
                <a:cubicBezTo>
                  <a:pt x="614787" y="267618"/>
                  <a:pt x="618892" y="241979"/>
                  <a:pt x="627103" y="219826"/>
                </a:cubicBezTo>
                <a:cubicBezTo>
                  <a:pt x="635313" y="197673"/>
                  <a:pt x="647010" y="178464"/>
                  <a:pt x="661959" y="162894"/>
                </a:cubicBezTo>
                <a:cubicBezTo>
                  <a:pt x="676909" y="147325"/>
                  <a:pt x="695034" y="135397"/>
                  <a:pt x="715793" y="127341"/>
                </a:cubicBezTo>
                <a:cubicBezTo>
                  <a:pt x="736474" y="119363"/>
                  <a:pt x="759634" y="115335"/>
                  <a:pt x="784576" y="115335"/>
                </a:cubicBezTo>
                <a:close/>
                <a:moveTo>
                  <a:pt x="2576886" y="97288"/>
                </a:moveTo>
                <a:cubicBezTo>
                  <a:pt x="2499118" y="97288"/>
                  <a:pt x="2435834" y="160571"/>
                  <a:pt x="2435834" y="238339"/>
                </a:cubicBezTo>
                <a:cubicBezTo>
                  <a:pt x="2435834" y="316108"/>
                  <a:pt x="2499118" y="379391"/>
                  <a:pt x="2576886" y="379391"/>
                </a:cubicBezTo>
                <a:cubicBezTo>
                  <a:pt x="2654654" y="379391"/>
                  <a:pt x="2717938" y="316108"/>
                  <a:pt x="2717938" y="238339"/>
                </a:cubicBezTo>
                <a:cubicBezTo>
                  <a:pt x="2717938" y="160571"/>
                  <a:pt x="2654654" y="97288"/>
                  <a:pt x="2576886" y="97288"/>
                </a:cubicBezTo>
                <a:close/>
                <a:moveTo>
                  <a:pt x="2196642" y="10456"/>
                </a:moveTo>
                <a:lnTo>
                  <a:pt x="2290522" y="10456"/>
                </a:lnTo>
                <a:lnTo>
                  <a:pt x="2290522" y="466298"/>
                </a:lnTo>
                <a:lnTo>
                  <a:pt x="2196642" y="466298"/>
                </a:lnTo>
                <a:close/>
                <a:moveTo>
                  <a:pt x="986665" y="10456"/>
                </a:moveTo>
                <a:lnTo>
                  <a:pt x="1080545" y="10456"/>
                </a:lnTo>
                <a:lnTo>
                  <a:pt x="1080545" y="475593"/>
                </a:lnTo>
                <a:lnTo>
                  <a:pt x="1065905" y="475593"/>
                </a:lnTo>
                <a:cubicBezTo>
                  <a:pt x="1022063" y="475129"/>
                  <a:pt x="986665" y="438878"/>
                  <a:pt x="986665" y="394107"/>
                </a:cubicBezTo>
                <a:close/>
                <a:moveTo>
                  <a:pt x="476601" y="10456"/>
                </a:moveTo>
                <a:lnTo>
                  <a:pt x="480087" y="10456"/>
                </a:lnTo>
                <a:lnTo>
                  <a:pt x="569319" y="10456"/>
                </a:lnTo>
                <a:lnTo>
                  <a:pt x="572882" y="10456"/>
                </a:lnTo>
                <a:lnTo>
                  <a:pt x="572882" y="81330"/>
                </a:lnTo>
                <a:lnTo>
                  <a:pt x="572882" y="84893"/>
                </a:lnTo>
                <a:lnTo>
                  <a:pt x="569319" y="84893"/>
                </a:lnTo>
                <a:lnTo>
                  <a:pt x="480087" y="84893"/>
                </a:lnTo>
                <a:lnTo>
                  <a:pt x="476601" y="84893"/>
                </a:lnTo>
                <a:lnTo>
                  <a:pt x="476601" y="81330"/>
                </a:lnTo>
                <a:close/>
                <a:moveTo>
                  <a:pt x="58559" y="6331"/>
                </a:moveTo>
                <a:cubicBezTo>
                  <a:pt x="67660" y="8597"/>
                  <a:pt x="76103" y="13593"/>
                  <a:pt x="82648" y="20990"/>
                </a:cubicBezTo>
                <a:lnTo>
                  <a:pt x="326565" y="298911"/>
                </a:lnTo>
                <a:lnTo>
                  <a:pt x="326565" y="10456"/>
                </a:lnTo>
                <a:lnTo>
                  <a:pt x="421064" y="10456"/>
                </a:lnTo>
                <a:lnTo>
                  <a:pt x="421064" y="424781"/>
                </a:lnTo>
                <a:cubicBezTo>
                  <a:pt x="421064" y="444610"/>
                  <a:pt x="408903" y="462348"/>
                  <a:pt x="390545" y="469397"/>
                </a:cubicBezTo>
                <a:cubicBezTo>
                  <a:pt x="385123" y="471488"/>
                  <a:pt x="379391" y="472495"/>
                  <a:pt x="373814" y="472495"/>
                </a:cubicBezTo>
                <a:cubicBezTo>
                  <a:pt x="360491" y="472495"/>
                  <a:pt x="347556" y="466918"/>
                  <a:pt x="338416" y="456461"/>
                </a:cubicBezTo>
                <a:lnTo>
                  <a:pt x="94499" y="178541"/>
                </a:lnTo>
                <a:lnTo>
                  <a:pt x="94499" y="466298"/>
                </a:lnTo>
                <a:lnTo>
                  <a:pt x="0" y="466298"/>
                </a:lnTo>
                <a:lnTo>
                  <a:pt x="0" y="52748"/>
                </a:lnTo>
                <a:cubicBezTo>
                  <a:pt x="0" y="32841"/>
                  <a:pt x="12161" y="15103"/>
                  <a:pt x="30519" y="8055"/>
                </a:cubicBezTo>
                <a:cubicBezTo>
                  <a:pt x="39698" y="4530"/>
                  <a:pt x="49457" y="4066"/>
                  <a:pt x="58559" y="6331"/>
                </a:cubicBezTo>
                <a:close/>
                <a:moveTo>
                  <a:pt x="2576886" y="0"/>
                </a:moveTo>
                <a:cubicBezTo>
                  <a:pt x="2708333" y="0"/>
                  <a:pt x="2815303" y="106970"/>
                  <a:pt x="2815303" y="238417"/>
                </a:cubicBezTo>
                <a:cubicBezTo>
                  <a:pt x="2815303" y="287061"/>
                  <a:pt x="2800586" y="332296"/>
                  <a:pt x="2775489" y="370096"/>
                </a:cubicBezTo>
                <a:lnTo>
                  <a:pt x="2775412" y="370096"/>
                </a:lnTo>
                <a:lnTo>
                  <a:pt x="2855736" y="450420"/>
                </a:lnTo>
                <a:lnTo>
                  <a:pt x="2789354" y="516802"/>
                </a:lnTo>
                <a:lnTo>
                  <a:pt x="2709108" y="436555"/>
                </a:lnTo>
                <a:cubicBezTo>
                  <a:pt x="2671230" y="461962"/>
                  <a:pt x="2625762" y="476756"/>
                  <a:pt x="2576886" y="476756"/>
                </a:cubicBezTo>
                <a:cubicBezTo>
                  <a:pt x="2445439" y="476756"/>
                  <a:pt x="2338469" y="369864"/>
                  <a:pt x="2338469" y="238417"/>
                </a:cubicBezTo>
                <a:cubicBezTo>
                  <a:pt x="2338469" y="106970"/>
                  <a:pt x="2445439" y="0"/>
                  <a:pt x="2576886" y="0"/>
                </a:cubicBezTo>
                <a:close/>
              </a:path>
            </a:pathLst>
          </a:custGeom>
          <a:solidFill>
            <a:srgbClr val="EF5F17"/>
          </a:solidFill>
          <a:ln w="774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NielsenIQ GFK lockup" hidden="1">
            <a:extLst>
              <a:ext uri="{FF2B5EF4-FFF2-40B4-BE49-F238E27FC236}">
                <a16:creationId xmlns:a16="http://schemas.microsoft.com/office/drawing/2014/main" id="{6C6D0C05-7C48-49FD-8B2C-4EC04A3B695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95275" y="5623108"/>
            <a:ext cx="2855736" cy="637108"/>
          </a:xfrm>
          <a:prstGeom prst="rect">
            <a:avLst/>
          </a:prstGeom>
        </p:spPr>
      </p:pic>
      <p:pic>
        <p:nvPicPr>
          <p:cNvPr id="2" name="NielsenIQ logo+wordmark" descr="A black and orange sign with white text&#10;&#10;Description automatically generated" hidden="1">
            <a:extLst>
              <a:ext uri="{FF2B5EF4-FFF2-40B4-BE49-F238E27FC236}">
                <a16:creationId xmlns:a16="http://schemas.microsoft.com/office/drawing/2014/main" id="{F1AF17E4-D74E-0B96-887C-9A86B4C4FD4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77" y="5561267"/>
            <a:ext cx="2068879" cy="751864"/>
          </a:xfrm>
          <a:prstGeom prst="rect">
            <a:avLst/>
          </a:prstGeom>
        </p:spPr>
      </p:pic>
      <p:pic>
        <p:nvPicPr>
          <p:cNvPr id="5" name="powered by GfK intelligence" hidden="1">
            <a:extLst>
              <a:ext uri="{FF2B5EF4-FFF2-40B4-BE49-F238E27FC236}">
                <a16:creationId xmlns:a16="http://schemas.microsoft.com/office/drawing/2014/main" id="{BB18BED5-AAB9-37BB-8D75-57131C287FA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144014" y="5724519"/>
            <a:ext cx="2752712" cy="42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945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3.png"/><Relationship Id="rId47" Type="http://schemas.openxmlformats.org/officeDocument/2006/relationships/image" Target="../media/image8.sv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1.png"/><Relationship Id="rId45" Type="http://schemas.openxmlformats.org/officeDocument/2006/relationships/image" Target="../media/image6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4.png"/><Relationship Id="rId48" Type="http://schemas.openxmlformats.org/officeDocument/2006/relationships/image" Target="../media/image9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7.png"/><Relationship Id="rId20" Type="http://schemas.openxmlformats.org/officeDocument/2006/relationships/slideLayout" Target="../slideLayouts/slideLayout20.xml"/><Relationship Id="rId41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Column Markers Bottom">
            <a:extLst>
              <a:ext uri="{FF2B5EF4-FFF2-40B4-BE49-F238E27FC236}">
                <a16:creationId xmlns:a16="http://schemas.microsoft.com/office/drawing/2014/main" id="{E1D6B4B9-1099-AE79-D01E-0EAEC19E45AF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292100" y="6871945"/>
            <a:ext cx="11607801" cy="163023"/>
            <a:chOff x="292100" y="6871945"/>
            <a:chExt cx="11607801" cy="163023"/>
          </a:xfrm>
        </p:grpSpPr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BE110526-ADF0-FAFE-E6F6-7C0C9BCC4779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 rot="10800000">
              <a:off x="292100" y="6871945"/>
              <a:ext cx="11607801" cy="137160"/>
              <a:chOff x="292100" y="-165576"/>
              <a:chExt cx="11607801" cy="137160"/>
            </a:xfrm>
          </p:grpSpPr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80A4DF54-7035-6C14-2C30-2B436C500B8E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292100" y="-119856"/>
                <a:ext cx="0" cy="91440"/>
              </a:xfrm>
              <a:prstGeom prst="line">
                <a:avLst/>
              </a:prstGeom>
              <a:ln w="3175">
                <a:solidFill>
                  <a:srgbClr val="B2B2B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670D1442-8E01-B2E8-926B-7888C14EFD1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1049338" y="-119856"/>
                <a:ext cx="0" cy="91440"/>
              </a:xfrm>
              <a:prstGeom prst="line">
                <a:avLst/>
              </a:prstGeom>
              <a:ln w="3175">
                <a:solidFill>
                  <a:srgbClr val="B2B2B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90532B25-CA4D-3B6A-6E0F-1B2848BEE2A2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1277937" y="-119856"/>
                <a:ext cx="0" cy="91440"/>
              </a:xfrm>
              <a:prstGeom prst="line">
                <a:avLst/>
              </a:prstGeom>
              <a:ln w="3175">
                <a:solidFill>
                  <a:srgbClr val="B2B2B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F267E6E1-987D-98AF-DF0F-3B2926D0122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2035175" y="-119856"/>
                <a:ext cx="0" cy="91440"/>
              </a:xfrm>
              <a:prstGeom prst="line">
                <a:avLst/>
              </a:prstGeom>
              <a:ln w="3175">
                <a:solidFill>
                  <a:srgbClr val="B2B2B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D2A9C692-7128-365D-B823-06548244B59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2265363" y="-119856"/>
                <a:ext cx="0" cy="91440"/>
              </a:xfrm>
              <a:prstGeom prst="line">
                <a:avLst/>
              </a:prstGeom>
              <a:ln w="3175">
                <a:solidFill>
                  <a:srgbClr val="B2B2B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04F05B7A-E93D-CFB9-B6F9-1B2BF080916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3022601" y="-165576"/>
                <a:ext cx="0" cy="137160"/>
              </a:xfrm>
              <a:prstGeom prst="line">
                <a:avLst/>
              </a:prstGeom>
              <a:ln w="3175">
                <a:solidFill>
                  <a:srgbClr val="00B0F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1B89BC66-0F9A-1EC3-7665-B83A788EEA9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3251200" y="-165576"/>
                <a:ext cx="0" cy="137160"/>
              </a:xfrm>
              <a:prstGeom prst="line">
                <a:avLst/>
              </a:prstGeom>
              <a:ln w="3175">
                <a:solidFill>
                  <a:srgbClr val="00B0F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5FA024A8-3261-24D4-053C-69B151F5512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4008438" y="-165576"/>
                <a:ext cx="0" cy="137160"/>
              </a:xfrm>
              <a:prstGeom prst="line">
                <a:avLst/>
              </a:prstGeom>
              <a:ln w="3175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156CB882-2C70-5A74-3737-0DACE12E6AB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4237037" y="-165576"/>
                <a:ext cx="0" cy="137160"/>
              </a:xfrm>
              <a:prstGeom prst="line">
                <a:avLst/>
              </a:prstGeom>
              <a:ln w="3175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1B48B91C-853B-5024-8ACD-DDD17A23948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4994275" y="-119856"/>
                <a:ext cx="0" cy="91440"/>
              </a:xfrm>
              <a:prstGeom prst="line">
                <a:avLst/>
              </a:prstGeom>
              <a:ln w="3175">
                <a:solidFill>
                  <a:srgbClr val="B2B2B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2CE81E04-31BD-6D43-C55A-C91681E5094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5222874" y="-119856"/>
                <a:ext cx="0" cy="91440"/>
              </a:xfrm>
              <a:prstGeom prst="line">
                <a:avLst/>
              </a:prstGeom>
              <a:ln w="3175">
                <a:solidFill>
                  <a:srgbClr val="B2B2B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7F8CDAA3-FD28-C355-23BC-499395BE300E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5980112" y="-165576"/>
                <a:ext cx="0" cy="137160"/>
              </a:xfrm>
              <a:prstGeom prst="line">
                <a:avLst/>
              </a:prstGeom>
              <a:ln w="3175">
                <a:solidFill>
                  <a:srgbClr val="00B0F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3D8E9710-60CE-3DA0-7382-C73A94CB0D8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6210300" y="-165576"/>
                <a:ext cx="0" cy="137160"/>
              </a:xfrm>
              <a:prstGeom prst="line">
                <a:avLst/>
              </a:prstGeom>
              <a:ln w="3175">
                <a:solidFill>
                  <a:srgbClr val="00B0F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733C6AA6-13D5-5435-C02F-8F0070698D6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6967538" y="-119856"/>
                <a:ext cx="0" cy="91440"/>
              </a:xfrm>
              <a:prstGeom prst="line">
                <a:avLst/>
              </a:prstGeom>
              <a:ln w="3175">
                <a:solidFill>
                  <a:srgbClr val="B2B2B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B015AFE0-C364-2ADE-866F-ED48C44A349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7196137" y="-119856"/>
                <a:ext cx="0" cy="91440"/>
              </a:xfrm>
              <a:prstGeom prst="line">
                <a:avLst/>
              </a:prstGeom>
              <a:ln w="3175">
                <a:solidFill>
                  <a:srgbClr val="B2B2B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11395D59-3589-CE2B-EE20-7EAAF4EE0DD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7953375" y="-165576"/>
                <a:ext cx="0" cy="137160"/>
              </a:xfrm>
              <a:prstGeom prst="line">
                <a:avLst/>
              </a:prstGeom>
              <a:ln w="3175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5DA54A0A-00B3-66C0-4D16-2A52CAD39782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9169400" y="-165576"/>
                <a:ext cx="0" cy="137160"/>
              </a:xfrm>
              <a:prstGeom prst="line">
                <a:avLst/>
              </a:prstGeom>
              <a:ln w="3175">
                <a:solidFill>
                  <a:srgbClr val="00B0F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F52679F-E0D0-984E-0A9D-11E933F01859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9926638" y="-119856"/>
                <a:ext cx="0" cy="91440"/>
              </a:xfrm>
              <a:prstGeom prst="line">
                <a:avLst/>
              </a:prstGeom>
              <a:ln w="3175">
                <a:solidFill>
                  <a:srgbClr val="B2B2B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20C312C4-7307-2152-5E04-27786396544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10156826" y="-119856"/>
                <a:ext cx="0" cy="91440"/>
              </a:xfrm>
              <a:prstGeom prst="line">
                <a:avLst/>
              </a:prstGeom>
              <a:ln w="3175">
                <a:solidFill>
                  <a:srgbClr val="B2B2B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DD4E9147-05ED-7705-CC1F-72D71C0F6C79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10914064" y="-119856"/>
                <a:ext cx="0" cy="91440"/>
              </a:xfrm>
              <a:prstGeom prst="line">
                <a:avLst/>
              </a:prstGeom>
              <a:ln w="3175">
                <a:solidFill>
                  <a:srgbClr val="B2B2B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C20E3FFB-E227-153F-ABE1-FC87F5F732A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11142663" y="-119856"/>
                <a:ext cx="0" cy="91440"/>
              </a:xfrm>
              <a:prstGeom prst="line">
                <a:avLst/>
              </a:prstGeom>
              <a:ln w="3175">
                <a:solidFill>
                  <a:srgbClr val="B2B2B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3F423C1A-2AC0-2B62-7F6A-AA998E137B0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11899901" y="-119856"/>
                <a:ext cx="0" cy="91440"/>
              </a:xfrm>
              <a:prstGeom prst="line">
                <a:avLst/>
              </a:prstGeom>
              <a:ln w="3175">
                <a:solidFill>
                  <a:srgbClr val="B2B2B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E5B626B8-ACE5-10A8-AAA1-A34285F0A471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8181975" y="-165576"/>
                <a:ext cx="0" cy="137160"/>
              </a:xfrm>
              <a:prstGeom prst="line">
                <a:avLst/>
              </a:prstGeom>
              <a:ln w="3175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B2923CDE-FDD7-7A51-817A-A07397D5F16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8939213" y="-165576"/>
                <a:ext cx="0" cy="137160"/>
              </a:xfrm>
              <a:prstGeom prst="line">
                <a:avLst/>
              </a:prstGeom>
              <a:ln w="3175">
                <a:solidFill>
                  <a:srgbClr val="00B0F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4B728ACB-14F7-C40A-473B-317C751CD18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086414" y="6878002"/>
              <a:ext cx="99386" cy="1569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600">
                  <a:solidFill>
                    <a:srgbClr val="00B0F0"/>
                  </a:solidFill>
                </a:rPr>
                <a:t>4</a:t>
              </a:r>
              <a:br>
                <a:rPr lang="en-GB" sz="600">
                  <a:solidFill>
                    <a:srgbClr val="00B0F0"/>
                  </a:solidFill>
                </a:rPr>
              </a:br>
              <a:r>
                <a:rPr lang="en-GB" sz="600">
                  <a:solidFill>
                    <a:srgbClr val="00B0F0"/>
                  </a:solidFill>
                </a:rPr>
                <a:t>col</a:t>
              </a: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7BA58E8-87C4-8336-7BF2-D4A38EFF668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9000792" y="6878002"/>
              <a:ext cx="99386" cy="1569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600">
                  <a:solidFill>
                    <a:srgbClr val="00B0F0"/>
                  </a:solidFill>
                </a:rPr>
                <a:t>4</a:t>
              </a:r>
              <a:br>
                <a:rPr lang="en-GB" sz="600">
                  <a:solidFill>
                    <a:srgbClr val="00B0F0"/>
                  </a:solidFill>
                </a:rPr>
              </a:br>
              <a:r>
                <a:rPr lang="en-GB" sz="600">
                  <a:solidFill>
                    <a:srgbClr val="00B0F0"/>
                  </a:solidFill>
                </a:rPr>
                <a:t>col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18E780D4-D62C-31AE-986F-E3882F4C3C3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024488" y="6878002"/>
              <a:ext cx="149080" cy="1569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600">
                  <a:solidFill>
                    <a:srgbClr val="00B0F0"/>
                  </a:solidFill>
                </a:rPr>
                <a:t>2 / 4</a:t>
              </a:r>
              <a:br>
                <a:rPr lang="en-GB" sz="600">
                  <a:solidFill>
                    <a:srgbClr val="00B0F0"/>
                  </a:solidFill>
                </a:rPr>
              </a:br>
              <a:r>
                <a:rPr lang="en-GB" sz="600">
                  <a:solidFill>
                    <a:srgbClr val="00B0F0"/>
                  </a:solidFill>
                </a:rPr>
                <a:t>col</a:t>
              </a: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A341B576-F973-FF3B-9D70-757A51DED63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4077661" y="6878002"/>
              <a:ext cx="99386" cy="1569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600">
                  <a:solidFill>
                    <a:srgbClr val="FFC000"/>
                  </a:solidFill>
                </a:rPr>
                <a:t>3</a:t>
              </a:r>
              <a:br>
                <a:rPr lang="en-GB" sz="600">
                  <a:solidFill>
                    <a:srgbClr val="FFC000"/>
                  </a:solidFill>
                </a:rPr>
              </a:br>
              <a:r>
                <a:rPr lang="en-GB" sz="600">
                  <a:solidFill>
                    <a:srgbClr val="FFC000"/>
                  </a:solidFill>
                </a:rPr>
                <a:t>col</a:t>
              </a: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D94C725E-2F75-A1A8-2A47-9AE54AFFDF9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013366" y="6878002"/>
              <a:ext cx="99386" cy="1569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600">
                  <a:solidFill>
                    <a:srgbClr val="FFC000"/>
                  </a:solidFill>
                </a:rPr>
                <a:t>3</a:t>
              </a:r>
              <a:br>
                <a:rPr lang="en-GB" sz="600">
                  <a:solidFill>
                    <a:srgbClr val="FFC000"/>
                  </a:solidFill>
                </a:rPr>
              </a:br>
              <a:r>
                <a:rPr lang="en-GB" sz="600">
                  <a:solidFill>
                    <a:srgbClr val="FFC000"/>
                  </a:solidFill>
                </a:rPr>
                <a:t>col</a:t>
              </a:r>
            </a:p>
          </p:txBody>
        </p:sp>
      </p:grpSp>
      <p:grpSp>
        <p:nvGrpSpPr>
          <p:cNvPr id="151" name="Column Markers Top">
            <a:extLst>
              <a:ext uri="{FF2B5EF4-FFF2-40B4-BE49-F238E27FC236}">
                <a16:creationId xmlns:a16="http://schemas.microsoft.com/office/drawing/2014/main" id="{D22D9BE6-0B65-1C47-03BF-D1AB953BE5D3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292100" y="-165576"/>
            <a:ext cx="11607801" cy="137160"/>
            <a:chOff x="292100" y="-165576"/>
            <a:chExt cx="11607801" cy="137160"/>
          </a:xfrm>
        </p:grpSpPr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A1C2DAF0-B0C5-3814-F177-4D283ED86E1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292100" y="-119856"/>
              <a:ext cx="0" cy="91440"/>
            </a:xfrm>
            <a:prstGeom prst="line">
              <a:avLst/>
            </a:prstGeom>
            <a:ln w="3175">
              <a:solidFill>
                <a:srgbClr val="B2B2B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760C7E0C-2513-2BF9-58C7-7ED27570516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1049338" y="-119856"/>
              <a:ext cx="0" cy="91440"/>
            </a:xfrm>
            <a:prstGeom prst="line">
              <a:avLst/>
            </a:prstGeom>
            <a:ln w="3175">
              <a:solidFill>
                <a:srgbClr val="B2B2B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DA8C53B7-FA46-2487-2FDF-B14532D4DC6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1277937" y="-119856"/>
              <a:ext cx="0" cy="91440"/>
            </a:xfrm>
            <a:prstGeom prst="line">
              <a:avLst/>
            </a:prstGeom>
            <a:ln w="3175">
              <a:solidFill>
                <a:srgbClr val="B2B2B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32117F78-F20D-7784-AFAB-33B9E45C00F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2035175" y="-119856"/>
              <a:ext cx="0" cy="91440"/>
            </a:xfrm>
            <a:prstGeom prst="line">
              <a:avLst/>
            </a:prstGeom>
            <a:ln w="3175">
              <a:solidFill>
                <a:srgbClr val="B2B2B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538C8718-4726-16BF-EE37-79212A3DCD7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2265363" y="-119856"/>
              <a:ext cx="0" cy="91440"/>
            </a:xfrm>
            <a:prstGeom prst="line">
              <a:avLst/>
            </a:prstGeom>
            <a:ln w="3175">
              <a:solidFill>
                <a:srgbClr val="B2B2B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DE7C7E9-FC71-BAE6-B8D3-3ABEBABB121B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3022601" y="-165576"/>
              <a:ext cx="0" cy="137160"/>
            </a:xfrm>
            <a:prstGeom prst="line">
              <a:avLst/>
            </a:prstGeom>
            <a:ln w="3175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6A00B385-516E-8D52-13A9-8C3600BF4FC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3251200" y="-165576"/>
              <a:ext cx="0" cy="137160"/>
            </a:xfrm>
            <a:prstGeom prst="line">
              <a:avLst/>
            </a:prstGeom>
            <a:ln w="3175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97BEECB8-6E26-BD06-398F-0B566BF9BBD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4008438" y="-165576"/>
              <a:ext cx="0" cy="137160"/>
            </a:xfrm>
            <a:prstGeom prst="line">
              <a:avLst/>
            </a:prstGeom>
            <a:ln w="3175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2CEE70E6-06A0-448E-5213-9F480BBB216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4237037" y="-165576"/>
              <a:ext cx="0" cy="137160"/>
            </a:xfrm>
            <a:prstGeom prst="line">
              <a:avLst/>
            </a:prstGeom>
            <a:ln w="3175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D99AAB26-4D5A-211F-CD30-4DF8B9DB561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4994275" y="-119856"/>
              <a:ext cx="0" cy="91440"/>
            </a:xfrm>
            <a:prstGeom prst="line">
              <a:avLst/>
            </a:prstGeom>
            <a:ln w="3175">
              <a:solidFill>
                <a:srgbClr val="B2B2B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C2193421-A7B5-60F1-885A-86D1AAD4C1A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5222874" y="-119856"/>
              <a:ext cx="0" cy="91440"/>
            </a:xfrm>
            <a:prstGeom prst="line">
              <a:avLst/>
            </a:prstGeom>
            <a:ln w="3175">
              <a:solidFill>
                <a:srgbClr val="B2B2B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AB5A5379-3BC9-60DA-11B7-BCC88BF6362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5980112" y="-165576"/>
              <a:ext cx="0" cy="137160"/>
            </a:xfrm>
            <a:prstGeom prst="line">
              <a:avLst/>
            </a:prstGeom>
            <a:ln w="3175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87343BE-0ACB-44CE-03AA-B3F4290A4B6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6210300" y="-165576"/>
              <a:ext cx="0" cy="137160"/>
            </a:xfrm>
            <a:prstGeom prst="line">
              <a:avLst/>
            </a:prstGeom>
            <a:ln w="3175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30D142D-B1E9-9CBF-97EF-00A42B7BC5F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6967538" y="-119856"/>
              <a:ext cx="0" cy="91440"/>
            </a:xfrm>
            <a:prstGeom prst="line">
              <a:avLst/>
            </a:prstGeom>
            <a:ln w="3175">
              <a:solidFill>
                <a:srgbClr val="B2B2B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732EA936-B37E-FA24-83D8-1DEE414B5F8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7196137" y="-119856"/>
              <a:ext cx="0" cy="91440"/>
            </a:xfrm>
            <a:prstGeom prst="line">
              <a:avLst/>
            </a:prstGeom>
            <a:ln w="3175">
              <a:solidFill>
                <a:srgbClr val="B2B2B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BE1C96A-624D-767C-6715-0D962329766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7953375" y="-165576"/>
              <a:ext cx="0" cy="137160"/>
            </a:xfrm>
            <a:prstGeom prst="line">
              <a:avLst/>
            </a:prstGeom>
            <a:ln w="3175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DBF0FBA6-1F05-149A-AD58-63F47436303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9169400" y="-165576"/>
              <a:ext cx="0" cy="137160"/>
            </a:xfrm>
            <a:prstGeom prst="line">
              <a:avLst/>
            </a:prstGeom>
            <a:ln w="3175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56C9AC2C-8889-C695-8160-7D43B07CBEBB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9926638" y="-119856"/>
              <a:ext cx="0" cy="91440"/>
            </a:xfrm>
            <a:prstGeom prst="line">
              <a:avLst/>
            </a:prstGeom>
            <a:ln w="3175">
              <a:solidFill>
                <a:srgbClr val="B2B2B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A3521B7C-5C33-9A4C-FBD4-E8303128C40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10156826" y="-119856"/>
              <a:ext cx="0" cy="91440"/>
            </a:xfrm>
            <a:prstGeom prst="line">
              <a:avLst/>
            </a:prstGeom>
            <a:ln w="3175">
              <a:solidFill>
                <a:srgbClr val="B2B2B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1597926-2F92-C2A6-EC39-92172371F51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10914064" y="-119856"/>
              <a:ext cx="0" cy="91440"/>
            </a:xfrm>
            <a:prstGeom prst="line">
              <a:avLst/>
            </a:prstGeom>
            <a:ln w="3175">
              <a:solidFill>
                <a:srgbClr val="B2B2B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1FE0C9B9-B779-6459-B1D3-0E89CB20C7A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11142663" y="-119856"/>
              <a:ext cx="0" cy="91440"/>
            </a:xfrm>
            <a:prstGeom prst="line">
              <a:avLst/>
            </a:prstGeom>
            <a:ln w="3175">
              <a:solidFill>
                <a:srgbClr val="B2B2B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7A92DD3-EDC2-277F-7A79-16F1FC1A8DD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11899901" y="-119856"/>
              <a:ext cx="0" cy="91440"/>
            </a:xfrm>
            <a:prstGeom prst="line">
              <a:avLst/>
            </a:prstGeom>
            <a:ln w="3175">
              <a:solidFill>
                <a:srgbClr val="B2B2B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59978F6-C812-F2EB-2011-738453334C4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8181975" y="-165576"/>
              <a:ext cx="0" cy="137160"/>
            </a:xfrm>
            <a:prstGeom prst="line">
              <a:avLst/>
            </a:prstGeom>
            <a:ln w="3175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74B9070-6CE7-2988-15D6-7BCD628C78A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8939213" y="-165576"/>
              <a:ext cx="0" cy="137160"/>
            </a:xfrm>
            <a:prstGeom prst="line">
              <a:avLst/>
            </a:prstGeom>
            <a:ln w="3175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Horizontal Markers Left">
            <a:extLst>
              <a:ext uri="{FF2B5EF4-FFF2-40B4-BE49-F238E27FC236}">
                <a16:creationId xmlns:a16="http://schemas.microsoft.com/office/drawing/2014/main" id="{2E8F5572-A6C5-0D61-4663-94740861ECFF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-118744" y="304484"/>
            <a:ext cx="91440" cy="5804216"/>
            <a:chOff x="-106044" y="304484"/>
            <a:chExt cx="91440" cy="5804216"/>
          </a:xfrm>
        </p:grpSpPr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52085DA4-FA3C-5517-7394-7B8C7198E8E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rot="5400000">
              <a:off x="-60324" y="258764"/>
              <a:ext cx="0" cy="91440"/>
            </a:xfrm>
            <a:prstGeom prst="line">
              <a:avLst/>
            </a:prstGeom>
            <a:ln w="3175">
              <a:solidFill>
                <a:srgbClr val="B2B2B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B73C6FFB-4043-5FA4-B1B9-8A2CD4468FD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rot="5400000">
              <a:off x="-60324" y="6062980"/>
              <a:ext cx="0" cy="91440"/>
            </a:xfrm>
            <a:prstGeom prst="line">
              <a:avLst/>
            </a:prstGeom>
            <a:ln w="3175">
              <a:solidFill>
                <a:srgbClr val="B2B2B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DE7F5164-5687-39B8-50AA-9C06AE869BD5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-106044" y="1219200"/>
              <a:ext cx="91440" cy="419100"/>
              <a:chOff x="-106044" y="1219200"/>
              <a:chExt cx="91440" cy="419100"/>
            </a:xfrm>
          </p:grpSpPr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6D174423-67A1-6BA0-F32A-B87768D85638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rot="5400000">
                <a:off x="-60324" y="1173480"/>
                <a:ext cx="0" cy="91440"/>
              </a:xfrm>
              <a:prstGeom prst="line">
                <a:avLst/>
              </a:prstGeom>
              <a:ln w="3175">
                <a:solidFill>
                  <a:srgbClr val="B2B2B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Connector 207">
                <a:extLst>
                  <a:ext uri="{FF2B5EF4-FFF2-40B4-BE49-F238E27FC236}">
                    <a16:creationId xmlns:a16="http://schemas.microsoft.com/office/drawing/2014/main" id="{DC407528-7F4C-9C51-0701-8674D84860B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rot="5400000">
                <a:off x="-60324" y="1592580"/>
                <a:ext cx="0" cy="91440"/>
              </a:xfrm>
              <a:prstGeom prst="line">
                <a:avLst/>
              </a:prstGeom>
              <a:ln w="3175">
                <a:solidFill>
                  <a:srgbClr val="B2B2B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744D8EC0-E0C8-6F33-8B33-9252682D5549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-106044" y="5676900"/>
              <a:ext cx="91440" cy="431800"/>
              <a:chOff x="-106044" y="1206500"/>
              <a:chExt cx="91440" cy="431800"/>
            </a:xfrm>
          </p:grpSpPr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EBDB6D67-47F1-2ACB-B15E-CF83680C2CC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rot="5400000">
                <a:off x="-60324" y="1160780"/>
                <a:ext cx="0" cy="91440"/>
              </a:xfrm>
              <a:prstGeom prst="line">
                <a:avLst/>
              </a:prstGeom>
              <a:ln w="3175">
                <a:solidFill>
                  <a:srgbClr val="B2B2B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A0172A1C-AD6A-BB6C-25B7-D91289B9E05E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rot="5400000">
                <a:off x="-60324" y="1592580"/>
                <a:ext cx="0" cy="91440"/>
              </a:xfrm>
              <a:prstGeom prst="line">
                <a:avLst/>
              </a:prstGeom>
              <a:ln w="3175">
                <a:solidFill>
                  <a:srgbClr val="B2B2B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4" name="Horizontal Markers Right">
            <a:extLst>
              <a:ext uri="{FF2B5EF4-FFF2-40B4-BE49-F238E27FC236}">
                <a16:creationId xmlns:a16="http://schemas.microsoft.com/office/drawing/2014/main" id="{0E15D8C4-ABC7-762F-EBD9-715AC935C45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 flipH="1">
            <a:off x="12222840" y="304484"/>
            <a:ext cx="91440" cy="5804216"/>
            <a:chOff x="-106044" y="304484"/>
            <a:chExt cx="91440" cy="5804216"/>
          </a:xfrm>
        </p:grpSpPr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337C811-4542-2EE7-A070-0A11F64823E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rot="5400000">
              <a:off x="-60324" y="258764"/>
              <a:ext cx="0" cy="91440"/>
            </a:xfrm>
            <a:prstGeom prst="line">
              <a:avLst/>
            </a:prstGeom>
            <a:ln w="3175">
              <a:solidFill>
                <a:srgbClr val="B2B2B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14A20C2E-8ED8-B0B7-BD57-C12A3BBCA50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rot="5400000">
              <a:off x="-60324" y="6062980"/>
              <a:ext cx="0" cy="91440"/>
            </a:xfrm>
            <a:prstGeom prst="line">
              <a:avLst/>
            </a:prstGeom>
            <a:ln w="3175">
              <a:solidFill>
                <a:srgbClr val="B2B2B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7" name="Group 216">
              <a:extLst>
                <a:ext uri="{FF2B5EF4-FFF2-40B4-BE49-F238E27FC236}">
                  <a16:creationId xmlns:a16="http://schemas.microsoft.com/office/drawing/2014/main" id="{64E99BCD-4B6B-8A77-3E7B-C8AE755D6FF5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-106044" y="1219200"/>
              <a:ext cx="91440" cy="419100"/>
              <a:chOff x="-106044" y="1219200"/>
              <a:chExt cx="91440" cy="419100"/>
            </a:xfrm>
          </p:grpSpPr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BDC21EB8-6195-9793-19F2-9F17FD159A22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rot="5400000">
                <a:off x="-60324" y="1173480"/>
                <a:ext cx="0" cy="91440"/>
              </a:xfrm>
              <a:prstGeom prst="line">
                <a:avLst/>
              </a:prstGeom>
              <a:ln w="3175">
                <a:solidFill>
                  <a:srgbClr val="B2B2B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1BEA6F92-D18B-7DDF-A672-BD40DB39AD4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rot="5400000">
                <a:off x="-60324" y="1592580"/>
                <a:ext cx="0" cy="91440"/>
              </a:xfrm>
              <a:prstGeom prst="line">
                <a:avLst/>
              </a:prstGeom>
              <a:ln w="3175">
                <a:solidFill>
                  <a:srgbClr val="B2B2B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A9963F1F-494E-ED48-2599-10F3CF79B8EC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-106044" y="5676900"/>
              <a:ext cx="91440" cy="431800"/>
              <a:chOff x="-106044" y="1206500"/>
              <a:chExt cx="91440" cy="431800"/>
            </a:xfrm>
          </p:grpSpPr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FD80CC2F-018A-E7FC-E743-CCA5B83720F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rot="5400000">
                <a:off x="-60324" y="1160780"/>
                <a:ext cx="0" cy="91440"/>
              </a:xfrm>
              <a:prstGeom prst="line">
                <a:avLst/>
              </a:prstGeom>
              <a:ln w="3175">
                <a:solidFill>
                  <a:srgbClr val="B2B2B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3100CA45-B775-276A-5A43-FE5A99346451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rot="5400000">
                <a:off x="-60324" y="1592580"/>
                <a:ext cx="0" cy="91440"/>
              </a:xfrm>
              <a:prstGeom prst="line">
                <a:avLst/>
              </a:prstGeom>
              <a:ln w="3175">
                <a:solidFill>
                  <a:srgbClr val="B2B2B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A64E6BD6-E07D-2B19-17C8-0FC0C2471E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495577" y="6485399"/>
            <a:ext cx="404321" cy="28295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3E04DF46-C0DC-4ADC-9A6F-918CC4703A4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pyright Line">
            <a:extLst>
              <a:ext uri="{FF2B5EF4-FFF2-40B4-BE49-F238E27FC236}">
                <a16:creationId xmlns:a16="http://schemas.microsoft.com/office/drawing/2014/main" id="{FE2C65CF-8B27-677A-7002-0C3FC6DBB22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167809" y="6526850"/>
            <a:ext cx="2268453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schemeClr val="tx1">
                    <a:lumMod val="40000"/>
                    <a:lumOff val="60000"/>
                  </a:schemeClr>
                </a:solidFill>
              </a:rPr>
              <a:t>© </a:t>
            </a:r>
            <a:fld id="{92E70860-886D-4303-B2B5-BD1295E1FD39}" type="datetimeyyyy">
              <a:rPr lang="en-US" sz="700" smtClean="0">
                <a:solidFill>
                  <a:schemeClr val="tx1">
                    <a:lumMod val="40000"/>
                    <a:lumOff val="60000"/>
                  </a:schemeClr>
                </a:solidFill>
              </a:rPr>
              <a:t>2025</a:t>
            </a:fld>
            <a:r>
              <a:rPr lang="en-US" sz="700">
                <a:solidFill>
                  <a:schemeClr val="tx1">
                    <a:lumMod val="40000"/>
                    <a:lumOff val="60000"/>
                  </a:schemeClr>
                </a:solidFill>
              </a:rPr>
              <a:t> Nielsen Consumer LLC. All Rights Reserved.</a:t>
            </a:r>
          </a:p>
        </p:txBody>
      </p:sp>
      <p:sp>
        <p:nvSpPr>
          <p:cNvPr id="23" name="Confidential disclaimer">
            <a:extLst>
              <a:ext uri="{FF2B5EF4-FFF2-40B4-BE49-F238E27FC236}">
                <a16:creationId xmlns:a16="http://schemas.microsoft.com/office/drawing/2014/main" id="{78A1FF65-2683-767F-2325-D99D81EAF5F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837949" y="6573016"/>
            <a:ext cx="1101264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120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Confidential and proprietary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5F70E08D-819F-1B99-D7F7-BEB0CF6E83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3686135" y="6490782"/>
            <a:ext cx="3538605" cy="282957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7CB195BE-558A-E9D1-BD0E-FE21F1324E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>
            <a:off x="2986740" y="6490782"/>
            <a:ext cx="640080" cy="28295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GB"/>
          </a:p>
        </p:txBody>
      </p:sp>
      <p:cxnSp>
        <p:nvCxnSpPr>
          <p:cNvPr id="50" name="Base Rule">
            <a:extLst>
              <a:ext uri="{FF2B5EF4-FFF2-40B4-BE49-F238E27FC236}">
                <a16:creationId xmlns:a16="http://schemas.microsoft.com/office/drawing/2014/main" id="{8F7DBEB2-D3D4-C8B5-3434-A00B1C2AA7E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292100" y="6395755"/>
            <a:ext cx="1160780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D708349F-2D5F-012D-30C6-BC9EF27CB8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>
          <a:xfrm>
            <a:off x="292100" y="1638300"/>
            <a:ext cx="11611336" cy="4038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Insert your copy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397E100-96BC-DBA8-0931-869A3CB0F6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292100" y="304800"/>
            <a:ext cx="11613314" cy="2655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Insert your slide title in Arial Bold 20pt</a:t>
            </a:r>
            <a:endParaRPr lang="en-GB"/>
          </a:p>
        </p:txBody>
      </p:sp>
      <p:pic>
        <p:nvPicPr>
          <p:cNvPr id="9" name="NIQ GFK Lockup" hidden="1">
            <a:extLst>
              <a:ext uri="{FF2B5EF4-FFF2-40B4-BE49-F238E27FC236}">
                <a16:creationId xmlns:a16="http://schemas.microsoft.com/office/drawing/2014/main" id="{820B2CC8-6A10-1A7D-AA80-20F852A365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292100" y="6489301"/>
            <a:ext cx="751570" cy="273007"/>
          </a:xfrm>
          <a:prstGeom prst="rect">
            <a:avLst/>
          </a:prstGeom>
        </p:spPr>
      </p:pic>
      <p:pic>
        <p:nvPicPr>
          <p:cNvPr id="16" name="NielsenIQ logo+wordmark (Orange)" descr="A black and orange sign with white text&#10;&#10;AI-generated content may be incorrect." hidden="1">
            <a:extLst>
              <a:ext uri="{FF2B5EF4-FFF2-40B4-BE49-F238E27FC236}">
                <a16:creationId xmlns:a16="http://schemas.microsoft.com/office/drawing/2014/main" id="{E2BF9480-CB28-F8E8-1524-254D2093AFA9}"/>
              </a:ext>
            </a:extLst>
          </p:cNvPr>
          <p:cNvPicPr/>
          <p:nvPr userDrawn="1"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29" y="6495551"/>
            <a:ext cx="748095" cy="271871"/>
          </a:xfrm>
          <a:prstGeom prst="rect">
            <a:avLst/>
          </a:prstGeom>
        </p:spPr>
      </p:pic>
      <p:pic>
        <p:nvPicPr>
          <p:cNvPr id="22" name="NielsenIQ logo+wordmark" descr="A blue text on a black background&#10;&#10;Description automatically generated" hidden="1">
            <a:extLst>
              <a:ext uri="{FF2B5EF4-FFF2-40B4-BE49-F238E27FC236}">
                <a16:creationId xmlns:a16="http://schemas.microsoft.com/office/drawing/2014/main" id="{40901A86-02E1-3B2F-FACD-729B5AB8CC91}"/>
              </a:ext>
            </a:extLst>
          </p:cNvPr>
          <p:cNvPicPr>
            <a:picLocks noChangeAspect="1"/>
          </p:cNvPicPr>
          <p:nvPr userDrawn="1"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30" y="6495154"/>
            <a:ext cx="781433" cy="269593"/>
          </a:xfrm>
          <a:prstGeom prst="rect">
            <a:avLst/>
          </a:prstGeom>
        </p:spPr>
      </p:pic>
      <p:pic>
        <p:nvPicPr>
          <p:cNvPr id="13" name="NIQ Logo (Orange)" hidden="1">
            <a:extLst>
              <a:ext uri="{FF2B5EF4-FFF2-40B4-BE49-F238E27FC236}">
                <a16:creationId xmlns:a16="http://schemas.microsoft.com/office/drawing/2014/main" id="{597A70D4-0E03-DB31-7FA6-E2AD4629383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292100" y="6495101"/>
            <a:ext cx="645459" cy="274320"/>
          </a:xfrm>
          <a:prstGeom prst="rect">
            <a:avLst/>
          </a:prstGeom>
        </p:spPr>
      </p:pic>
      <p:pic>
        <p:nvPicPr>
          <p:cNvPr id="11" name="NIQ Logo">
            <a:extLst>
              <a:ext uri="{FF2B5EF4-FFF2-40B4-BE49-F238E27FC236}">
                <a16:creationId xmlns:a16="http://schemas.microsoft.com/office/drawing/2014/main" id="{ACAE94BF-32EB-3237-6101-F4E7A582074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292100" y="6495101"/>
            <a:ext cx="645459" cy="274320"/>
          </a:xfrm>
          <a:prstGeom prst="rect">
            <a:avLst/>
          </a:prstGeom>
        </p:spPr>
      </p:pic>
      <p:pic>
        <p:nvPicPr>
          <p:cNvPr id="8" name="powered by GfK intelligence" descr="A close-up of a logo&#10;&#10;Description automatically generated" hidden="1">
            <a:extLst>
              <a:ext uri="{FF2B5EF4-FFF2-40B4-BE49-F238E27FC236}">
                <a16:creationId xmlns:a16="http://schemas.microsoft.com/office/drawing/2014/main" id="{8C5EA242-8FE9-C7A3-A565-68DCC2310B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654" y="6511173"/>
            <a:ext cx="1485425" cy="22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868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98" r:id="rId2"/>
    <p:sldLayoutId id="2147483675" r:id="rId3"/>
    <p:sldLayoutId id="2147483676" r:id="rId4"/>
    <p:sldLayoutId id="2147483693" r:id="rId5"/>
    <p:sldLayoutId id="2147483679" r:id="rId6"/>
    <p:sldLayoutId id="2147483678" r:id="rId7"/>
    <p:sldLayoutId id="2147483694" r:id="rId8"/>
    <p:sldLayoutId id="2147483720" r:id="rId9"/>
    <p:sldLayoutId id="2147483881" r:id="rId10"/>
    <p:sldLayoutId id="2147483882" r:id="rId11"/>
    <p:sldLayoutId id="2147483884" r:id="rId12"/>
    <p:sldLayoutId id="2147483885" r:id="rId13"/>
    <p:sldLayoutId id="2147483886" r:id="rId14"/>
    <p:sldLayoutId id="2147483887" r:id="rId15"/>
    <p:sldLayoutId id="2147483888" r:id="rId16"/>
    <p:sldLayoutId id="2147483889" r:id="rId17"/>
    <p:sldLayoutId id="2147483917" r:id="rId18"/>
    <p:sldLayoutId id="2147483890" r:id="rId19"/>
    <p:sldLayoutId id="2147483891" r:id="rId20"/>
    <p:sldLayoutId id="2147483892" r:id="rId21"/>
    <p:sldLayoutId id="2147483893" r:id="rId22"/>
    <p:sldLayoutId id="2147483894" r:id="rId23"/>
    <p:sldLayoutId id="2147483895" r:id="rId24"/>
    <p:sldLayoutId id="2147483896" r:id="rId25"/>
    <p:sldLayoutId id="2147483907" r:id="rId26"/>
    <p:sldLayoutId id="2147483908" r:id="rId27"/>
    <p:sldLayoutId id="2147483900" r:id="rId28"/>
    <p:sldLayoutId id="2147483909" r:id="rId29"/>
    <p:sldLayoutId id="2147483910" r:id="rId30"/>
    <p:sldLayoutId id="2147483911" r:id="rId31"/>
    <p:sldLayoutId id="2147483912" r:id="rId32"/>
    <p:sldLayoutId id="2147483913" r:id="rId33"/>
    <p:sldLayoutId id="2147483914" r:id="rId34"/>
    <p:sldLayoutId id="2147483915" r:id="rId35"/>
    <p:sldLayoutId id="2147483916" r:id="rId36"/>
    <p:sldLayoutId id="2147483918" r:id="rId37"/>
    <p:sldLayoutId id="2147483919" r:id="rId3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71450" algn="l" defTabSz="914400" rtl="0" eaLnBrk="1" latinLnBrk="0" hangingPunct="1">
        <a:lnSpc>
          <a:spcPct val="100000"/>
        </a:lnSpc>
        <a:spcBef>
          <a:spcPts val="800"/>
        </a:spcBef>
        <a:buClr>
          <a:schemeClr val="tx1"/>
        </a:buClr>
        <a:buFont typeface="Arial" panose="020B06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171450" algn="l" defTabSz="914400" rtl="0" eaLnBrk="1" latinLnBrk="0" hangingPunct="1">
        <a:lnSpc>
          <a:spcPct val="100000"/>
        </a:lnSpc>
        <a:spcBef>
          <a:spcPts val="7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85850" indent="-17145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17145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A4A3A4"/>
          </p15:clr>
        </p15:guide>
        <p15:guide id="2" pos="7680" userDrawn="1">
          <p15:clr>
            <a:srgbClr val="A4A3A4"/>
          </p15:clr>
        </p15:guide>
        <p15:guide id="3" pos="184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pos="7496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320" userDrawn="1">
          <p15:clr>
            <a:srgbClr val="A4A3A4"/>
          </p15:clr>
        </p15:guide>
        <p15:guide id="8" orient="horz" pos="192" userDrawn="1">
          <p15:clr>
            <a:srgbClr val="A4A3A4"/>
          </p15:clr>
        </p15:guide>
        <p15:guide id="9" orient="horz" pos="3968" userDrawn="1">
          <p15:clr>
            <a:srgbClr val="A4A3A4"/>
          </p15:clr>
        </p15:guide>
        <p15:guide id="10" orient="horz" pos="768" userDrawn="1">
          <p15:clr>
            <a:srgbClr val="A4A3A4"/>
          </p15:clr>
        </p15:guide>
        <p15:guide id="11" orient="horz" pos="3848" userDrawn="1">
          <p15:clr>
            <a:srgbClr val="A4A3A4"/>
          </p15:clr>
        </p15:guide>
        <p15:guide id="12" orient="horz" pos="1032" userDrawn="1">
          <p15:clr>
            <a:srgbClr val="A4A3A4"/>
          </p15:clr>
        </p15:guide>
        <p15:guide id="13" orient="horz" pos="3576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blue text on a white background&#10;&#10;AI-generated content may be incorrect.">
            <a:extLst>
              <a:ext uri="{FF2B5EF4-FFF2-40B4-BE49-F238E27FC236}">
                <a16:creationId xmlns:a16="http://schemas.microsoft.com/office/drawing/2014/main" id="{2411D2D2-6CB1-82AB-B5C2-0231EE28FC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9" r="14015" b="1"/>
          <a:stretch>
            <a:fillRect/>
          </a:stretch>
        </p:blipFill>
        <p:spPr>
          <a:xfrm>
            <a:off x="7465671" y="321957"/>
            <a:ext cx="4726329" cy="4924346"/>
          </a:xfrm>
          <a:custGeom>
            <a:avLst/>
            <a:gdLst>
              <a:gd name="connsiteX0" fmla="*/ 2462173 w 4726329"/>
              <a:gd name="connsiteY0" fmla="*/ 0 h 4924346"/>
              <a:gd name="connsiteX1" fmla="*/ 4627175 w 4726329"/>
              <a:gd name="connsiteY1" fmla="*/ 1288555 h 4924346"/>
              <a:gd name="connsiteX2" fmla="*/ 4726329 w 4726329"/>
              <a:gd name="connsiteY2" fmla="*/ 1494386 h 4924346"/>
              <a:gd name="connsiteX3" fmla="*/ 4726329 w 4726329"/>
              <a:gd name="connsiteY3" fmla="*/ 3429960 h 4924346"/>
              <a:gd name="connsiteX4" fmla="*/ 4627175 w 4726329"/>
              <a:gd name="connsiteY4" fmla="*/ 3635791 h 4924346"/>
              <a:gd name="connsiteX5" fmla="*/ 2462173 w 4726329"/>
              <a:gd name="connsiteY5" fmla="*/ 4924346 h 4924346"/>
              <a:gd name="connsiteX6" fmla="*/ 0 w 4726329"/>
              <a:gd name="connsiteY6" fmla="*/ 2462173 h 4924346"/>
              <a:gd name="connsiteX7" fmla="*/ 2462173 w 4726329"/>
              <a:gd name="connsiteY7" fmla="*/ 0 h 4924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26329" h="4924346">
                <a:moveTo>
                  <a:pt x="2462173" y="0"/>
                </a:moveTo>
                <a:cubicBezTo>
                  <a:pt x="3397050" y="0"/>
                  <a:pt x="4210233" y="521034"/>
                  <a:pt x="4627175" y="1288555"/>
                </a:cubicBezTo>
                <a:lnTo>
                  <a:pt x="4726329" y="1494386"/>
                </a:lnTo>
                <a:lnTo>
                  <a:pt x="4726329" y="3429960"/>
                </a:lnTo>
                <a:lnTo>
                  <a:pt x="4627175" y="3635791"/>
                </a:lnTo>
                <a:cubicBezTo>
                  <a:pt x="4210233" y="4403313"/>
                  <a:pt x="3397050" y="4924346"/>
                  <a:pt x="2462173" y="4924346"/>
                </a:cubicBezTo>
                <a:cubicBezTo>
                  <a:pt x="1102352" y="4924346"/>
                  <a:pt x="0" y="3821994"/>
                  <a:pt x="0" y="2462173"/>
                </a:cubicBezTo>
                <a:cubicBezTo>
                  <a:pt x="0" y="1102352"/>
                  <a:pt x="1102352" y="0"/>
                  <a:pt x="2462173" y="0"/>
                </a:cubicBezTo>
                <a:close/>
              </a:path>
            </a:pathLst>
          </a:custGeom>
          <a:noFill/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3B2873-8DF5-6320-F100-5F92BF7BD0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2100" y="4560602"/>
            <a:ext cx="6689728" cy="34438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600" b="1"/>
              <a:t>OMNI US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1A31244-39CD-FA3A-4069-F203EAA698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2100" y="4192468"/>
            <a:ext cx="6689728" cy="344384"/>
          </a:xfrm>
        </p:spPr>
        <p:txBody>
          <a:bodyPr anchor="b">
            <a:noAutofit/>
          </a:bodyPr>
          <a:lstStyle/>
          <a:p>
            <a:pPr>
              <a:spcAft>
                <a:spcPts val="600"/>
              </a:spcAft>
            </a:pPr>
            <a:r>
              <a:rPr lang="en-US" sz="2400"/>
              <a:t>Logeshwaran, Bharath Kumar, Aakash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CE05B04-2900-1121-53EA-2696E1C784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101" y="3114710"/>
            <a:ext cx="4434230" cy="83788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3200" b="1"/>
              <a:t>Team: Data Dudes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89D8BEE-32EF-153C-B224-E030BAE375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101" y="654818"/>
            <a:ext cx="5508932" cy="2387600"/>
          </a:xfrm>
        </p:spPr>
        <p:txBody>
          <a:bodyPr anchor="b">
            <a:normAutofit/>
          </a:bodyPr>
          <a:lstStyle/>
          <a:p>
            <a:r>
              <a:rPr lang="en-US"/>
              <a:t>Real-Time </a:t>
            </a:r>
            <a:br>
              <a:rPr lang="en-US"/>
            </a:br>
            <a:r>
              <a:rPr lang="en-US"/>
              <a:t>Reassignment of </a:t>
            </a:r>
            <a:br>
              <a:rPr lang="en-US"/>
            </a:br>
            <a:r>
              <a:rPr lang="en-US"/>
              <a:t>Audit Instruction</a:t>
            </a:r>
          </a:p>
        </p:txBody>
      </p:sp>
    </p:spTree>
    <p:extLst>
      <p:ext uri="{BB962C8B-B14F-4D97-AF65-F5344CB8AC3E}">
        <p14:creationId xmlns:p14="http://schemas.microsoft.com/office/powerpoint/2010/main" val="1022464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1B7339-74AD-DAA1-8652-B92C52017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5577" y="6485399"/>
            <a:ext cx="404321" cy="28295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E04DF46-C0DC-4ADC-9A6F-918CC4703A43}" type="slidenum">
              <a:rPr lang="en-GB" smtClean="0"/>
              <a:pPr>
                <a:spcAft>
                  <a:spcPts val="600"/>
                </a:spcAft>
              </a:pPr>
              <a:t>2</a:t>
            </a:fld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C89C0B4-A57F-6209-C6AD-24C336507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2329543"/>
            <a:ext cx="3757386" cy="1454830"/>
          </a:xfrm>
        </p:spPr>
        <p:txBody>
          <a:bodyPr anchor="b">
            <a:normAutofit/>
          </a:bodyPr>
          <a:lstStyle/>
          <a:p>
            <a:r>
              <a:rPr lang="en-US" sz="5400"/>
              <a:t>Overview</a:t>
            </a:r>
            <a:endParaRPr lang="en-IN" sz="5400"/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B2712E4A-A2F4-5AAA-DBA8-14B96E33E7D8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3069992896"/>
              </p:ext>
            </p:extLst>
          </p:nvPr>
        </p:nvGraphicFramePr>
        <p:xfrm>
          <a:off x="4237038" y="1219200"/>
          <a:ext cx="7662862" cy="4457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5315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">
            <a:extLst>
              <a:ext uri="{FF2B5EF4-FFF2-40B4-BE49-F238E27FC236}">
                <a16:creationId xmlns:a16="http://schemas.microsoft.com/office/drawing/2014/main" id="{AA80F8DB-CA20-8C1F-47E1-05CCB16E8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5577" y="6485399"/>
            <a:ext cx="404321" cy="282957"/>
          </a:xfrm>
        </p:spPr>
        <p:txBody>
          <a:bodyPr/>
          <a:lstStyle/>
          <a:p>
            <a:pPr>
              <a:spcAft>
                <a:spcPts val="600"/>
              </a:spcAft>
            </a:pPr>
            <a:fld id="{3E04DF46-C0DC-4ADC-9A6F-918CC4703A43}" type="slidenum">
              <a:rPr lang="en-GB" smtClean="0"/>
              <a:pPr>
                <a:spcAft>
                  <a:spcPts val="600"/>
                </a:spcAft>
              </a:pPr>
              <a:t>3</a:t>
            </a:fld>
            <a:endParaRPr lang="en-GB"/>
          </a:p>
        </p:txBody>
      </p:sp>
      <p:pic>
        <p:nvPicPr>
          <p:cNvPr id="12" name="Picture 11" descr="A person holding a sign&#10;&#10;AI-generated content may be incorrect.">
            <a:extLst>
              <a:ext uri="{FF2B5EF4-FFF2-40B4-BE49-F238E27FC236}">
                <a16:creationId xmlns:a16="http://schemas.microsoft.com/office/drawing/2014/main" id="{C3EF4BBD-A004-354D-8E5E-152E4136BF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0" r="-1" b="11539"/>
          <a:stretch>
            <a:fillRect/>
          </a:stretch>
        </p:blipFill>
        <p:spPr>
          <a:xfrm>
            <a:off x="5497285" y="3352800"/>
            <a:ext cx="4904291" cy="2852963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BD05E-6F7B-9384-381B-42BC22707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098" y="2955364"/>
            <a:ext cx="3409043" cy="2744900"/>
          </a:xfrm>
        </p:spPr>
        <p:txBody>
          <a:bodyPr vert="horz" lIns="0" tIns="0" rIns="0" bIns="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 kern="1200" dirty="0">
                <a:latin typeface="+mn-lt"/>
                <a:ea typeface="+mn-ea"/>
                <a:cs typeface="+mn-cs"/>
              </a:rPr>
              <a:t>Auditors assigned to locations via fixed plans </a:t>
            </a:r>
          </a:p>
          <a:p>
            <a:pPr>
              <a:lnSpc>
                <a:spcPct val="90000"/>
              </a:lnSpc>
            </a:pPr>
            <a:r>
              <a:rPr lang="en-US" sz="1600" kern="1200" dirty="0">
                <a:latin typeface="+mn-lt"/>
                <a:ea typeface="+mn-ea"/>
                <a:cs typeface="+mn-cs"/>
              </a:rPr>
              <a:t>Disruptions (store closures, auditor unavailability, ownership changes) are common </a:t>
            </a:r>
          </a:p>
          <a:p>
            <a:pPr>
              <a:lnSpc>
                <a:spcPct val="90000"/>
              </a:lnSpc>
            </a:pPr>
            <a:r>
              <a:rPr lang="en-US" sz="1600" kern="1200" dirty="0">
                <a:latin typeface="+mn-lt"/>
                <a:ea typeface="+mn-ea"/>
                <a:cs typeface="+mn-cs"/>
              </a:rPr>
              <a:t>Current process is manual, reactive, and time-consuming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CF11644-E5BB-96B6-60D4-1D98B124B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099" y="210905"/>
            <a:ext cx="3409043" cy="2401887"/>
          </a:xfr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Challenge Overview</a:t>
            </a:r>
          </a:p>
        </p:txBody>
      </p:sp>
      <p:pic>
        <p:nvPicPr>
          <p:cNvPr id="14" name="Picture 13" descr="A person holding a book&#10;&#10;AI-generated content may be incorrect.">
            <a:extLst>
              <a:ext uri="{FF2B5EF4-FFF2-40B4-BE49-F238E27FC236}">
                <a16:creationId xmlns:a16="http://schemas.microsoft.com/office/drawing/2014/main" id="{B27C5CD3-D247-596C-99E5-214FCC4FE3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7285" y="121977"/>
            <a:ext cx="4865915" cy="273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573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5C0962-B279-4AFD-427E-49FB151DD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5577" y="6485399"/>
            <a:ext cx="404321" cy="28295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E04DF46-C0DC-4ADC-9A6F-918CC4703A43}" type="slidenum">
              <a:rPr lang="en-GB" smtClean="0"/>
              <a:pPr>
                <a:spcAft>
                  <a:spcPts val="600"/>
                </a:spcAft>
              </a:pPr>
              <a:t>4</a:t>
            </a:fld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C5F79F5-0918-2E53-9364-8F31547DC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338943"/>
            <a:ext cx="3409043" cy="2401887"/>
          </a:xfrm>
        </p:spPr>
        <p:txBody>
          <a:bodyPr anchor="b">
            <a:normAutofit/>
          </a:bodyPr>
          <a:lstStyle/>
          <a:p>
            <a:r>
              <a:rPr lang="en-US"/>
              <a:t>Pain Points</a:t>
            </a:r>
            <a:endParaRPr lang="en-IN"/>
          </a:p>
        </p:txBody>
      </p:sp>
      <p:graphicFrame>
        <p:nvGraphicFramePr>
          <p:cNvPr id="8" name="Text Placeholder 4">
            <a:extLst>
              <a:ext uri="{FF2B5EF4-FFF2-40B4-BE49-F238E27FC236}">
                <a16:creationId xmlns:a16="http://schemas.microsoft.com/office/drawing/2014/main" id="{2EA91036-8301-601E-D212-20FF1BA38F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0267246"/>
              </p:ext>
            </p:extLst>
          </p:nvPr>
        </p:nvGraphicFramePr>
        <p:xfrm>
          <a:off x="4237038" y="1219200"/>
          <a:ext cx="7662862" cy="4457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1586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99DCE2-03BC-42D5-A1F2-AAD26C804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5577" y="6485399"/>
            <a:ext cx="404321" cy="28295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E04DF46-C0DC-4ADC-9A6F-918CC4703A43}" type="slidenum">
              <a:rPr lang="en-GB" smtClean="0"/>
              <a:pPr>
                <a:spcAft>
                  <a:spcPts val="600"/>
                </a:spcAft>
              </a:pPr>
              <a:t>5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273F62-CAC4-8CC6-2C80-32CFBC204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100" y="3945964"/>
            <a:ext cx="3409043" cy="150018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Challenges in Current Process: Manual reassignment loads to delays, inefficiencies and data inconsistencies.</a:t>
            </a:r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B4C5B4C-9E41-3329-1E37-31B27AA63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219200"/>
            <a:ext cx="3409043" cy="2401887"/>
          </a:xfrm>
        </p:spPr>
        <p:txBody>
          <a:bodyPr anchor="b">
            <a:normAutofit/>
          </a:bodyPr>
          <a:lstStyle/>
          <a:p>
            <a:r>
              <a:rPr lang="en-US" sz="3100" dirty="0"/>
              <a:t>Objective: Enable dynamic reassignment of audit plan during disruptions </a:t>
            </a:r>
            <a:endParaRPr lang="en-IN" sz="3100" dirty="0"/>
          </a:p>
        </p:txBody>
      </p:sp>
      <p:graphicFrame>
        <p:nvGraphicFramePr>
          <p:cNvPr id="16" name="Rectangle 1">
            <a:extLst>
              <a:ext uri="{FF2B5EF4-FFF2-40B4-BE49-F238E27FC236}">
                <a16:creationId xmlns:a16="http://schemas.microsoft.com/office/drawing/2014/main" id="{1AD3BE7A-EE5A-DF17-A2CA-839973C2EFB1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790391715"/>
              </p:ext>
            </p:extLst>
          </p:nvPr>
        </p:nvGraphicFramePr>
        <p:xfrm>
          <a:off x="4237038" y="1219200"/>
          <a:ext cx="7662862" cy="4457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91769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DBFC87-7EFF-2456-3C0C-9F6B7AE8A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5577" y="6485399"/>
            <a:ext cx="404321" cy="28295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E04DF46-C0DC-4ADC-9A6F-918CC4703A43}" type="slidenum">
              <a:rPr lang="en-GB" smtClean="0"/>
              <a:pPr>
                <a:spcAft>
                  <a:spcPts val="600"/>
                </a:spcAft>
              </a:pPr>
              <a:t>6</a:t>
            </a:fld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30D55A7-CC4A-E430-4BC8-5D7951D2A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74" y="2247106"/>
            <a:ext cx="3409043" cy="2401887"/>
          </a:xfrm>
        </p:spPr>
        <p:txBody>
          <a:bodyPr anchor="b">
            <a:normAutofit/>
          </a:bodyPr>
          <a:lstStyle/>
          <a:p>
            <a:r>
              <a:rPr lang="en-US" sz="2800" dirty="0"/>
              <a:t>Tech Stack:</a:t>
            </a:r>
            <a:br>
              <a:rPr lang="en-US" sz="2800" dirty="0"/>
            </a:br>
            <a:r>
              <a:rPr lang="en-US" sz="2800" dirty="0"/>
              <a:t>Backed: Java, Spring Boot, PostgreSQL</a:t>
            </a:r>
            <a:br>
              <a:rPr lang="en-US" sz="2800" dirty="0"/>
            </a:br>
            <a:r>
              <a:rPr lang="en-US" sz="2800" dirty="0"/>
              <a:t>Frontend: Streamlit</a:t>
            </a:r>
            <a:br>
              <a:rPr lang="en-US" sz="2800" dirty="0"/>
            </a:br>
            <a:endParaRPr lang="en-IN" sz="2800" dirty="0"/>
          </a:p>
        </p:txBody>
      </p:sp>
      <p:graphicFrame>
        <p:nvGraphicFramePr>
          <p:cNvPr id="8" name="Text Placeholder 4">
            <a:extLst>
              <a:ext uri="{FF2B5EF4-FFF2-40B4-BE49-F238E27FC236}">
                <a16:creationId xmlns:a16="http://schemas.microsoft.com/office/drawing/2014/main" id="{A09C30C6-7583-885E-7395-E1A561B99F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6005900"/>
              </p:ext>
            </p:extLst>
          </p:nvPr>
        </p:nvGraphicFramePr>
        <p:xfrm>
          <a:off x="4237038" y="1219200"/>
          <a:ext cx="7662862" cy="4457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8769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59849D-31FE-2097-A28E-3C28D8D74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5577" y="6485399"/>
            <a:ext cx="404321" cy="28295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E04DF46-C0DC-4ADC-9A6F-918CC4703A43}" type="slidenum">
              <a:rPr lang="en-GB" smtClean="0"/>
              <a:pPr>
                <a:spcAft>
                  <a:spcPts val="600"/>
                </a:spcAft>
              </a:pPr>
              <a:t>7</a:t>
            </a:fld>
            <a:endParaRPr lang="en-GB"/>
          </a:p>
        </p:txBody>
      </p:sp>
      <p:pic>
        <p:nvPicPr>
          <p:cNvPr id="17" name="Picture 16" descr="A diagram of a program&#10;&#10;AI-generated content may be incorrect.">
            <a:extLst>
              <a:ext uri="{FF2B5EF4-FFF2-40B4-BE49-F238E27FC236}">
                <a16:creationId xmlns:a16="http://schemas.microsoft.com/office/drawing/2014/main" id="{83890079-A738-794A-F221-65CB840EB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287" y="1198958"/>
            <a:ext cx="10156370" cy="4826285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7BEB9A-84DC-E6FE-BCA0-B4797F1343C2}"/>
              </a:ext>
            </a:extLst>
          </p:cNvPr>
          <p:cNvSpPr txBox="1"/>
          <p:nvPr/>
        </p:nvSpPr>
        <p:spPr>
          <a:xfrm>
            <a:off x="3853543" y="190875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endParaRPr lang="en-IN" sz="1600" dirty="0"/>
          </a:p>
        </p:txBody>
      </p:sp>
      <p:sp>
        <p:nvSpPr>
          <p:cNvPr id="23" name="Title 5">
            <a:extLst>
              <a:ext uri="{FF2B5EF4-FFF2-40B4-BE49-F238E27FC236}">
                <a16:creationId xmlns:a16="http://schemas.microsoft.com/office/drawing/2014/main" id="{6B3E2AFE-22EA-6F7B-3ED4-43F997678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8846" y="362506"/>
            <a:ext cx="3438078" cy="470251"/>
          </a:xfrm>
        </p:spPr>
        <p:txBody>
          <a:bodyPr anchor="t">
            <a:noAutofit/>
          </a:bodyPr>
          <a:lstStyle/>
          <a:p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POST Method</a:t>
            </a:r>
          </a:p>
        </p:txBody>
      </p:sp>
    </p:spTree>
    <p:extLst>
      <p:ext uri="{BB962C8B-B14F-4D97-AF65-F5344CB8AC3E}">
        <p14:creationId xmlns:p14="http://schemas.microsoft.com/office/powerpoint/2010/main" val="769703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7072F-2D35-F132-80B8-9318433C2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FE25D0-65C5-6C32-C98D-CCEAB1E9C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5577" y="6485399"/>
            <a:ext cx="404321" cy="28295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E04DF46-C0DC-4ADC-9A6F-918CC4703A43}" type="slidenum">
              <a:rPr lang="en-GB" smtClean="0"/>
              <a:pPr>
                <a:spcAft>
                  <a:spcPts val="600"/>
                </a:spcAft>
              </a:pPr>
              <a:t>8</a:t>
            </a:fld>
            <a:endParaRPr lang="en-GB"/>
          </a:p>
        </p:txBody>
      </p:sp>
      <p:pic>
        <p:nvPicPr>
          <p:cNvPr id="4" name="Picture 3" descr="A diagram of a software application&#10;&#10;AI-generated content may be incorrect.">
            <a:extLst>
              <a:ext uri="{FF2B5EF4-FFF2-40B4-BE49-F238E27FC236}">
                <a16:creationId xmlns:a16="http://schemas.microsoft.com/office/drawing/2014/main" id="{B0814477-AF59-9AF1-3716-1C6FE99D90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00" y="1981113"/>
            <a:ext cx="11607798" cy="3352973"/>
          </a:xfrm>
          <a:prstGeom prst="rect">
            <a:avLst/>
          </a:prstGeom>
          <a:noFill/>
        </p:spPr>
      </p:pic>
      <p:sp>
        <p:nvSpPr>
          <p:cNvPr id="22" name="Title 5">
            <a:extLst>
              <a:ext uri="{FF2B5EF4-FFF2-40B4-BE49-F238E27FC236}">
                <a16:creationId xmlns:a16="http://schemas.microsoft.com/office/drawing/2014/main" id="{7432B5DB-515E-99E8-A0D5-F51932634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8846" y="505104"/>
            <a:ext cx="3438078" cy="470251"/>
          </a:xfrm>
        </p:spPr>
        <p:txBody>
          <a:bodyPr anchor="t">
            <a:noAutofit/>
          </a:bodyPr>
          <a:lstStyle/>
          <a:p>
            <a:r>
              <a:rPr lang="en-US" sz="3200">
                <a:solidFill>
                  <a:schemeClr val="tx1">
                    <a:lumMod val="50000"/>
                  </a:schemeClr>
                </a:solidFill>
              </a:rPr>
              <a:t>PUT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 Method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B07CAF-8271-6584-5EBD-32C96DE7D10B}"/>
              </a:ext>
            </a:extLst>
          </p:cNvPr>
          <p:cNvSpPr txBox="1"/>
          <p:nvPr/>
        </p:nvSpPr>
        <p:spPr>
          <a:xfrm>
            <a:off x="3853543" y="190875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973395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4ED807-F4F5-D2A3-5E7B-AC994CF50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79526"/>
            <a:ext cx="7121979" cy="849474"/>
          </a:xfrm>
        </p:spPr>
        <p:txBody>
          <a:bodyPr anchor="b">
            <a:normAutofit/>
          </a:bodyPr>
          <a:lstStyle/>
          <a:p>
            <a:r>
              <a:rPr lang="en-US" sz="5400"/>
              <a:t>Application Demo</a:t>
            </a:r>
            <a:endParaRPr lang="en-IN" sz="5400"/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5455BEE7-4594-D5FB-D33E-F21D3AFA1B2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95577" y="6485399"/>
            <a:ext cx="404321" cy="28295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E04DF46-C0DC-4ADC-9A6F-918CC4703A43}" type="slidenum">
              <a:rPr lang="en-GB" smtClean="0"/>
              <a:pPr>
                <a:spcAft>
                  <a:spcPts val="600"/>
                </a:spcAft>
              </a:pPr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3569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C1243A-C74F-6302-E4A0-A69925586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5577" y="6485399"/>
            <a:ext cx="404321" cy="28295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E04DF46-C0DC-4ADC-9A6F-918CC4703A43}" type="slidenum">
              <a:rPr lang="en-GB" smtClean="0"/>
              <a:pPr>
                <a:spcAft>
                  <a:spcPts val="600"/>
                </a:spcAft>
              </a:pPr>
              <a:t>10</a:t>
            </a:fld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AD9C0B6-44FF-F00E-5285-F3E572A9B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219200"/>
            <a:ext cx="3409043" cy="2401887"/>
          </a:xfrm>
        </p:spPr>
        <p:txBody>
          <a:bodyPr anchor="b">
            <a:normAutofit/>
          </a:bodyPr>
          <a:lstStyle/>
          <a:p>
            <a:r>
              <a:rPr lang="en-US" dirty="0"/>
              <a:t>Future Updates</a:t>
            </a:r>
            <a:endParaRPr lang="en-IN" dirty="0"/>
          </a:p>
        </p:txBody>
      </p:sp>
      <p:graphicFrame>
        <p:nvGraphicFramePr>
          <p:cNvPr id="38" name="Rectangle 2">
            <a:extLst>
              <a:ext uri="{FF2B5EF4-FFF2-40B4-BE49-F238E27FC236}">
                <a16:creationId xmlns:a16="http://schemas.microsoft.com/office/drawing/2014/main" id="{99396149-3828-8C92-AF03-43D7347A4B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8256378"/>
              </p:ext>
            </p:extLst>
          </p:nvPr>
        </p:nvGraphicFramePr>
        <p:xfrm>
          <a:off x="4237038" y="1219200"/>
          <a:ext cx="7662862" cy="4457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4284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D114CDC-F8E7-25C5-0117-4A2268F42A8A}"/>
              </a:ext>
            </a:extLst>
          </p:cNvPr>
          <p:cNvSpPr txBox="1"/>
          <p:nvPr/>
        </p:nvSpPr>
        <p:spPr>
          <a:xfrm>
            <a:off x="377048" y="2097513"/>
            <a:ext cx="8642082" cy="1331487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90478818"/>
      </p:ext>
    </p:extLst>
  </p:cSld>
  <p:clrMapOvr>
    <a:masterClrMapping/>
  </p:clrMapOvr>
</p:sld>
</file>

<file path=ppt/theme/theme1.xml><?xml version="1.0" encoding="utf-8"?>
<a:theme xmlns:a="http://schemas.openxmlformats.org/drawingml/2006/main" name="NIQ Theme">
  <a:themeElements>
    <a:clrScheme name="Custom 24">
      <a:dk1>
        <a:srgbClr val="555555"/>
      </a:dk1>
      <a:lt1>
        <a:srgbClr val="FFFFFF"/>
      </a:lt1>
      <a:dk2>
        <a:srgbClr val="060A45"/>
      </a:dk2>
      <a:lt2>
        <a:srgbClr val="FFFFFF"/>
      </a:lt2>
      <a:accent1>
        <a:srgbClr val="2C6DF6"/>
      </a:accent1>
      <a:accent2>
        <a:srgbClr val="31D1FF"/>
      </a:accent2>
      <a:accent3>
        <a:srgbClr val="EF5F17"/>
      </a:accent3>
      <a:accent4>
        <a:srgbClr val="59AD00"/>
      </a:accent4>
      <a:accent5>
        <a:srgbClr val="EF5890"/>
      </a:accent5>
      <a:accent6>
        <a:srgbClr val="FFB500"/>
      </a:accent6>
      <a:hlink>
        <a:srgbClr val="2C6DF6"/>
      </a:hlink>
      <a:folHlink>
        <a:srgbClr val="2C6DF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0" tIns="0" rIns="0" bIns="0" rtlCol="0" anchor="ctr"/>
      <a:lstStyle>
        <a:defPPr algn="ctr"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noFill/>
        <a:ln w="9525" cap="flat" cmpd="sng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defRPr sz="1600" dirty="0" smtClean="0"/>
        </a:defPPr>
      </a:lstStyle>
    </a:txDef>
  </a:objectDefaults>
  <a:extraClrSchemeLst/>
  <a:custClrLst>
    <a:custClr name="Chart Violet">
      <a:srgbClr val="675895"/>
    </a:custClr>
    <a:custClr name="Chart Blue">
      <a:srgbClr val="4697E2"/>
    </a:custClr>
    <a:custClr name="Chart Pink">
      <a:srgbClr val="CB4B7A"/>
    </a:custClr>
    <a:custClr name="Chart Yellow">
      <a:srgbClr val="FFB500"/>
    </a:custClr>
    <a:custClr name="Chart Navy">
      <a:srgbClr val="204188"/>
    </a:custClr>
    <a:custClr name="Chart Orange">
      <a:srgbClr val="F06E2D"/>
    </a:custClr>
    <a:custClr name="Chart Green">
      <a:srgbClr val="03A577"/>
    </a:custClr>
    <a:custClr name="Chart Sapphire">
      <a:srgbClr val="3265D2"/>
    </a:custClr>
    <a:custClr name="Chart Terracotta">
      <a:srgbClr val="CA5113"/>
    </a:custClr>
    <a:custClr name="Chart Forest">
      <a:srgbClr val="0C644A"/>
    </a:custClr>
    <a:custClr name="Chart Lavender">
      <a:srgbClr val="A082F3"/>
    </a:custClr>
    <a:custClr name="Chart Sand">
      <a:srgbClr val="B37F01"/>
    </a:custClr>
    <a:custClr name="Chart Mulberry">
      <a:srgbClr val="83304E"/>
    </a:custClr>
    <a:custClr name="Chart Turquoise">
      <a:srgbClr val="23A9B2"/>
    </a:custClr>
    <a:custClr name="Chart Midnight">
      <a:srgbClr val="292D5F"/>
    </a:custClr>
    <a:custClr name="Chart Fern">
      <a:srgbClr val="4D9300"/>
    </a:custClr>
    <a:custClr name="spacer">
      <a:srgbClr val="FFFFFF"/>
    </a:custClr>
    <a:custClr name="spacer">
      <a:srgbClr val="FFFFFF"/>
    </a:custClr>
    <a:custClr name="spacer">
      <a:srgbClr val="FFFFFF"/>
    </a:custClr>
    <a:custClr name="spacer">
      <a:srgbClr val="FFFFFF"/>
    </a:custClr>
    <a:custClr name="Threshold Positive">
      <a:srgbClr val="008A28"/>
    </a:custClr>
    <a:custClr name="Threshold Positive Subtle">
      <a:srgbClr val="E6E6E6"/>
    </a:custClr>
    <a:custClr name="Threshold Negative">
      <a:srgbClr val="AA213F"/>
    </a:custClr>
    <a:custClr name="Threshold Negative Subtle">
      <a:srgbClr val="F2DEE2"/>
    </a:custClr>
    <a:custClr name="Threshold Neutral">
      <a:srgbClr val="8C8C8C"/>
    </a:custClr>
    <a:custClr name="Threshold Neutral Subtle">
      <a:srgbClr val="E6E6E6"/>
    </a:custClr>
  </a:custClrLst>
  <a:extLst>
    <a:ext uri="{05A4C25C-085E-4340-85A3-A5531E510DB2}">
      <thm15:themeFamily xmlns:thm15="http://schemas.microsoft.com/office/thememl/2012/main" name="Office Theme" id="{31C12076-F06A-484B-B321-324C4288A3F6}" vid="{ADE2F160-FD49-47F0-8061-011A7B75735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8C08E14-095F-214B-97C7-BCABF4271464}">
  <we:reference id="d2164860-9689-45e3-a1e5-90c76032056e" version="2.0.0.4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5e2ffda-193f-4772-b3a7-0dcee2442230" xsi:nil="true"/>
    <lcf76f155ced4ddcb4097134ff3c332f xmlns="044e9cb4-66f6-41a7-8131-d5779e7e44b1">
      <Terms xmlns="http://schemas.microsoft.com/office/infopath/2007/PartnerControls"/>
    </lcf76f155ced4ddcb4097134ff3c332f>
    <Ref xmlns="044e9cb4-66f6-41a7-8131-d5779e7e44b1" xsi:nil="true"/>
    <ClientFileRound xmlns="044e9cb4-66f6-41a7-8131-d5779e7e44b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037A45816A5545B7D0959A01FB021E" ma:contentTypeVersion="16" ma:contentTypeDescription="Create a new document." ma:contentTypeScope="" ma:versionID="77e228c193378f6a38fba0a97efecc4d">
  <xsd:schema xmlns:xsd="http://www.w3.org/2001/XMLSchema" xmlns:xs="http://www.w3.org/2001/XMLSchema" xmlns:p="http://schemas.microsoft.com/office/2006/metadata/properties" xmlns:ns2="044e9cb4-66f6-41a7-8131-d5779e7e44b1" xmlns:ns3="a5e2ffda-193f-4772-b3a7-0dcee2442230" targetNamespace="http://schemas.microsoft.com/office/2006/metadata/properties" ma:root="true" ma:fieldsID="0dd794727f00f3779ec3097f13834492" ns2:_="" ns3:_="">
    <xsd:import namespace="044e9cb4-66f6-41a7-8131-d5779e7e44b1"/>
    <xsd:import namespace="a5e2ffda-193f-4772-b3a7-0dcee2442230"/>
    <xsd:element name="properties">
      <xsd:complexType>
        <xsd:sequence>
          <xsd:element name="documentManagement">
            <xsd:complexType>
              <xsd:all>
                <xsd:element ref="ns2:ClientFileRound" minOccurs="0"/>
                <xsd:element ref="ns2:Ref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4e9cb4-66f6-41a7-8131-d5779e7e44b1" elementFormDefault="qualified">
    <xsd:import namespace="http://schemas.microsoft.com/office/2006/documentManagement/types"/>
    <xsd:import namespace="http://schemas.microsoft.com/office/infopath/2007/PartnerControls"/>
    <xsd:element name="ClientFileRound" ma:index="8" nillable="true" ma:displayName="Client File Round" ma:format="Dropdown" ma:internalName="ClientFileRound">
      <xsd:simpleType>
        <xsd:restriction base="dms:Choice">
          <xsd:enumeration value="SG01"/>
          <xsd:enumeration value="SG02"/>
          <xsd:enumeration value="SG03"/>
          <xsd:enumeration value="SG04"/>
          <xsd:enumeration value="SG05"/>
          <xsd:enumeration value="SG06"/>
          <xsd:enumeration value="SG07"/>
          <xsd:enumeration value="SG08"/>
          <xsd:enumeration value="SG09"/>
          <xsd:enumeration value="SG10"/>
          <xsd:enumeration value="SG11"/>
          <xsd:enumeration value="SG12"/>
        </xsd:restriction>
      </xsd:simpleType>
    </xsd:element>
    <xsd:element name="Ref" ma:index="9" nillable="true" ma:displayName="Ref" ma:format="Dropdown" ma:internalName="Ref">
      <xsd:simpleType>
        <xsd:restriction base="dms:Text">
          <xsd:maxLength value="255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c1dbffec-79fa-4823-8888-078a85f18a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e2ffda-193f-4772-b3a7-0dcee2442230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0321a62e-5758-458b-916f-10acfcba25d7}" ma:internalName="TaxCatchAll" ma:showField="CatchAllData" ma:web="a5e2ffda-193f-4772-b3a7-0dcee244223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EF8A584-5246-4F5E-9746-67979FF910A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A447FEF-3075-41E9-851D-257A6CD74C93}">
  <ds:schemaRefs>
    <ds:schemaRef ds:uri="http://schemas.microsoft.com/office/infopath/2007/PartnerControls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  <ds:schemaRef ds:uri="a5e2ffda-193f-4772-b3a7-0dcee2442230"/>
    <ds:schemaRef ds:uri="044e9cb4-66f6-41a7-8131-d5779e7e44b1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4673390E-B3E0-4426-A255-5DD5B91B9AF0}">
  <ds:schemaRefs>
    <ds:schemaRef ds:uri="044e9cb4-66f6-41a7-8131-d5779e7e44b1"/>
    <ds:schemaRef ds:uri="a5e2ffda-193f-4772-b3a7-0dcee244223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1194</TotalTime>
  <Words>286</Words>
  <Application>Microsoft Office PowerPoint</Application>
  <PresentationFormat>Widescreen</PresentationFormat>
  <Paragraphs>60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Aptos</vt:lpstr>
      <vt:lpstr>Arial</vt:lpstr>
      <vt:lpstr>NIQ Theme</vt:lpstr>
      <vt:lpstr>Real-Time  Reassignment of  Audit Instruction</vt:lpstr>
      <vt:lpstr>Overview</vt:lpstr>
      <vt:lpstr>Challenge Overview</vt:lpstr>
      <vt:lpstr>Pain Points</vt:lpstr>
      <vt:lpstr>Objective: Enable dynamic reassignment of audit plan during disruptions </vt:lpstr>
      <vt:lpstr>Tech Stack: Backed: Java, Spring Boot, PostgreSQL Frontend: Streamlit </vt:lpstr>
      <vt:lpstr>POST Method</vt:lpstr>
      <vt:lpstr>PUT Method</vt:lpstr>
      <vt:lpstr>Application Demo</vt:lpstr>
      <vt:lpstr>Future Updates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Richmond Pagaduan</dc:creator>
  <cp:lastModifiedBy>Bharath Kumar K</cp:lastModifiedBy>
  <cp:revision>1</cp:revision>
  <dcterms:created xsi:type="dcterms:W3CDTF">2024-03-12T00:09:41Z</dcterms:created>
  <dcterms:modified xsi:type="dcterms:W3CDTF">2025-11-25T06:54:40Z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0x010100CA037A45816A5545B7D0959A01FB021E</vt:lpwstr>
  </property>
  <property fmtid="{D5CDD505-2E9C-101B-9397-08002B2CF9AE}" pid="3" name="TaxKeyword">
    <vt:lpwstr/>
  </property>
  <property fmtid="{D5CDD505-2E9C-101B-9397-08002B2CF9AE}" pid="4" name="MediaServiceImageTags">
    <vt:lpwstr/>
  </property>
</Properties>
</file>